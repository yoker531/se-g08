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306" r:id="rId5"/>
    <p:sldId id="308" r:id="rId6"/>
    <p:sldId id="307" r:id="rId7"/>
    <p:sldId id="309" r:id="rId8"/>
    <p:sldId id="310" r:id="rId9"/>
    <p:sldId id="311" r:id="rId10"/>
    <p:sldId id="314" r:id="rId11"/>
    <p:sldId id="312" r:id="rId12"/>
    <p:sldId id="318" r:id="rId13"/>
    <p:sldId id="320" r:id="rId14"/>
    <p:sldId id="319" r:id="rId15"/>
    <p:sldId id="323" r:id="rId16"/>
    <p:sldId id="324" r:id="rId17"/>
    <p:sldId id="325" r:id="rId18"/>
    <p:sldId id="326" r:id="rId19"/>
    <p:sldId id="327" r:id="rId20"/>
    <p:sldId id="329" r:id="rId21"/>
    <p:sldId id="342" r:id="rId22"/>
    <p:sldId id="338" r:id="rId23"/>
    <p:sldId id="328" r:id="rId24"/>
    <p:sldId id="332" r:id="rId25"/>
    <p:sldId id="337" r:id="rId26"/>
    <p:sldId id="330" r:id="rId27"/>
    <p:sldId id="335" r:id="rId28"/>
    <p:sldId id="331" r:id="rId29"/>
    <p:sldId id="341" r:id="rId30"/>
    <p:sldId id="316" r:id="rId31"/>
  </p:sldIdLst>
  <p:sldSz cx="9144000" cy="51419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4E2A"/>
    <a:srgbClr val="EA2485"/>
    <a:srgbClr val="FCFBF7"/>
    <a:srgbClr val="FF33CC"/>
    <a:srgbClr val="3D95F5"/>
    <a:srgbClr val="0E7CF3"/>
    <a:srgbClr val="2287F2"/>
    <a:srgbClr val="98D2E3"/>
    <a:srgbClr val="FF6B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8" d="100"/>
          <a:sy n="108" d="100"/>
        </p:scale>
        <p:origin x="730" y="77"/>
      </p:cViewPr>
      <p:guideLst>
        <p:guide orient="horz" pos="1619"/>
        <p:guide pos="2880"/>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86" d="100"/>
          <a:sy n="86" d="100"/>
        </p:scale>
        <p:origin x="-384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A00D77-675F-4030-AD1B-4A6B1A099987}" type="datetimeFigureOut">
              <a:rPr lang="zh-CN" altLang="en-US" smtClean="0"/>
              <a:pPr/>
              <a:t>2020/10/18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38A185-F9DB-4B92-A1A8-CCD8A76DEA25}" type="slidenum">
              <a:rPr lang="zh-CN" altLang="en-US" smtClean="0"/>
              <a:pPr/>
              <a:t>‹#›</a:t>
            </a:fld>
            <a:endParaRPr lang="zh-CN" altLang="en-US"/>
          </a:p>
        </p:txBody>
      </p:sp>
    </p:spTree>
    <p:extLst>
      <p:ext uri="{BB962C8B-B14F-4D97-AF65-F5344CB8AC3E}">
        <p14:creationId xmlns:p14="http://schemas.microsoft.com/office/powerpoint/2010/main" val="120660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326"/>
            <a:ext cx="7772400" cy="1102179"/>
          </a:xfrm>
        </p:spPr>
        <p:txBody>
          <a:bodyPr/>
          <a:lstStyle/>
          <a:p>
            <a:r>
              <a:rPr lang="zh-CN" altLang="en-US"/>
              <a:t>单击此处编辑母版标题样式</a:t>
            </a:r>
          </a:p>
        </p:txBody>
      </p:sp>
      <p:sp>
        <p:nvSpPr>
          <p:cNvPr id="3" name="副标题 2"/>
          <p:cNvSpPr>
            <a:spLocks noGrp="1"/>
          </p:cNvSpPr>
          <p:nvPr>
            <p:ph type="subTitle" idx="1"/>
          </p:nvPr>
        </p:nvSpPr>
        <p:spPr>
          <a:xfrm>
            <a:off x="1371600" y="2913751"/>
            <a:ext cx="6400800" cy="1314044"/>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6254065-6D17-4A3A-91E4-21B75217D363}" type="datetimeFigureOut">
              <a:rPr lang="zh-CN" altLang="en-US" smtClean="0"/>
              <a:pPr/>
              <a:t>2020/10/18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2665911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6254065-6D17-4A3A-91E4-21B75217D363}" type="datetimeFigureOut">
              <a:rPr lang="zh-CN" altLang="en-US" smtClean="0"/>
              <a:pPr/>
              <a:t>2020/10/18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904772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4156"/>
            <a:ext cx="7772400" cy="1021241"/>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363"/>
            <a:ext cx="7772400" cy="1124793"/>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6254065-6D17-4A3A-91E4-21B75217D363}" type="datetimeFigureOut">
              <a:rPr lang="zh-CN" altLang="en-US" smtClean="0"/>
              <a:pPr/>
              <a:t>2020/10/18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3402321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899835"/>
            <a:ext cx="4038600" cy="25435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899835"/>
            <a:ext cx="4038600" cy="254358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6254065-6D17-4A3A-91E4-21B75217D363}" type="datetimeFigureOut">
              <a:rPr lang="zh-CN" altLang="en-US" smtClean="0"/>
              <a:pPr/>
              <a:t>2020/10/18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3148995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80"/>
            <a:ext cx="4040188" cy="4796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0653"/>
            <a:ext cx="4040188" cy="29625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0980"/>
            <a:ext cx="4041775" cy="47967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0653"/>
            <a:ext cx="4041775" cy="29625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6254065-6D17-4A3A-91E4-21B75217D363}" type="datetimeFigureOut">
              <a:rPr lang="zh-CN" altLang="en-US" smtClean="0"/>
              <a:pPr/>
              <a:t>2020/10/18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962067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6254065-6D17-4A3A-91E4-21B75217D363}" type="datetimeFigureOut">
              <a:rPr lang="zh-CN" altLang="en-US" smtClean="0"/>
              <a:pPr/>
              <a:t>2020/10/18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4190226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6254065-6D17-4A3A-91E4-21B75217D363}" type="datetimeFigureOut">
              <a:rPr lang="zh-CN" altLang="en-US" smtClean="0"/>
              <a:pPr/>
              <a:t>2020/10/18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573512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24"/>
            <a:ext cx="3008313" cy="871269"/>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25"/>
            <a:ext cx="5111750" cy="43884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5993"/>
            <a:ext cx="3008313" cy="35172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254065-6D17-4A3A-91E4-21B75217D363}" type="datetimeFigureOut">
              <a:rPr lang="zh-CN" altLang="en-US" smtClean="0"/>
              <a:pPr/>
              <a:t>2020/10/18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2308258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599339"/>
            <a:ext cx="5486400" cy="42492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439"/>
            <a:ext cx="5486400" cy="308514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4262"/>
            <a:ext cx="5486400" cy="60346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254065-6D17-4A3A-91E4-21B75217D363}" type="datetimeFigureOut">
              <a:rPr lang="zh-CN" altLang="en-US" smtClean="0"/>
              <a:pPr/>
              <a:t>2020/10/18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1134959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6254065-6D17-4A3A-91E4-21B75217D363}" type="datetimeFigureOut">
              <a:rPr lang="zh-CN" altLang="en-US" smtClean="0"/>
              <a:pPr/>
              <a:t>2020/10/18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1998301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34"/>
            <a:ext cx="2057400" cy="328868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34"/>
            <a:ext cx="6019800" cy="328868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6254065-6D17-4A3A-91E4-21B75217D363}" type="datetimeFigureOut">
              <a:rPr lang="zh-CN" altLang="en-US" smtClean="0"/>
              <a:pPr/>
              <a:t>2020/10/18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2068263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BF7"/>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15"/>
            <a:ext cx="8229600" cy="856986"/>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199780"/>
            <a:ext cx="8229600" cy="339342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5792"/>
            <a:ext cx="2133600" cy="273759"/>
          </a:xfrm>
          <a:prstGeom prst="rect">
            <a:avLst/>
          </a:prstGeom>
        </p:spPr>
        <p:txBody>
          <a:bodyPr vert="horz" lIns="91440" tIns="45720" rIns="91440" bIns="45720" rtlCol="0" anchor="ctr"/>
          <a:lstStyle>
            <a:lvl1pPr algn="l">
              <a:defRPr sz="1200">
                <a:solidFill>
                  <a:schemeClr val="tx1">
                    <a:tint val="75000"/>
                  </a:schemeClr>
                </a:solidFill>
              </a:defRPr>
            </a:lvl1pPr>
          </a:lstStyle>
          <a:p>
            <a:fld id="{36254065-6D17-4A3A-91E4-21B75217D363}" type="datetimeFigureOut">
              <a:rPr lang="zh-CN" altLang="en-US" smtClean="0"/>
              <a:pPr/>
              <a:t>2020/10/18</a:t>
            </a:fld>
            <a:endParaRPr lang="zh-CN" altLang="en-US"/>
          </a:p>
        </p:txBody>
      </p:sp>
      <p:sp>
        <p:nvSpPr>
          <p:cNvPr id="5" name="页脚占位符 4"/>
          <p:cNvSpPr>
            <a:spLocks noGrp="1"/>
          </p:cNvSpPr>
          <p:nvPr>
            <p:ph type="ftr" sz="quarter" idx="3"/>
          </p:nvPr>
        </p:nvSpPr>
        <p:spPr>
          <a:xfrm>
            <a:off x="3124200" y="4765792"/>
            <a:ext cx="2895600" cy="27375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5792"/>
            <a:ext cx="2133600" cy="273759"/>
          </a:xfrm>
          <a:prstGeom prst="rect">
            <a:avLst/>
          </a:prstGeom>
        </p:spPr>
        <p:txBody>
          <a:bodyPr vert="horz" lIns="91440" tIns="45720" rIns="91440" bIns="45720" rtlCol="0" anchor="ctr"/>
          <a:lstStyle>
            <a:lvl1pPr algn="r">
              <a:defRPr sz="1200">
                <a:solidFill>
                  <a:schemeClr val="tx1">
                    <a:tint val="75000"/>
                  </a:schemeClr>
                </a:solidFill>
              </a:defRPr>
            </a:lvl1pPr>
          </a:lstStyle>
          <a:p>
            <a:fld id="{33A8F8CD-9200-4504-81DD-97A3817DB8CB}" type="slidenum">
              <a:rPr lang="zh-CN" altLang="en-US" smtClean="0"/>
              <a:pPr/>
              <a:t>‹#›</a:t>
            </a:fld>
            <a:endParaRPr lang="zh-CN" altLang="en-US"/>
          </a:p>
        </p:txBody>
      </p:sp>
    </p:spTree>
    <p:extLst>
      <p:ext uri="{BB962C8B-B14F-4D97-AF65-F5344CB8AC3E}">
        <p14:creationId xmlns:p14="http://schemas.microsoft.com/office/powerpoint/2010/main" val="190658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jpeg"/><Relationship Id="rId5" Type="http://schemas.openxmlformats.org/officeDocument/2006/relationships/image" Target="../media/image17.jpeg"/><Relationship Id="rId10" Type="http://schemas.openxmlformats.org/officeDocument/2006/relationships/image" Target="../media/image22.jpeg"/><Relationship Id="rId4" Type="http://schemas.openxmlformats.org/officeDocument/2006/relationships/image" Target="../media/image16.jpeg"/><Relationship Id="rId9" Type="http://schemas.openxmlformats.org/officeDocument/2006/relationships/image" Target="../media/image2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7"/>
          <p:cNvSpPr>
            <a:spLocks noChangeArrowheads="1"/>
          </p:cNvSpPr>
          <p:nvPr/>
        </p:nvSpPr>
        <p:spPr bwMode="auto">
          <a:xfrm>
            <a:off x="5961211" y="-885968"/>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8"/>
          <p:cNvSpPr>
            <a:spLocks noChangeArrowheads="1"/>
          </p:cNvSpPr>
          <p:nvPr/>
        </p:nvSpPr>
        <p:spPr bwMode="auto">
          <a:xfrm>
            <a:off x="7637611" y="-30306"/>
            <a:ext cx="184150" cy="184150"/>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Oval 9"/>
          <p:cNvSpPr>
            <a:spLocks noChangeArrowheads="1"/>
          </p:cNvSpPr>
          <p:nvPr/>
        </p:nvSpPr>
        <p:spPr bwMode="auto">
          <a:xfrm>
            <a:off x="5456385" y="603107"/>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Oval 10"/>
          <p:cNvSpPr>
            <a:spLocks noChangeArrowheads="1"/>
          </p:cNvSpPr>
          <p:nvPr/>
        </p:nvSpPr>
        <p:spPr bwMode="auto">
          <a:xfrm>
            <a:off x="6872436" y="63803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Oval 11"/>
          <p:cNvSpPr>
            <a:spLocks noChangeArrowheads="1"/>
          </p:cNvSpPr>
          <p:nvPr/>
        </p:nvSpPr>
        <p:spPr bwMode="auto">
          <a:xfrm>
            <a:off x="7875736" y="80820"/>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Oval 12"/>
          <p:cNvSpPr>
            <a:spLocks noChangeArrowheads="1"/>
          </p:cNvSpPr>
          <p:nvPr/>
        </p:nvSpPr>
        <p:spPr bwMode="auto">
          <a:xfrm>
            <a:off x="8393261" y="-1063768"/>
            <a:ext cx="2003425" cy="2006600"/>
          </a:xfrm>
          <a:prstGeom prst="ellipse">
            <a:avLst/>
          </a:prstGeom>
          <a:solidFill>
            <a:srgbClr val="F4D50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Oval 13"/>
          <p:cNvSpPr>
            <a:spLocks noChangeArrowheads="1"/>
          </p:cNvSpPr>
          <p:nvPr/>
        </p:nvSpPr>
        <p:spPr bwMode="auto">
          <a:xfrm>
            <a:off x="7596336" y="565007"/>
            <a:ext cx="1790700" cy="1795463"/>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4"/>
          <p:cNvSpPr>
            <a:spLocks noChangeArrowheads="1"/>
          </p:cNvSpPr>
          <p:nvPr/>
        </p:nvSpPr>
        <p:spPr bwMode="auto">
          <a:xfrm>
            <a:off x="9056836" y="1722295"/>
            <a:ext cx="714375" cy="714375"/>
          </a:xfrm>
          <a:prstGeom prst="ellipse">
            <a:avLst/>
          </a:prstGeom>
          <a:solidFill>
            <a:srgbClr val="99CED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Oval 15"/>
          <p:cNvSpPr>
            <a:spLocks noChangeArrowheads="1"/>
          </p:cNvSpPr>
          <p:nvPr/>
        </p:nvSpPr>
        <p:spPr bwMode="auto">
          <a:xfrm>
            <a:off x="9447361" y="999982"/>
            <a:ext cx="365125" cy="365125"/>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6"/>
          <p:cNvSpPr>
            <a:spLocks noChangeArrowheads="1"/>
          </p:cNvSpPr>
          <p:nvPr/>
        </p:nvSpPr>
        <p:spPr bwMode="auto">
          <a:xfrm>
            <a:off x="8259911" y="2312845"/>
            <a:ext cx="635000" cy="636588"/>
          </a:xfrm>
          <a:prstGeom prst="ellipse">
            <a:avLst/>
          </a:prstGeom>
          <a:solidFill>
            <a:srgbClr val="E78A4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17"/>
          <p:cNvSpPr>
            <a:spLocks noChangeArrowheads="1"/>
          </p:cNvSpPr>
          <p:nvPr/>
        </p:nvSpPr>
        <p:spPr bwMode="auto">
          <a:xfrm>
            <a:off x="7482036" y="2736707"/>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Oval 18"/>
          <p:cNvSpPr>
            <a:spLocks noChangeArrowheads="1"/>
          </p:cNvSpPr>
          <p:nvPr/>
        </p:nvSpPr>
        <p:spPr bwMode="auto">
          <a:xfrm>
            <a:off x="8767911" y="2328720"/>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19"/>
          <p:cNvSpPr>
            <a:spLocks noChangeArrowheads="1"/>
          </p:cNvSpPr>
          <p:nvPr/>
        </p:nvSpPr>
        <p:spPr bwMode="auto">
          <a:xfrm>
            <a:off x="8012261" y="216362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0"/>
          <p:cNvSpPr>
            <a:spLocks noChangeArrowheads="1"/>
          </p:cNvSpPr>
          <p:nvPr/>
        </p:nvSpPr>
        <p:spPr bwMode="auto">
          <a:xfrm>
            <a:off x="7729686" y="2335070"/>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1"/>
          <p:cNvSpPr>
            <a:spLocks noChangeArrowheads="1"/>
          </p:cNvSpPr>
          <p:nvPr/>
        </p:nvSpPr>
        <p:spPr bwMode="auto">
          <a:xfrm>
            <a:off x="6926411" y="1766745"/>
            <a:ext cx="1009650" cy="1011238"/>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2"/>
          <p:cNvSpPr>
            <a:spLocks noChangeArrowheads="1"/>
          </p:cNvSpPr>
          <p:nvPr/>
        </p:nvSpPr>
        <p:spPr bwMode="auto">
          <a:xfrm>
            <a:off x="6456511" y="1485757"/>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3"/>
          <p:cNvSpPr>
            <a:spLocks noChangeArrowheads="1"/>
          </p:cNvSpPr>
          <p:nvPr/>
        </p:nvSpPr>
        <p:spPr bwMode="auto">
          <a:xfrm>
            <a:off x="6123136" y="196677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4"/>
          <p:cNvSpPr>
            <a:spLocks noChangeArrowheads="1"/>
          </p:cNvSpPr>
          <p:nvPr/>
        </p:nvSpPr>
        <p:spPr bwMode="auto">
          <a:xfrm>
            <a:off x="5770711" y="216362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5"/>
          <p:cNvSpPr>
            <a:spLocks noChangeArrowheads="1"/>
          </p:cNvSpPr>
          <p:nvPr/>
        </p:nvSpPr>
        <p:spPr bwMode="auto">
          <a:xfrm>
            <a:off x="7185173" y="3329598"/>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Oval 26"/>
          <p:cNvSpPr>
            <a:spLocks noChangeArrowheads="1"/>
          </p:cNvSpPr>
          <p:nvPr/>
        </p:nvSpPr>
        <p:spPr bwMode="auto">
          <a:xfrm>
            <a:off x="7135961" y="390987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27"/>
          <p:cNvSpPr>
            <a:spLocks noChangeArrowheads="1"/>
          </p:cNvSpPr>
          <p:nvPr/>
        </p:nvSpPr>
        <p:spPr bwMode="auto">
          <a:xfrm>
            <a:off x="7258912" y="4131694"/>
            <a:ext cx="241300" cy="24130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28"/>
          <p:cNvSpPr>
            <a:spLocks noChangeArrowheads="1"/>
          </p:cNvSpPr>
          <p:nvPr/>
        </p:nvSpPr>
        <p:spPr bwMode="auto">
          <a:xfrm>
            <a:off x="6881961" y="4595670"/>
            <a:ext cx="104775" cy="10636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Oval 29"/>
          <p:cNvSpPr>
            <a:spLocks noChangeArrowheads="1"/>
          </p:cNvSpPr>
          <p:nvPr/>
        </p:nvSpPr>
        <p:spPr bwMode="auto">
          <a:xfrm>
            <a:off x="7078811" y="4962382"/>
            <a:ext cx="146050" cy="146050"/>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0"/>
          <p:cNvSpPr>
            <a:spLocks noChangeArrowheads="1"/>
          </p:cNvSpPr>
          <p:nvPr/>
        </p:nvSpPr>
        <p:spPr bwMode="auto">
          <a:xfrm>
            <a:off x="7075636" y="4595670"/>
            <a:ext cx="263525" cy="261938"/>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1"/>
          <p:cNvSpPr>
            <a:spLocks noChangeArrowheads="1"/>
          </p:cNvSpPr>
          <p:nvPr/>
        </p:nvSpPr>
        <p:spPr bwMode="auto">
          <a:xfrm>
            <a:off x="7002611" y="4784582"/>
            <a:ext cx="149225" cy="149225"/>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4" name="Oval 32"/>
          <p:cNvSpPr>
            <a:spLocks noChangeArrowheads="1"/>
          </p:cNvSpPr>
          <p:nvPr/>
        </p:nvSpPr>
        <p:spPr bwMode="auto">
          <a:xfrm>
            <a:off x="6897836" y="4262295"/>
            <a:ext cx="333375" cy="333375"/>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5" name="Oval 33"/>
          <p:cNvSpPr>
            <a:spLocks noChangeArrowheads="1"/>
          </p:cNvSpPr>
          <p:nvPr/>
        </p:nvSpPr>
        <p:spPr bwMode="auto">
          <a:xfrm>
            <a:off x="6967686" y="157942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7" name="Oval 34"/>
          <p:cNvSpPr>
            <a:spLocks noChangeArrowheads="1"/>
          </p:cNvSpPr>
          <p:nvPr/>
        </p:nvSpPr>
        <p:spPr bwMode="auto">
          <a:xfrm>
            <a:off x="7243911" y="3470132"/>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8" name="Oval 35"/>
          <p:cNvSpPr>
            <a:spLocks noChangeArrowheads="1"/>
          </p:cNvSpPr>
          <p:nvPr/>
        </p:nvSpPr>
        <p:spPr bwMode="auto">
          <a:xfrm>
            <a:off x="6777186" y="3841607"/>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9" name="Oval 36"/>
          <p:cNvSpPr>
            <a:spLocks noChangeArrowheads="1"/>
          </p:cNvSpPr>
          <p:nvPr/>
        </p:nvSpPr>
        <p:spPr bwMode="auto">
          <a:xfrm>
            <a:off x="6529604" y="3276458"/>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30" name="Oval 37"/>
          <p:cNvSpPr>
            <a:spLocks noChangeArrowheads="1"/>
          </p:cNvSpPr>
          <p:nvPr/>
        </p:nvSpPr>
        <p:spPr bwMode="auto">
          <a:xfrm>
            <a:off x="6224736" y="2186639"/>
            <a:ext cx="1295400" cy="1220788"/>
          </a:xfrm>
          <a:prstGeom prst="ellipse">
            <a:avLst/>
          </a:prstGeom>
          <a:solidFill>
            <a:srgbClr val="EA5514">
              <a:alpha val="61176"/>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31" name="Rectangle 38"/>
          <p:cNvSpPr>
            <a:spLocks noChangeArrowheads="1"/>
          </p:cNvSpPr>
          <p:nvPr/>
        </p:nvSpPr>
        <p:spPr bwMode="auto">
          <a:xfrm>
            <a:off x="4522046" y="2212476"/>
            <a:ext cx="156934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7200" b="0" i="0" u="none" strike="noStrike" cap="none" normalizeH="0" baseline="0" dirty="0">
                <a:ln>
                  <a:noFill/>
                </a:ln>
                <a:solidFill>
                  <a:srgbClr val="EA5514"/>
                </a:solidFill>
                <a:effectLst/>
                <a:latin typeface="Impact" pitchFamily="34" charset="0"/>
                <a:ea typeface="宋体" pitchFamily="2" charset="-122"/>
                <a:cs typeface="宋体" pitchFamily="2" charset="-122"/>
              </a:rPr>
              <a:t>web</a:t>
            </a:r>
            <a:endParaRPr kumimoji="0" lang="zh-CN" altLang="zh-CN" sz="1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032" name="Rectangle 39"/>
          <p:cNvSpPr>
            <a:spLocks noChangeArrowheads="1"/>
          </p:cNvSpPr>
          <p:nvPr/>
        </p:nvSpPr>
        <p:spPr bwMode="auto">
          <a:xfrm>
            <a:off x="5617517" y="2417194"/>
            <a:ext cx="25288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en-US" sz="4800" b="1" dirty="0">
                <a:solidFill>
                  <a:srgbClr val="3A3A3A"/>
                </a:solidFill>
                <a:latin typeface="微软雅黑" pitchFamily="34" charset="-122"/>
                <a:ea typeface="微软雅黑" pitchFamily="34" charset="-122"/>
              </a:rPr>
              <a:t>开发</a:t>
            </a:r>
            <a:endParaRPr lang="zh-CN" altLang="zh-CN" sz="4800" b="1" dirty="0">
              <a:solidFill>
                <a:srgbClr val="3A3A3A"/>
              </a:solidFill>
              <a:latin typeface="微软雅黑" pitchFamily="34" charset="-122"/>
              <a:ea typeface="微软雅黑" pitchFamily="34" charset="-122"/>
            </a:endParaRPr>
          </a:p>
        </p:txBody>
      </p:sp>
      <p:sp>
        <p:nvSpPr>
          <p:cNvPr id="1033" name="Rectangle 40"/>
          <p:cNvSpPr>
            <a:spLocks noChangeArrowheads="1"/>
          </p:cNvSpPr>
          <p:nvPr/>
        </p:nvSpPr>
        <p:spPr bwMode="auto">
          <a:xfrm>
            <a:off x="874686" y="1786014"/>
            <a:ext cx="474838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a:r>
              <a:rPr lang="zh-CN" altLang="en-US" sz="2800" dirty="0">
                <a:solidFill>
                  <a:schemeClr val="tx1">
                    <a:lumMod val="50000"/>
                    <a:lumOff val="50000"/>
                  </a:schemeClr>
                </a:solidFill>
                <a:latin typeface="微软雅黑" pitchFamily="34" charset="-122"/>
                <a:ea typeface="微软雅黑" pitchFamily="34" charset="-122"/>
                <a:sym typeface="+mn-lt"/>
              </a:rPr>
              <a:t>基于</a:t>
            </a:r>
            <a:r>
              <a:rPr lang="en-US" altLang="zh-CN" sz="2800" dirty="0">
                <a:solidFill>
                  <a:schemeClr val="tx1">
                    <a:lumMod val="50000"/>
                    <a:lumOff val="50000"/>
                  </a:schemeClr>
                </a:solidFill>
                <a:latin typeface="微软雅黑" pitchFamily="34" charset="-122"/>
                <a:ea typeface="微软雅黑" pitchFamily="34" charset="-122"/>
                <a:sym typeface="+mn-lt"/>
              </a:rPr>
              <a:t>Vue</a:t>
            </a:r>
            <a:r>
              <a:rPr lang="zh-CN" altLang="en-US" sz="2800" dirty="0">
                <a:solidFill>
                  <a:schemeClr val="tx1">
                    <a:lumMod val="50000"/>
                    <a:lumOff val="50000"/>
                  </a:schemeClr>
                </a:solidFill>
                <a:latin typeface="微软雅黑" pitchFamily="34" charset="-122"/>
                <a:ea typeface="微软雅黑" pitchFamily="34" charset="-122"/>
                <a:sym typeface="+mn-lt"/>
              </a:rPr>
              <a:t>和</a:t>
            </a:r>
            <a:r>
              <a:rPr lang="en-US" altLang="zh-CN" sz="3200" dirty="0">
                <a:solidFill>
                  <a:schemeClr val="tx1">
                    <a:lumMod val="50000"/>
                    <a:lumOff val="50000"/>
                  </a:schemeClr>
                </a:solidFill>
                <a:latin typeface="微软雅黑" pitchFamily="34" charset="-122"/>
                <a:ea typeface="微软雅黑" pitchFamily="34" charset="-122"/>
                <a:sym typeface="+mn-lt"/>
              </a:rPr>
              <a:t>SpringBoot</a:t>
            </a:r>
            <a:r>
              <a:rPr lang="zh-CN" altLang="en-US" sz="2800" dirty="0">
                <a:solidFill>
                  <a:schemeClr val="tx1">
                    <a:lumMod val="50000"/>
                    <a:lumOff val="50000"/>
                  </a:schemeClr>
                </a:solidFill>
                <a:latin typeface="微软雅黑" pitchFamily="34" charset="-122"/>
                <a:ea typeface="微软雅黑" pitchFamily="34" charset="-122"/>
                <a:sym typeface="+mn-lt"/>
              </a:rPr>
              <a:t>的</a:t>
            </a:r>
            <a:endParaRPr lang="zh-CN" altLang="zh-CN" sz="2800" dirty="0">
              <a:solidFill>
                <a:schemeClr val="tx1">
                  <a:lumMod val="50000"/>
                  <a:lumOff val="50000"/>
                </a:schemeClr>
              </a:solidFill>
              <a:latin typeface="微软雅黑" pitchFamily="34" charset="-122"/>
              <a:ea typeface="微软雅黑" pitchFamily="34" charset="-122"/>
            </a:endParaRPr>
          </a:p>
        </p:txBody>
      </p:sp>
      <p:sp>
        <p:nvSpPr>
          <p:cNvPr id="1034" name="Rectangle 41"/>
          <p:cNvSpPr>
            <a:spLocks noChangeArrowheads="1"/>
          </p:cNvSpPr>
          <p:nvPr/>
        </p:nvSpPr>
        <p:spPr bwMode="auto">
          <a:xfrm>
            <a:off x="318505" y="2364444"/>
            <a:ext cx="41549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a:r>
              <a:rPr lang="zh-CN" altLang="en-US" sz="5400" b="1" dirty="0">
                <a:solidFill>
                  <a:srgbClr val="3A3A3A"/>
                </a:solidFill>
                <a:latin typeface="微软雅黑" pitchFamily="34" charset="-122"/>
                <a:ea typeface="微软雅黑" pitchFamily="34" charset="-122"/>
                <a:sym typeface="+mn-lt"/>
              </a:rPr>
              <a:t>志愿填报助手</a:t>
            </a:r>
            <a:endParaRPr lang="zh-CN" altLang="zh-CN" sz="5400" b="1" dirty="0">
              <a:solidFill>
                <a:srgbClr val="3A3A3A"/>
              </a:solidFill>
              <a:latin typeface="微软雅黑" pitchFamily="34" charset="-122"/>
              <a:ea typeface="微软雅黑" pitchFamily="34" charset="-122"/>
            </a:endParaRPr>
          </a:p>
        </p:txBody>
      </p:sp>
      <p:sp>
        <p:nvSpPr>
          <p:cNvPr id="50" name="圆角矩形 49"/>
          <p:cNvSpPr/>
          <p:nvPr/>
        </p:nvSpPr>
        <p:spPr>
          <a:xfrm>
            <a:off x="4969817" y="3594413"/>
            <a:ext cx="1295400" cy="468711"/>
          </a:xfrm>
          <a:prstGeom prst="roundRect">
            <a:avLst>
              <a:gd name="adj" fmla="val 50000"/>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EA5514"/>
                </a:solidFill>
                <a:latin typeface="微软雅黑" panose="020B0503020204020204" pitchFamily="34" charset="-122"/>
                <a:ea typeface="微软雅黑" panose="020B0503020204020204" pitchFamily="34" charset="-122"/>
              </a:rPr>
              <a:t>G08</a:t>
            </a:r>
            <a:endParaRPr lang="zh-CN" altLang="en-US" sz="2400" dirty="0">
              <a:solidFill>
                <a:srgbClr val="EA551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08857882"/>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par>
                                    <p:cTn id="10" presetID="6" presetClass="emph" presetSubtype="0" autoRev="1" fill="hold" grpId="1" nodeType="withEffect">
                                      <p:stCondLst>
                                        <p:cond delay="500"/>
                                      </p:stCondLst>
                                      <p:childTnLst>
                                        <p:animScale>
                                          <p:cBhvr>
                                            <p:cTn id="11" dur="150" fill="hold"/>
                                            <p:tgtEl>
                                              <p:spTgt spid="7"/>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300" fill="hold"/>
                                            <p:tgtEl>
                                              <p:spTgt spid="8"/>
                                            </p:tgtEl>
                                            <p:attrNameLst>
                                              <p:attrName>ppt_w</p:attrName>
                                            </p:attrNameLst>
                                          </p:cBhvr>
                                          <p:tavLst>
                                            <p:tav tm="0">
                                              <p:val>
                                                <p:fltVal val="0"/>
                                              </p:val>
                                            </p:tav>
                                            <p:tav tm="100000">
                                              <p:val>
                                                <p:strVal val="#ppt_w"/>
                                              </p:val>
                                            </p:tav>
                                          </p:tavLst>
                                        </p:anim>
                                        <p:anim calcmode="lin" valueType="num">
                                          <p:cBhvr>
                                            <p:cTn id="15" dur="300" fill="hold"/>
                                            <p:tgtEl>
                                              <p:spTgt spid="8"/>
                                            </p:tgtEl>
                                            <p:attrNameLst>
                                              <p:attrName>ppt_h</p:attrName>
                                            </p:attrNameLst>
                                          </p:cBhvr>
                                          <p:tavLst>
                                            <p:tav tm="0">
                                              <p:val>
                                                <p:fltVal val="0"/>
                                              </p:val>
                                            </p:tav>
                                            <p:tav tm="100000">
                                              <p:val>
                                                <p:strVal val="#ppt_h"/>
                                              </p:val>
                                            </p:tav>
                                          </p:tavLst>
                                        </p:anim>
                                        <p:animEffect transition="in" filter="fade">
                                          <p:cBhvr>
                                            <p:cTn id="16" dur="300"/>
                                            <p:tgtEl>
                                              <p:spTgt spid="8"/>
                                            </p:tgtEl>
                                          </p:cBhvr>
                                        </p:animEffect>
                                      </p:childTnLst>
                                    </p:cTn>
                                  </p:par>
                                  <p:par>
                                    <p:cTn id="17" presetID="6" presetClass="emph" presetSubtype="0" autoRev="1" fill="hold" grpId="1" nodeType="withEffect">
                                      <p:stCondLst>
                                        <p:cond delay="300"/>
                                      </p:stCondLst>
                                      <p:childTnLst>
                                        <p:animScale>
                                          <p:cBhvr>
                                            <p:cTn id="18" dur="150" fill="hold"/>
                                            <p:tgtEl>
                                              <p:spTgt spid="8"/>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300" fill="hold"/>
                                            <p:tgtEl>
                                              <p:spTgt spid="11"/>
                                            </p:tgtEl>
                                            <p:attrNameLst>
                                              <p:attrName>ppt_w</p:attrName>
                                            </p:attrNameLst>
                                          </p:cBhvr>
                                          <p:tavLst>
                                            <p:tav tm="0">
                                              <p:val>
                                                <p:fltVal val="0"/>
                                              </p:val>
                                            </p:tav>
                                            <p:tav tm="100000">
                                              <p:val>
                                                <p:strVal val="#ppt_w"/>
                                              </p:val>
                                            </p:tav>
                                          </p:tavLst>
                                        </p:anim>
                                        <p:anim calcmode="lin" valueType="num">
                                          <p:cBhvr>
                                            <p:cTn id="22" dur="300" fill="hold"/>
                                            <p:tgtEl>
                                              <p:spTgt spid="11"/>
                                            </p:tgtEl>
                                            <p:attrNameLst>
                                              <p:attrName>ppt_h</p:attrName>
                                            </p:attrNameLst>
                                          </p:cBhvr>
                                          <p:tavLst>
                                            <p:tav tm="0">
                                              <p:val>
                                                <p:fltVal val="0"/>
                                              </p:val>
                                            </p:tav>
                                            <p:tav tm="100000">
                                              <p:val>
                                                <p:strVal val="#ppt_h"/>
                                              </p:val>
                                            </p:tav>
                                          </p:tavLst>
                                        </p:anim>
                                        <p:animEffect transition="in" filter="fade">
                                          <p:cBhvr>
                                            <p:cTn id="23" dur="300"/>
                                            <p:tgtEl>
                                              <p:spTgt spid="11"/>
                                            </p:tgtEl>
                                          </p:cBhvr>
                                        </p:animEffect>
                                      </p:childTnLst>
                                    </p:cTn>
                                  </p:par>
                                  <p:par>
                                    <p:cTn id="24" presetID="6" presetClass="emph" presetSubtype="0" autoRev="1" fill="hold" grpId="1" nodeType="withEffect">
                                      <p:stCondLst>
                                        <p:cond delay="300"/>
                                      </p:stCondLst>
                                      <p:childTnLst>
                                        <p:animScale>
                                          <p:cBhvr>
                                            <p:cTn id="25" dur="150" fill="hold"/>
                                            <p:tgtEl>
                                              <p:spTgt spid="11"/>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anim calcmode="lin" valueType="num">
                                          <p:cBhvr>
                                            <p:cTn id="28" dur="300" fill="hold"/>
                                            <p:tgtEl>
                                              <p:spTgt spid="12"/>
                                            </p:tgtEl>
                                            <p:attrNameLst>
                                              <p:attrName>ppt_w</p:attrName>
                                            </p:attrNameLst>
                                          </p:cBhvr>
                                          <p:tavLst>
                                            <p:tav tm="0">
                                              <p:val>
                                                <p:fltVal val="0"/>
                                              </p:val>
                                            </p:tav>
                                            <p:tav tm="100000">
                                              <p:val>
                                                <p:strVal val="#ppt_w"/>
                                              </p:val>
                                            </p:tav>
                                          </p:tavLst>
                                        </p:anim>
                                        <p:anim calcmode="lin" valueType="num">
                                          <p:cBhvr>
                                            <p:cTn id="29" dur="300" fill="hold"/>
                                            <p:tgtEl>
                                              <p:spTgt spid="12"/>
                                            </p:tgtEl>
                                            <p:attrNameLst>
                                              <p:attrName>ppt_h</p:attrName>
                                            </p:attrNameLst>
                                          </p:cBhvr>
                                          <p:tavLst>
                                            <p:tav tm="0">
                                              <p:val>
                                                <p:fltVal val="0"/>
                                              </p:val>
                                            </p:tav>
                                            <p:tav tm="100000">
                                              <p:val>
                                                <p:strVal val="#ppt_h"/>
                                              </p:val>
                                            </p:tav>
                                          </p:tavLst>
                                        </p:anim>
                                        <p:animEffect transition="in" filter="fade">
                                          <p:cBhvr>
                                            <p:cTn id="30" dur="300"/>
                                            <p:tgtEl>
                                              <p:spTgt spid="12"/>
                                            </p:tgtEl>
                                          </p:cBhvr>
                                        </p:animEffect>
                                      </p:childTnLst>
                                    </p:cTn>
                                  </p:par>
                                  <p:par>
                                    <p:cTn id="31" presetID="6" presetClass="emph" presetSubtype="0" autoRev="1" fill="hold" grpId="1" nodeType="withEffect">
                                      <p:stCondLst>
                                        <p:cond delay="800"/>
                                      </p:stCondLst>
                                      <p:childTnLst>
                                        <p:animScale>
                                          <p:cBhvr>
                                            <p:cTn id="32" dur="150" fill="hold"/>
                                            <p:tgtEl>
                                              <p:spTgt spid="12"/>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3"/>
                                            </p:tgtEl>
                                            <p:attrNameLst>
                                              <p:attrName>style.visibility</p:attrName>
                                            </p:attrNameLst>
                                          </p:cBhvr>
                                          <p:to>
                                            <p:strVal val="visible"/>
                                          </p:to>
                                        </p:set>
                                        <p:anim calcmode="lin" valueType="num">
                                          <p:cBhvr>
                                            <p:cTn id="35" dur="300" fill="hold"/>
                                            <p:tgtEl>
                                              <p:spTgt spid="13"/>
                                            </p:tgtEl>
                                            <p:attrNameLst>
                                              <p:attrName>ppt_w</p:attrName>
                                            </p:attrNameLst>
                                          </p:cBhvr>
                                          <p:tavLst>
                                            <p:tav tm="0">
                                              <p:val>
                                                <p:fltVal val="0"/>
                                              </p:val>
                                            </p:tav>
                                            <p:tav tm="100000">
                                              <p:val>
                                                <p:strVal val="#ppt_w"/>
                                              </p:val>
                                            </p:tav>
                                          </p:tavLst>
                                        </p:anim>
                                        <p:anim calcmode="lin" valueType="num">
                                          <p:cBhvr>
                                            <p:cTn id="36" dur="300" fill="hold"/>
                                            <p:tgtEl>
                                              <p:spTgt spid="13"/>
                                            </p:tgtEl>
                                            <p:attrNameLst>
                                              <p:attrName>ppt_h</p:attrName>
                                            </p:attrNameLst>
                                          </p:cBhvr>
                                          <p:tavLst>
                                            <p:tav tm="0">
                                              <p:val>
                                                <p:fltVal val="0"/>
                                              </p:val>
                                            </p:tav>
                                            <p:tav tm="100000">
                                              <p:val>
                                                <p:strVal val="#ppt_h"/>
                                              </p:val>
                                            </p:tav>
                                          </p:tavLst>
                                        </p:anim>
                                        <p:animEffect transition="in" filter="fade">
                                          <p:cBhvr>
                                            <p:cTn id="37" dur="300"/>
                                            <p:tgtEl>
                                              <p:spTgt spid="13"/>
                                            </p:tgtEl>
                                          </p:cBhvr>
                                        </p:animEffect>
                                      </p:childTnLst>
                                    </p:cTn>
                                  </p:par>
                                  <p:par>
                                    <p:cTn id="38" presetID="6" presetClass="emph" presetSubtype="0" autoRev="1" fill="hold" grpId="1" nodeType="withEffect">
                                      <p:stCondLst>
                                        <p:cond delay="600"/>
                                      </p:stCondLst>
                                      <p:childTnLst>
                                        <p:animScale>
                                          <p:cBhvr>
                                            <p:cTn id="39" dur="150" fill="hold"/>
                                            <p:tgtEl>
                                              <p:spTgt spid="13"/>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10"/>
                                            </p:tgtEl>
                                            <p:attrNameLst>
                                              <p:attrName>style.visibility</p:attrName>
                                            </p:attrNameLst>
                                          </p:cBhvr>
                                          <p:to>
                                            <p:strVal val="visible"/>
                                          </p:to>
                                        </p:set>
                                        <p:anim calcmode="lin" valueType="num">
                                          <p:cBhvr>
                                            <p:cTn id="42" dur="300" fill="hold"/>
                                            <p:tgtEl>
                                              <p:spTgt spid="10"/>
                                            </p:tgtEl>
                                            <p:attrNameLst>
                                              <p:attrName>ppt_w</p:attrName>
                                            </p:attrNameLst>
                                          </p:cBhvr>
                                          <p:tavLst>
                                            <p:tav tm="0">
                                              <p:val>
                                                <p:fltVal val="0"/>
                                              </p:val>
                                            </p:tav>
                                            <p:tav tm="100000">
                                              <p:val>
                                                <p:strVal val="#ppt_w"/>
                                              </p:val>
                                            </p:tav>
                                          </p:tavLst>
                                        </p:anim>
                                        <p:anim calcmode="lin" valueType="num">
                                          <p:cBhvr>
                                            <p:cTn id="43" dur="300" fill="hold"/>
                                            <p:tgtEl>
                                              <p:spTgt spid="10"/>
                                            </p:tgtEl>
                                            <p:attrNameLst>
                                              <p:attrName>ppt_h</p:attrName>
                                            </p:attrNameLst>
                                          </p:cBhvr>
                                          <p:tavLst>
                                            <p:tav tm="0">
                                              <p:val>
                                                <p:fltVal val="0"/>
                                              </p:val>
                                            </p:tav>
                                            <p:tav tm="100000">
                                              <p:val>
                                                <p:strVal val="#ppt_h"/>
                                              </p:val>
                                            </p:tav>
                                          </p:tavLst>
                                        </p:anim>
                                        <p:animEffect transition="in" filter="fade">
                                          <p:cBhvr>
                                            <p:cTn id="44" dur="300"/>
                                            <p:tgtEl>
                                              <p:spTgt spid="10"/>
                                            </p:tgtEl>
                                          </p:cBhvr>
                                        </p:animEffect>
                                      </p:childTnLst>
                                    </p:cTn>
                                  </p:par>
                                  <p:par>
                                    <p:cTn id="45" presetID="6" presetClass="emph" presetSubtype="0" autoRev="1" fill="hold" grpId="1" nodeType="withEffect">
                                      <p:stCondLst>
                                        <p:cond delay="500"/>
                                      </p:stCondLst>
                                      <p:childTnLst>
                                        <p:animScale>
                                          <p:cBhvr>
                                            <p:cTn id="46" dur="150" fill="hold"/>
                                            <p:tgtEl>
                                              <p:spTgt spid="10"/>
                                            </p:tgtEl>
                                          </p:cBhvr>
                                          <p:by x="110000" y="110000"/>
                                        </p:animScale>
                                      </p:childTnLst>
                                    </p:cTn>
                                  </p:par>
                                  <p:par>
                                    <p:cTn id="47" presetID="53" presetClass="entr" presetSubtype="16"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300" fill="hold"/>
                                            <p:tgtEl>
                                              <p:spTgt spid="9"/>
                                            </p:tgtEl>
                                            <p:attrNameLst>
                                              <p:attrName>ppt_w</p:attrName>
                                            </p:attrNameLst>
                                          </p:cBhvr>
                                          <p:tavLst>
                                            <p:tav tm="0">
                                              <p:val>
                                                <p:fltVal val="0"/>
                                              </p:val>
                                            </p:tav>
                                            <p:tav tm="100000">
                                              <p:val>
                                                <p:strVal val="#ppt_w"/>
                                              </p:val>
                                            </p:tav>
                                          </p:tavLst>
                                        </p:anim>
                                        <p:anim calcmode="lin" valueType="num">
                                          <p:cBhvr>
                                            <p:cTn id="50" dur="300" fill="hold"/>
                                            <p:tgtEl>
                                              <p:spTgt spid="9"/>
                                            </p:tgtEl>
                                            <p:attrNameLst>
                                              <p:attrName>ppt_h</p:attrName>
                                            </p:attrNameLst>
                                          </p:cBhvr>
                                          <p:tavLst>
                                            <p:tav tm="0">
                                              <p:val>
                                                <p:fltVal val="0"/>
                                              </p:val>
                                            </p:tav>
                                            <p:tav tm="100000">
                                              <p:val>
                                                <p:strVal val="#ppt_h"/>
                                              </p:val>
                                            </p:tav>
                                          </p:tavLst>
                                        </p:anim>
                                        <p:animEffect transition="in" filter="fade">
                                          <p:cBhvr>
                                            <p:cTn id="51" dur="300"/>
                                            <p:tgtEl>
                                              <p:spTgt spid="9"/>
                                            </p:tgtEl>
                                          </p:cBhvr>
                                        </p:animEffect>
                                      </p:childTnLst>
                                    </p:cTn>
                                  </p:par>
                                  <p:par>
                                    <p:cTn id="52" presetID="6" presetClass="emph" presetSubtype="0" autoRev="1" fill="hold" grpId="1" nodeType="withEffect">
                                      <p:stCondLst>
                                        <p:cond delay="300"/>
                                      </p:stCondLst>
                                      <p:childTnLst>
                                        <p:animScale>
                                          <p:cBhvr>
                                            <p:cTn id="53" dur="150" fill="hold"/>
                                            <p:tgtEl>
                                              <p:spTgt spid="9"/>
                                            </p:tgtEl>
                                          </p:cBhvr>
                                          <p:by x="110000" y="110000"/>
                                        </p:animScale>
                                      </p:childTnLst>
                                    </p:cTn>
                                  </p:par>
                                  <p:par>
                                    <p:cTn id="54" presetID="53" presetClass="entr" presetSubtype="16" fill="hold" grpId="0" nodeType="withEffect">
                                      <p:stCondLst>
                                        <p:cond delay="200"/>
                                      </p:stCondLst>
                                      <p:childTnLst>
                                        <p:set>
                                          <p:cBhvr>
                                            <p:cTn id="55" dur="1" fill="hold">
                                              <p:stCondLst>
                                                <p:cond delay="0"/>
                                              </p:stCondLst>
                                            </p:cTn>
                                            <p:tgtEl>
                                              <p:spTgt spid="22"/>
                                            </p:tgtEl>
                                            <p:attrNameLst>
                                              <p:attrName>style.visibility</p:attrName>
                                            </p:attrNameLst>
                                          </p:cBhvr>
                                          <p:to>
                                            <p:strVal val="visible"/>
                                          </p:to>
                                        </p:set>
                                        <p:anim calcmode="lin" valueType="num">
                                          <p:cBhvr>
                                            <p:cTn id="56" dur="300" fill="hold"/>
                                            <p:tgtEl>
                                              <p:spTgt spid="22"/>
                                            </p:tgtEl>
                                            <p:attrNameLst>
                                              <p:attrName>ppt_w</p:attrName>
                                            </p:attrNameLst>
                                          </p:cBhvr>
                                          <p:tavLst>
                                            <p:tav tm="0">
                                              <p:val>
                                                <p:fltVal val="0"/>
                                              </p:val>
                                            </p:tav>
                                            <p:tav tm="100000">
                                              <p:val>
                                                <p:strVal val="#ppt_w"/>
                                              </p:val>
                                            </p:tav>
                                          </p:tavLst>
                                        </p:anim>
                                        <p:anim calcmode="lin" valueType="num">
                                          <p:cBhvr>
                                            <p:cTn id="57" dur="300" fill="hold"/>
                                            <p:tgtEl>
                                              <p:spTgt spid="22"/>
                                            </p:tgtEl>
                                            <p:attrNameLst>
                                              <p:attrName>ppt_h</p:attrName>
                                            </p:attrNameLst>
                                          </p:cBhvr>
                                          <p:tavLst>
                                            <p:tav tm="0">
                                              <p:val>
                                                <p:fltVal val="0"/>
                                              </p:val>
                                            </p:tav>
                                            <p:tav tm="100000">
                                              <p:val>
                                                <p:strVal val="#ppt_h"/>
                                              </p:val>
                                            </p:tav>
                                          </p:tavLst>
                                        </p:anim>
                                        <p:animEffect transition="in" filter="fade">
                                          <p:cBhvr>
                                            <p:cTn id="58" dur="300"/>
                                            <p:tgtEl>
                                              <p:spTgt spid="22"/>
                                            </p:tgtEl>
                                          </p:cBhvr>
                                        </p:animEffect>
                                      </p:childTnLst>
                                    </p:cTn>
                                  </p:par>
                                  <p:par>
                                    <p:cTn id="59" presetID="6" presetClass="emph" presetSubtype="0" autoRev="1" fill="hold" grpId="1" nodeType="withEffect">
                                      <p:stCondLst>
                                        <p:cond delay="500"/>
                                      </p:stCondLst>
                                      <p:childTnLst>
                                        <p:animScale>
                                          <p:cBhvr>
                                            <p:cTn id="60" dur="150" fill="hold"/>
                                            <p:tgtEl>
                                              <p:spTgt spid="22"/>
                                            </p:tgtEl>
                                          </p:cBhvr>
                                          <p:by x="110000" y="110000"/>
                                        </p:animScale>
                                      </p:childTnLst>
                                    </p:cTn>
                                  </p:par>
                                  <p:par>
                                    <p:cTn id="61" presetID="53" presetClass="entr" presetSubtype="16" fill="hold" grpId="0" nodeType="withEffect">
                                      <p:stCondLst>
                                        <p:cond delay="400"/>
                                      </p:stCondLst>
                                      <p:childTnLst>
                                        <p:set>
                                          <p:cBhvr>
                                            <p:cTn id="62" dur="1" fill="hold">
                                              <p:stCondLst>
                                                <p:cond delay="0"/>
                                              </p:stCondLst>
                                            </p:cTn>
                                            <p:tgtEl>
                                              <p:spTgt spid="1025"/>
                                            </p:tgtEl>
                                            <p:attrNameLst>
                                              <p:attrName>style.visibility</p:attrName>
                                            </p:attrNameLst>
                                          </p:cBhvr>
                                          <p:to>
                                            <p:strVal val="visible"/>
                                          </p:to>
                                        </p:set>
                                        <p:anim calcmode="lin" valueType="num">
                                          <p:cBhvr>
                                            <p:cTn id="63" dur="300" fill="hold"/>
                                            <p:tgtEl>
                                              <p:spTgt spid="1025"/>
                                            </p:tgtEl>
                                            <p:attrNameLst>
                                              <p:attrName>ppt_w</p:attrName>
                                            </p:attrNameLst>
                                          </p:cBhvr>
                                          <p:tavLst>
                                            <p:tav tm="0">
                                              <p:val>
                                                <p:fltVal val="0"/>
                                              </p:val>
                                            </p:tav>
                                            <p:tav tm="100000">
                                              <p:val>
                                                <p:strVal val="#ppt_w"/>
                                              </p:val>
                                            </p:tav>
                                          </p:tavLst>
                                        </p:anim>
                                        <p:anim calcmode="lin" valueType="num">
                                          <p:cBhvr>
                                            <p:cTn id="64" dur="300" fill="hold"/>
                                            <p:tgtEl>
                                              <p:spTgt spid="1025"/>
                                            </p:tgtEl>
                                            <p:attrNameLst>
                                              <p:attrName>ppt_h</p:attrName>
                                            </p:attrNameLst>
                                          </p:cBhvr>
                                          <p:tavLst>
                                            <p:tav tm="0">
                                              <p:val>
                                                <p:fltVal val="0"/>
                                              </p:val>
                                            </p:tav>
                                            <p:tav tm="100000">
                                              <p:val>
                                                <p:strVal val="#ppt_h"/>
                                              </p:val>
                                            </p:tav>
                                          </p:tavLst>
                                        </p:anim>
                                        <p:animEffect transition="in" filter="fade">
                                          <p:cBhvr>
                                            <p:cTn id="65" dur="300"/>
                                            <p:tgtEl>
                                              <p:spTgt spid="1025"/>
                                            </p:tgtEl>
                                          </p:cBhvr>
                                        </p:animEffect>
                                      </p:childTnLst>
                                    </p:cTn>
                                  </p:par>
                                  <p:par>
                                    <p:cTn id="66" presetID="6" presetClass="emph" presetSubtype="0" autoRev="1" fill="hold" grpId="1" nodeType="withEffect">
                                      <p:stCondLst>
                                        <p:cond delay="700"/>
                                      </p:stCondLst>
                                      <p:childTnLst>
                                        <p:animScale>
                                          <p:cBhvr>
                                            <p:cTn id="67" dur="150" fill="hold"/>
                                            <p:tgtEl>
                                              <p:spTgt spid="1025"/>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p:cTn id="70" dur="300" fill="hold"/>
                                            <p:tgtEl>
                                              <p:spTgt spid="15"/>
                                            </p:tgtEl>
                                            <p:attrNameLst>
                                              <p:attrName>ppt_w</p:attrName>
                                            </p:attrNameLst>
                                          </p:cBhvr>
                                          <p:tavLst>
                                            <p:tav tm="0">
                                              <p:val>
                                                <p:fltVal val="0"/>
                                              </p:val>
                                            </p:tav>
                                            <p:tav tm="100000">
                                              <p:val>
                                                <p:strVal val="#ppt_w"/>
                                              </p:val>
                                            </p:tav>
                                          </p:tavLst>
                                        </p:anim>
                                        <p:anim calcmode="lin" valueType="num">
                                          <p:cBhvr>
                                            <p:cTn id="71" dur="300" fill="hold"/>
                                            <p:tgtEl>
                                              <p:spTgt spid="15"/>
                                            </p:tgtEl>
                                            <p:attrNameLst>
                                              <p:attrName>ppt_h</p:attrName>
                                            </p:attrNameLst>
                                          </p:cBhvr>
                                          <p:tavLst>
                                            <p:tav tm="0">
                                              <p:val>
                                                <p:fltVal val="0"/>
                                              </p:val>
                                            </p:tav>
                                            <p:tav tm="100000">
                                              <p:val>
                                                <p:strVal val="#ppt_h"/>
                                              </p:val>
                                            </p:tav>
                                          </p:tavLst>
                                        </p:anim>
                                        <p:animEffect transition="in" filter="fade">
                                          <p:cBhvr>
                                            <p:cTn id="72" dur="300"/>
                                            <p:tgtEl>
                                              <p:spTgt spid="15"/>
                                            </p:tgtEl>
                                          </p:cBhvr>
                                        </p:animEffect>
                                      </p:childTnLst>
                                    </p:cTn>
                                  </p:par>
                                  <p:par>
                                    <p:cTn id="73" presetID="6" presetClass="emph" presetSubtype="0" autoRev="1" fill="hold" grpId="1" nodeType="withEffect">
                                      <p:stCondLst>
                                        <p:cond delay="300"/>
                                      </p:stCondLst>
                                      <p:childTnLst>
                                        <p:animScale>
                                          <p:cBhvr>
                                            <p:cTn id="74" dur="150" fill="hold"/>
                                            <p:tgtEl>
                                              <p:spTgt spid="15"/>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anim calcmode="lin" valueType="num">
                                          <p:cBhvr>
                                            <p:cTn id="77" dur="300" fill="hold"/>
                                            <p:tgtEl>
                                              <p:spTgt spid="14"/>
                                            </p:tgtEl>
                                            <p:attrNameLst>
                                              <p:attrName>ppt_w</p:attrName>
                                            </p:attrNameLst>
                                          </p:cBhvr>
                                          <p:tavLst>
                                            <p:tav tm="0">
                                              <p:val>
                                                <p:fltVal val="0"/>
                                              </p:val>
                                            </p:tav>
                                            <p:tav tm="100000">
                                              <p:val>
                                                <p:strVal val="#ppt_w"/>
                                              </p:val>
                                            </p:tav>
                                          </p:tavLst>
                                        </p:anim>
                                        <p:anim calcmode="lin" valueType="num">
                                          <p:cBhvr>
                                            <p:cTn id="78" dur="300" fill="hold"/>
                                            <p:tgtEl>
                                              <p:spTgt spid="14"/>
                                            </p:tgtEl>
                                            <p:attrNameLst>
                                              <p:attrName>ppt_h</p:attrName>
                                            </p:attrNameLst>
                                          </p:cBhvr>
                                          <p:tavLst>
                                            <p:tav tm="0">
                                              <p:val>
                                                <p:fltVal val="0"/>
                                              </p:val>
                                            </p:tav>
                                            <p:tav tm="100000">
                                              <p:val>
                                                <p:strVal val="#ppt_h"/>
                                              </p:val>
                                            </p:tav>
                                          </p:tavLst>
                                        </p:anim>
                                        <p:animEffect transition="in" filter="fade">
                                          <p:cBhvr>
                                            <p:cTn id="79" dur="300"/>
                                            <p:tgtEl>
                                              <p:spTgt spid="14"/>
                                            </p:tgtEl>
                                          </p:cBhvr>
                                        </p:animEffect>
                                      </p:childTnLst>
                                    </p:cTn>
                                  </p:par>
                                  <p:par>
                                    <p:cTn id="80" presetID="6" presetClass="emph" presetSubtype="0" autoRev="1" fill="hold" grpId="1" nodeType="withEffect">
                                      <p:stCondLst>
                                        <p:cond delay="300"/>
                                      </p:stCondLst>
                                      <p:childTnLst>
                                        <p:animScale>
                                          <p:cBhvr>
                                            <p:cTn id="81" dur="150" fill="hold"/>
                                            <p:tgtEl>
                                              <p:spTgt spid="14"/>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p:cTn id="84" dur="300" fill="hold"/>
                                            <p:tgtEl>
                                              <p:spTgt spid="19"/>
                                            </p:tgtEl>
                                            <p:attrNameLst>
                                              <p:attrName>ppt_w</p:attrName>
                                            </p:attrNameLst>
                                          </p:cBhvr>
                                          <p:tavLst>
                                            <p:tav tm="0">
                                              <p:val>
                                                <p:fltVal val="0"/>
                                              </p:val>
                                            </p:tav>
                                            <p:tav tm="100000">
                                              <p:val>
                                                <p:strVal val="#ppt_w"/>
                                              </p:val>
                                            </p:tav>
                                          </p:tavLst>
                                        </p:anim>
                                        <p:anim calcmode="lin" valueType="num">
                                          <p:cBhvr>
                                            <p:cTn id="85" dur="300" fill="hold"/>
                                            <p:tgtEl>
                                              <p:spTgt spid="19"/>
                                            </p:tgtEl>
                                            <p:attrNameLst>
                                              <p:attrName>ppt_h</p:attrName>
                                            </p:attrNameLst>
                                          </p:cBhvr>
                                          <p:tavLst>
                                            <p:tav tm="0">
                                              <p:val>
                                                <p:fltVal val="0"/>
                                              </p:val>
                                            </p:tav>
                                            <p:tav tm="100000">
                                              <p:val>
                                                <p:strVal val="#ppt_h"/>
                                              </p:val>
                                            </p:tav>
                                          </p:tavLst>
                                        </p:anim>
                                        <p:animEffect transition="in" filter="fade">
                                          <p:cBhvr>
                                            <p:cTn id="86" dur="300"/>
                                            <p:tgtEl>
                                              <p:spTgt spid="19"/>
                                            </p:tgtEl>
                                          </p:cBhvr>
                                        </p:animEffect>
                                      </p:childTnLst>
                                    </p:cTn>
                                  </p:par>
                                  <p:par>
                                    <p:cTn id="87" presetID="6" presetClass="emph" presetSubtype="0" autoRev="1" fill="hold" grpId="1" nodeType="withEffect">
                                      <p:stCondLst>
                                        <p:cond delay="300"/>
                                      </p:stCondLst>
                                      <p:childTnLst>
                                        <p:animScale>
                                          <p:cBhvr>
                                            <p:cTn id="88" dur="150" fill="hold"/>
                                            <p:tgtEl>
                                              <p:spTgt spid="19"/>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300"/>
                                      </p:stCondLst>
                                      <p:childTnLst>
                                        <p:animScale>
                                          <p:cBhvr>
                                            <p:cTn id="95" dur="150" fill="hold"/>
                                            <p:tgtEl>
                                              <p:spTgt spid="20"/>
                                            </p:tgtEl>
                                          </p:cBhvr>
                                          <p:by x="110000" y="110000"/>
                                        </p:animScale>
                                      </p:childTnLst>
                                    </p:cTn>
                                  </p:par>
                                  <p:par>
                                    <p:cTn id="96" presetID="53" presetClass="entr" presetSubtype="16"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anim calcmode="lin" valueType="num">
                                          <p:cBhvr>
                                            <p:cTn id="98" dur="300" fill="hold"/>
                                            <p:tgtEl>
                                              <p:spTgt spid="18"/>
                                            </p:tgtEl>
                                            <p:attrNameLst>
                                              <p:attrName>ppt_w</p:attrName>
                                            </p:attrNameLst>
                                          </p:cBhvr>
                                          <p:tavLst>
                                            <p:tav tm="0">
                                              <p:val>
                                                <p:fltVal val="0"/>
                                              </p:val>
                                            </p:tav>
                                            <p:tav tm="100000">
                                              <p:val>
                                                <p:strVal val="#ppt_w"/>
                                              </p:val>
                                            </p:tav>
                                          </p:tavLst>
                                        </p:anim>
                                        <p:anim calcmode="lin" valueType="num">
                                          <p:cBhvr>
                                            <p:cTn id="99" dur="300" fill="hold"/>
                                            <p:tgtEl>
                                              <p:spTgt spid="18"/>
                                            </p:tgtEl>
                                            <p:attrNameLst>
                                              <p:attrName>ppt_h</p:attrName>
                                            </p:attrNameLst>
                                          </p:cBhvr>
                                          <p:tavLst>
                                            <p:tav tm="0">
                                              <p:val>
                                                <p:fltVal val="0"/>
                                              </p:val>
                                            </p:tav>
                                            <p:tav tm="100000">
                                              <p:val>
                                                <p:strVal val="#ppt_h"/>
                                              </p:val>
                                            </p:tav>
                                          </p:tavLst>
                                        </p:anim>
                                        <p:animEffect transition="in" filter="fade">
                                          <p:cBhvr>
                                            <p:cTn id="100" dur="300"/>
                                            <p:tgtEl>
                                              <p:spTgt spid="18"/>
                                            </p:tgtEl>
                                          </p:cBhvr>
                                        </p:animEffect>
                                      </p:childTnLst>
                                    </p:cTn>
                                  </p:par>
                                  <p:par>
                                    <p:cTn id="101" presetID="6" presetClass="emph" presetSubtype="0" autoRev="1" fill="hold" grpId="1" nodeType="withEffect">
                                      <p:stCondLst>
                                        <p:cond delay="300"/>
                                      </p:stCondLst>
                                      <p:childTnLst>
                                        <p:animScale>
                                          <p:cBhvr>
                                            <p:cTn id="102" dur="150" fill="hold"/>
                                            <p:tgtEl>
                                              <p:spTgt spid="18"/>
                                            </p:tgtEl>
                                          </p:cBhvr>
                                          <p:by x="110000" y="110000"/>
                                        </p:animScale>
                                      </p:childTnLst>
                                    </p:cTn>
                                  </p:par>
                                  <p:par>
                                    <p:cTn id="103" presetID="53" presetClass="entr" presetSubtype="16" fill="hold" grpId="0" nodeType="withEffect">
                                      <p:stCondLst>
                                        <p:cond delay="100"/>
                                      </p:stCondLst>
                                      <p:childTnLst>
                                        <p:set>
                                          <p:cBhvr>
                                            <p:cTn id="104" dur="1" fill="hold">
                                              <p:stCondLst>
                                                <p:cond delay="0"/>
                                              </p:stCondLst>
                                            </p:cTn>
                                            <p:tgtEl>
                                              <p:spTgt spid="16"/>
                                            </p:tgtEl>
                                            <p:attrNameLst>
                                              <p:attrName>style.visibility</p:attrName>
                                            </p:attrNameLst>
                                          </p:cBhvr>
                                          <p:to>
                                            <p:strVal val="visible"/>
                                          </p:to>
                                        </p:set>
                                        <p:anim calcmode="lin" valueType="num">
                                          <p:cBhvr>
                                            <p:cTn id="105" dur="300" fill="hold"/>
                                            <p:tgtEl>
                                              <p:spTgt spid="16"/>
                                            </p:tgtEl>
                                            <p:attrNameLst>
                                              <p:attrName>ppt_w</p:attrName>
                                            </p:attrNameLst>
                                          </p:cBhvr>
                                          <p:tavLst>
                                            <p:tav tm="0">
                                              <p:val>
                                                <p:fltVal val="0"/>
                                              </p:val>
                                            </p:tav>
                                            <p:tav tm="100000">
                                              <p:val>
                                                <p:strVal val="#ppt_w"/>
                                              </p:val>
                                            </p:tav>
                                          </p:tavLst>
                                        </p:anim>
                                        <p:anim calcmode="lin" valueType="num">
                                          <p:cBhvr>
                                            <p:cTn id="106" dur="300" fill="hold"/>
                                            <p:tgtEl>
                                              <p:spTgt spid="16"/>
                                            </p:tgtEl>
                                            <p:attrNameLst>
                                              <p:attrName>ppt_h</p:attrName>
                                            </p:attrNameLst>
                                          </p:cBhvr>
                                          <p:tavLst>
                                            <p:tav tm="0">
                                              <p:val>
                                                <p:fltVal val="0"/>
                                              </p:val>
                                            </p:tav>
                                            <p:tav tm="100000">
                                              <p:val>
                                                <p:strVal val="#ppt_h"/>
                                              </p:val>
                                            </p:tav>
                                          </p:tavLst>
                                        </p:anim>
                                        <p:animEffect transition="in" filter="fade">
                                          <p:cBhvr>
                                            <p:cTn id="107" dur="300"/>
                                            <p:tgtEl>
                                              <p:spTgt spid="16"/>
                                            </p:tgtEl>
                                          </p:cBhvr>
                                        </p:animEffect>
                                      </p:childTnLst>
                                    </p:cTn>
                                  </p:par>
                                  <p:par>
                                    <p:cTn id="108" presetID="6" presetClass="emph" presetSubtype="0" autoRev="1" fill="hold" grpId="1" nodeType="withEffect">
                                      <p:stCondLst>
                                        <p:cond delay="400"/>
                                      </p:stCondLst>
                                      <p:childTnLst>
                                        <p:animScale>
                                          <p:cBhvr>
                                            <p:cTn id="109" dur="150" fill="hold"/>
                                            <p:tgtEl>
                                              <p:spTgt spid="16"/>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21"/>
                                            </p:tgtEl>
                                            <p:attrNameLst>
                                              <p:attrName>style.visibility</p:attrName>
                                            </p:attrNameLst>
                                          </p:cBhvr>
                                          <p:to>
                                            <p:strVal val="visible"/>
                                          </p:to>
                                        </p:set>
                                        <p:anim calcmode="lin" valueType="num">
                                          <p:cBhvr>
                                            <p:cTn id="112" dur="300" fill="hold"/>
                                            <p:tgtEl>
                                              <p:spTgt spid="21"/>
                                            </p:tgtEl>
                                            <p:attrNameLst>
                                              <p:attrName>ppt_w</p:attrName>
                                            </p:attrNameLst>
                                          </p:cBhvr>
                                          <p:tavLst>
                                            <p:tav tm="0">
                                              <p:val>
                                                <p:fltVal val="0"/>
                                              </p:val>
                                            </p:tav>
                                            <p:tav tm="100000">
                                              <p:val>
                                                <p:strVal val="#ppt_w"/>
                                              </p:val>
                                            </p:tav>
                                          </p:tavLst>
                                        </p:anim>
                                        <p:anim calcmode="lin" valueType="num">
                                          <p:cBhvr>
                                            <p:cTn id="113" dur="300" fill="hold"/>
                                            <p:tgtEl>
                                              <p:spTgt spid="21"/>
                                            </p:tgtEl>
                                            <p:attrNameLst>
                                              <p:attrName>ppt_h</p:attrName>
                                            </p:attrNameLst>
                                          </p:cBhvr>
                                          <p:tavLst>
                                            <p:tav tm="0">
                                              <p:val>
                                                <p:fltVal val="0"/>
                                              </p:val>
                                            </p:tav>
                                            <p:tav tm="100000">
                                              <p:val>
                                                <p:strVal val="#ppt_h"/>
                                              </p:val>
                                            </p:tav>
                                          </p:tavLst>
                                        </p:anim>
                                        <p:animEffect transition="in" filter="fade">
                                          <p:cBhvr>
                                            <p:cTn id="114" dur="300"/>
                                            <p:tgtEl>
                                              <p:spTgt spid="21"/>
                                            </p:tgtEl>
                                          </p:cBhvr>
                                        </p:animEffect>
                                      </p:childTnLst>
                                    </p:cTn>
                                  </p:par>
                                  <p:par>
                                    <p:cTn id="115" presetID="6" presetClass="emph" presetSubtype="0" autoRev="1" fill="hold" grpId="1" nodeType="withEffect">
                                      <p:stCondLst>
                                        <p:cond delay="500"/>
                                      </p:stCondLst>
                                      <p:childTnLst>
                                        <p:animScale>
                                          <p:cBhvr>
                                            <p:cTn id="116" dur="150" fill="hold"/>
                                            <p:tgtEl>
                                              <p:spTgt spid="21"/>
                                            </p:tgtEl>
                                          </p:cBhvr>
                                          <p:by x="110000" y="110000"/>
                                        </p:animScale>
                                      </p:childTnLst>
                                    </p:cTn>
                                  </p:par>
                                  <p:par>
                                    <p:cTn id="117" presetID="53" presetClass="entr" presetSubtype="16" fill="hold" grpId="0" nodeType="withEffect">
                                      <p:stCondLst>
                                        <p:cond delay="600"/>
                                      </p:stCondLst>
                                      <p:childTnLst>
                                        <p:set>
                                          <p:cBhvr>
                                            <p:cTn id="118" dur="1" fill="hold">
                                              <p:stCondLst>
                                                <p:cond delay="0"/>
                                              </p:stCondLst>
                                            </p:cTn>
                                            <p:tgtEl>
                                              <p:spTgt spid="23"/>
                                            </p:tgtEl>
                                            <p:attrNameLst>
                                              <p:attrName>style.visibility</p:attrName>
                                            </p:attrNameLst>
                                          </p:cBhvr>
                                          <p:to>
                                            <p:strVal val="visible"/>
                                          </p:to>
                                        </p:set>
                                        <p:anim calcmode="lin" valueType="num">
                                          <p:cBhvr>
                                            <p:cTn id="119" dur="300" fill="hold"/>
                                            <p:tgtEl>
                                              <p:spTgt spid="23"/>
                                            </p:tgtEl>
                                            <p:attrNameLst>
                                              <p:attrName>ppt_w</p:attrName>
                                            </p:attrNameLst>
                                          </p:cBhvr>
                                          <p:tavLst>
                                            <p:tav tm="0">
                                              <p:val>
                                                <p:fltVal val="0"/>
                                              </p:val>
                                            </p:tav>
                                            <p:tav tm="100000">
                                              <p:val>
                                                <p:strVal val="#ppt_w"/>
                                              </p:val>
                                            </p:tav>
                                          </p:tavLst>
                                        </p:anim>
                                        <p:anim calcmode="lin" valueType="num">
                                          <p:cBhvr>
                                            <p:cTn id="120" dur="300" fill="hold"/>
                                            <p:tgtEl>
                                              <p:spTgt spid="23"/>
                                            </p:tgtEl>
                                            <p:attrNameLst>
                                              <p:attrName>ppt_h</p:attrName>
                                            </p:attrNameLst>
                                          </p:cBhvr>
                                          <p:tavLst>
                                            <p:tav tm="0">
                                              <p:val>
                                                <p:fltVal val="0"/>
                                              </p:val>
                                            </p:tav>
                                            <p:tav tm="100000">
                                              <p:val>
                                                <p:strVal val="#ppt_h"/>
                                              </p:val>
                                            </p:tav>
                                          </p:tavLst>
                                        </p:anim>
                                        <p:animEffect transition="in" filter="fade">
                                          <p:cBhvr>
                                            <p:cTn id="121" dur="300"/>
                                            <p:tgtEl>
                                              <p:spTgt spid="23"/>
                                            </p:tgtEl>
                                          </p:cBhvr>
                                        </p:animEffect>
                                      </p:childTnLst>
                                    </p:cTn>
                                  </p:par>
                                  <p:par>
                                    <p:cTn id="122" presetID="6" presetClass="emph" presetSubtype="0" autoRev="1" fill="hold" grpId="1" nodeType="withEffect">
                                      <p:stCondLst>
                                        <p:cond delay="900"/>
                                      </p:stCondLst>
                                      <p:childTnLst>
                                        <p:animScale>
                                          <p:cBhvr>
                                            <p:cTn id="123" dur="150" fill="hold"/>
                                            <p:tgtEl>
                                              <p:spTgt spid="23"/>
                                            </p:tgtEl>
                                          </p:cBhvr>
                                          <p:by x="110000" y="110000"/>
                                        </p:animScale>
                                      </p:childTnLst>
                                    </p:cTn>
                                  </p:par>
                                  <p:par>
                                    <p:cTn id="124" presetID="53" presetClass="entr" presetSubtype="16" fill="hold" grpId="0" nodeType="withEffect">
                                      <p:stCondLst>
                                        <p:cond delay="200"/>
                                      </p:stCondLst>
                                      <p:childTnLst>
                                        <p:set>
                                          <p:cBhvr>
                                            <p:cTn id="125" dur="1" fill="hold">
                                              <p:stCondLst>
                                                <p:cond delay="0"/>
                                              </p:stCondLst>
                                            </p:cTn>
                                            <p:tgtEl>
                                              <p:spTgt spid="1030"/>
                                            </p:tgtEl>
                                            <p:attrNameLst>
                                              <p:attrName>style.visibility</p:attrName>
                                            </p:attrNameLst>
                                          </p:cBhvr>
                                          <p:to>
                                            <p:strVal val="visible"/>
                                          </p:to>
                                        </p:set>
                                        <p:anim calcmode="lin" valueType="num">
                                          <p:cBhvr>
                                            <p:cTn id="126" dur="300" fill="hold"/>
                                            <p:tgtEl>
                                              <p:spTgt spid="1030"/>
                                            </p:tgtEl>
                                            <p:attrNameLst>
                                              <p:attrName>ppt_w</p:attrName>
                                            </p:attrNameLst>
                                          </p:cBhvr>
                                          <p:tavLst>
                                            <p:tav tm="0">
                                              <p:val>
                                                <p:fltVal val="0"/>
                                              </p:val>
                                            </p:tav>
                                            <p:tav tm="100000">
                                              <p:val>
                                                <p:strVal val="#ppt_w"/>
                                              </p:val>
                                            </p:tav>
                                          </p:tavLst>
                                        </p:anim>
                                        <p:anim calcmode="lin" valueType="num">
                                          <p:cBhvr>
                                            <p:cTn id="127" dur="300" fill="hold"/>
                                            <p:tgtEl>
                                              <p:spTgt spid="1030"/>
                                            </p:tgtEl>
                                            <p:attrNameLst>
                                              <p:attrName>ppt_h</p:attrName>
                                            </p:attrNameLst>
                                          </p:cBhvr>
                                          <p:tavLst>
                                            <p:tav tm="0">
                                              <p:val>
                                                <p:fltVal val="0"/>
                                              </p:val>
                                            </p:tav>
                                            <p:tav tm="100000">
                                              <p:val>
                                                <p:strVal val="#ppt_h"/>
                                              </p:val>
                                            </p:tav>
                                          </p:tavLst>
                                        </p:anim>
                                        <p:animEffect transition="in" filter="fade">
                                          <p:cBhvr>
                                            <p:cTn id="128" dur="300"/>
                                            <p:tgtEl>
                                              <p:spTgt spid="1030"/>
                                            </p:tgtEl>
                                          </p:cBhvr>
                                        </p:animEffect>
                                      </p:childTnLst>
                                    </p:cTn>
                                  </p:par>
                                  <p:par>
                                    <p:cTn id="129" presetID="6" presetClass="emph" presetSubtype="0" autoRev="1" fill="hold" grpId="1" nodeType="withEffect">
                                      <p:stCondLst>
                                        <p:cond delay="500"/>
                                      </p:stCondLst>
                                      <p:childTnLst>
                                        <p:animScale>
                                          <p:cBhvr>
                                            <p:cTn id="130" dur="150" fill="hold"/>
                                            <p:tgtEl>
                                              <p:spTgt spid="1030"/>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17"/>
                                            </p:tgtEl>
                                            <p:attrNameLst>
                                              <p:attrName>style.visibility</p:attrName>
                                            </p:attrNameLst>
                                          </p:cBhvr>
                                          <p:to>
                                            <p:strVal val="visible"/>
                                          </p:to>
                                        </p:set>
                                        <p:anim calcmode="lin" valueType="num">
                                          <p:cBhvr>
                                            <p:cTn id="133" dur="300" fill="hold"/>
                                            <p:tgtEl>
                                              <p:spTgt spid="17"/>
                                            </p:tgtEl>
                                            <p:attrNameLst>
                                              <p:attrName>ppt_w</p:attrName>
                                            </p:attrNameLst>
                                          </p:cBhvr>
                                          <p:tavLst>
                                            <p:tav tm="0">
                                              <p:val>
                                                <p:fltVal val="0"/>
                                              </p:val>
                                            </p:tav>
                                            <p:tav tm="100000">
                                              <p:val>
                                                <p:strVal val="#ppt_w"/>
                                              </p:val>
                                            </p:tav>
                                          </p:tavLst>
                                        </p:anim>
                                        <p:anim calcmode="lin" valueType="num">
                                          <p:cBhvr>
                                            <p:cTn id="134" dur="300" fill="hold"/>
                                            <p:tgtEl>
                                              <p:spTgt spid="17"/>
                                            </p:tgtEl>
                                            <p:attrNameLst>
                                              <p:attrName>ppt_h</p:attrName>
                                            </p:attrNameLst>
                                          </p:cBhvr>
                                          <p:tavLst>
                                            <p:tav tm="0">
                                              <p:val>
                                                <p:fltVal val="0"/>
                                              </p:val>
                                            </p:tav>
                                            <p:tav tm="100000">
                                              <p:val>
                                                <p:strVal val="#ppt_h"/>
                                              </p:val>
                                            </p:tav>
                                          </p:tavLst>
                                        </p:anim>
                                        <p:animEffect transition="in" filter="fade">
                                          <p:cBhvr>
                                            <p:cTn id="135" dur="300"/>
                                            <p:tgtEl>
                                              <p:spTgt spid="17"/>
                                            </p:tgtEl>
                                          </p:cBhvr>
                                        </p:animEffect>
                                      </p:childTnLst>
                                    </p:cTn>
                                  </p:par>
                                  <p:par>
                                    <p:cTn id="136" presetID="6" presetClass="emph" presetSubtype="0" autoRev="1" fill="hold" grpId="1" nodeType="withEffect">
                                      <p:stCondLst>
                                        <p:cond delay="300"/>
                                      </p:stCondLst>
                                      <p:childTnLst>
                                        <p:animScale>
                                          <p:cBhvr>
                                            <p:cTn id="137" dur="150" fill="hold"/>
                                            <p:tgtEl>
                                              <p:spTgt spid="17"/>
                                            </p:tgtEl>
                                          </p:cBhvr>
                                          <p:by x="110000" y="110000"/>
                                        </p:animScale>
                                      </p:childTnLst>
                                    </p:cTn>
                                  </p:par>
                                  <p:par>
                                    <p:cTn id="138" presetID="53" presetClass="entr" presetSubtype="16" fill="hold" grpId="0" nodeType="withEffect">
                                      <p:stCondLst>
                                        <p:cond delay="400"/>
                                      </p:stCondLst>
                                      <p:childTnLst>
                                        <p:set>
                                          <p:cBhvr>
                                            <p:cTn id="139" dur="1" fill="hold">
                                              <p:stCondLst>
                                                <p:cond delay="0"/>
                                              </p:stCondLst>
                                            </p:cTn>
                                            <p:tgtEl>
                                              <p:spTgt spid="1027"/>
                                            </p:tgtEl>
                                            <p:attrNameLst>
                                              <p:attrName>style.visibility</p:attrName>
                                            </p:attrNameLst>
                                          </p:cBhvr>
                                          <p:to>
                                            <p:strVal val="visible"/>
                                          </p:to>
                                        </p:set>
                                        <p:anim calcmode="lin" valueType="num">
                                          <p:cBhvr>
                                            <p:cTn id="140" dur="300" fill="hold"/>
                                            <p:tgtEl>
                                              <p:spTgt spid="1027"/>
                                            </p:tgtEl>
                                            <p:attrNameLst>
                                              <p:attrName>ppt_w</p:attrName>
                                            </p:attrNameLst>
                                          </p:cBhvr>
                                          <p:tavLst>
                                            <p:tav tm="0">
                                              <p:val>
                                                <p:fltVal val="0"/>
                                              </p:val>
                                            </p:tav>
                                            <p:tav tm="100000">
                                              <p:val>
                                                <p:strVal val="#ppt_w"/>
                                              </p:val>
                                            </p:tav>
                                          </p:tavLst>
                                        </p:anim>
                                        <p:anim calcmode="lin" valueType="num">
                                          <p:cBhvr>
                                            <p:cTn id="141" dur="300" fill="hold"/>
                                            <p:tgtEl>
                                              <p:spTgt spid="1027"/>
                                            </p:tgtEl>
                                            <p:attrNameLst>
                                              <p:attrName>ppt_h</p:attrName>
                                            </p:attrNameLst>
                                          </p:cBhvr>
                                          <p:tavLst>
                                            <p:tav tm="0">
                                              <p:val>
                                                <p:fltVal val="0"/>
                                              </p:val>
                                            </p:tav>
                                            <p:tav tm="100000">
                                              <p:val>
                                                <p:strVal val="#ppt_h"/>
                                              </p:val>
                                            </p:tav>
                                          </p:tavLst>
                                        </p:anim>
                                        <p:animEffect transition="in" filter="fade">
                                          <p:cBhvr>
                                            <p:cTn id="142" dur="300"/>
                                            <p:tgtEl>
                                              <p:spTgt spid="1027"/>
                                            </p:tgtEl>
                                          </p:cBhvr>
                                        </p:animEffect>
                                      </p:childTnLst>
                                    </p:cTn>
                                  </p:par>
                                  <p:par>
                                    <p:cTn id="143" presetID="6" presetClass="emph" presetSubtype="0" autoRev="1" fill="hold" grpId="1" nodeType="withEffect">
                                      <p:stCondLst>
                                        <p:cond delay="700"/>
                                      </p:stCondLst>
                                      <p:childTnLst>
                                        <p:animScale>
                                          <p:cBhvr>
                                            <p:cTn id="144" dur="150" fill="hold"/>
                                            <p:tgtEl>
                                              <p:spTgt spid="1027"/>
                                            </p:tgtEl>
                                          </p:cBhvr>
                                          <p:by x="110000" y="110000"/>
                                        </p:animScale>
                                      </p:childTnLst>
                                    </p:cTn>
                                  </p:par>
                                  <p:par>
                                    <p:cTn id="145" presetID="53" presetClass="entr" presetSubtype="16" fill="hold" grpId="0" nodeType="withEffect">
                                      <p:stCondLst>
                                        <p:cond delay="100"/>
                                      </p:stCondLst>
                                      <p:childTnLst>
                                        <p:set>
                                          <p:cBhvr>
                                            <p:cTn id="146" dur="1" fill="hold">
                                              <p:stCondLst>
                                                <p:cond delay="0"/>
                                              </p:stCondLst>
                                            </p:cTn>
                                            <p:tgtEl>
                                              <p:spTgt spid="1028"/>
                                            </p:tgtEl>
                                            <p:attrNameLst>
                                              <p:attrName>style.visibility</p:attrName>
                                            </p:attrNameLst>
                                          </p:cBhvr>
                                          <p:to>
                                            <p:strVal val="visible"/>
                                          </p:to>
                                        </p:set>
                                        <p:anim calcmode="lin" valueType="num">
                                          <p:cBhvr>
                                            <p:cTn id="147" dur="300" fill="hold"/>
                                            <p:tgtEl>
                                              <p:spTgt spid="1028"/>
                                            </p:tgtEl>
                                            <p:attrNameLst>
                                              <p:attrName>ppt_w</p:attrName>
                                            </p:attrNameLst>
                                          </p:cBhvr>
                                          <p:tavLst>
                                            <p:tav tm="0">
                                              <p:val>
                                                <p:fltVal val="0"/>
                                              </p:val>
                                            </p:tav>
                                            <p:tav tm="100000">
                                              <p:val>
                                                <p:strVal val="#ppt_w"/>
                                              </p:val>
                                            </p:tav>
                                          </p:tavLst>
                                        </p:anim>
                                        <p:anim calcmode="lin" valueType="num">
                                          <p:cBhvr>
                                            <p:cTn id="148" dur="300" fill="hold"/>
                                            <p:tgtEl>
                                              <p:spTgt spid="1028"/>
                                            </p:tgtEl>
                                            <p:attrNameLst>
                                              <p:attrName>ppt_h</p:attrName>
                                            </p:attrNameLst>
                                          </p:cBhvr>
                                          <p:tavLst>
                                            <p:tav tm="0">
                                              <p:val>
                                                <p:fltVal val="0"/>
                                              </p:val>
                                            </p:tav>
                                            <p:tav tm="100000">
                                              <p:val>
                                                <p:strVal val="#ppt_h"/>
                                              </p:val>
                                            </p:tav>
                                          </p:tavLst>
                                        </p:anim>
                                        <p:animEffect transition="in" filter="fade">
                                          <p:cBhvr>
                                            <p:cTn id="149" dur="300"/>
                                            <p:tgtEl>
                                              <p:spTgt spid="1028"/>
                                            </p:tgtEl>
                                          </p:cBhvr>
                                        </p:animEffect>
                                      </p:childTnLst>
                                    </p:cTn>
                                  </p:par>
                                  <p:par>
                                    <p:cTn id="150" presetID="6" presetClass="emph" presetSubtype="0" autoRev="1" fill="hold" grpId="1" nodeType="withEffect">
                                      <p:stCondLst>
                                        <p:cond delay="400"/>
                                      </p:stCondLst>
                                      <p:childTnLst>
                                        <p:animScale>
                                          <p:cBhvr>
                                            <p:cTn id="151" dur="150" fill="hold"/>
                                            <p:tgtEl>
                                              <p:spTgt spid="1028"/>
                                            </p:tgtEl>
                                          </p:cBhvr>
                                          <p:by x="110000" y="110000"/>
                                        </p:animScale>
                                      </p:childTnLst>
                                    </p:cTn>
                                  </p:par>
                                  <p:par>
                                    <p:cTn id="152" presetID="53" presetClass="entr" presetSubtype="16" fill="hold" grpId="0" nodeType="withEffect">
                                      <p:stCondLst>
                                        <p:cond delay="300"/>
                                      </p:stCondLst>
                                      <p:childTnLst>
                                        <p:set>
                                          <p:cBhvr>
                                            <p:cTn id="153" dur="1" fill="hold">
                                              <p:stCondLst>
                                                <p:cond delay="0"/>
                                              </p:stCondLst>
                                            </p:cTn>
                                            <p:tgtEl>
                                              <p:spTgt spid="25"/>
                                            </p:tgtEl>
                                            <p:attrNameLst>
                                              <p:attrName>style.visibility</p:attrName>
                                            </p:attrNameLst>
                                          </p:cBhvr>
                                          <p:to>
                                            <p:strVal val="visible"/>
                                          </p:to>
                                        </p:set>
                                        <p:anim calcmode="lin" valueType="num">
                                          <p:cBhvr>
                                            <p:cTn id="154" dur="300" fill="hold"/>
                                            <p:tgtEl>
                                              <p:spTgt spid="25"/>
                                            </p:tgtEl>
                                            <p:attrNameLst>
                                              <p:attrName>ppt_w</p:attrName>
                                            </p:attrNameLst>
                                          </p:cBhvr>
                                          <p:tavLst>
                                            <p:tav tm="0">
                                              <p:val>
                                                <p:fltVal val="0"/>
                                              </p:val>
                                            </p:tav>
                                            <p:tav tm="100000">
                                              <p:val>
                                                <p:strVal val="#ppt_w"/>
                                              </p:val>
                                            </p:tav>
                                          </p:tavLst>
                                        </p:anim>
                                        <p:anim calcmode="lin" valueType="num">
                                          <p:cBhvr>
                                            <p:cTn id="155" dur="300" fill="hold"/>
                                            <p:tgtEl>
                                              <p:spTgt spid="25"/>
                                            </p:tgtEl>
                                            <p:attrNameLst>
                                              <p:attrName>ppt_h</p:attrName>
                                            </p:attrNameLst>
                                          </p:cBhvr>
                                          <p:tavLst>
                                            <p:tav tm="0">
                                              <p:val>
                                                <p:fltVal val="0"/>
                                              </p:val>
                                            </p:tav>
                                            <p:tav tm="100000">
                                              <p:val>
                                                <p:strVal val="#ppt_h"/>
                                              </p:val>
                                            </p:tav>
                                          </p:tavLst>
                                        </p:anim>
                                        <p:animEffect transition="in" filter="fade">
                                          <p:cBhvr>
                                            <p:cTn id="156" dur="300"/>
                                            <p:tgtEl>
                                              <p:spTgt spid="25"/>
                                            </p:tgtEl>
                                          </p:cBhvr>
                                        </p:animEffect>
                                      </p:childTnLst>
                                    </p:cTn>
                                  </p:par>
                                  <p:par>
                                    <p:cTn id="157" presetID="6" presetClass="emph" presetSubtype="0" autoRev="1" fill="hold" grpId="1" nodeType="withEffect">
                                      <p:stCondLst>
                                        <p:cond delay="600"/>
                                      </p:stCondLst>
                                      <p:childTnLst>
                                        <p:animScale>
                                          <p:cBhvr>
                                            <p:cTn id="158" dur="150" fill="hold"/>
                                            <p:tgtEl>
                                              <p:spTgt spid="25"/>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1029"/>
                                            </p:tgtEl>
                                            <p:attrNameLst>
                                              <p:attrName>style.visibility</p:attrName>
                                            </p:attrNameLst>
                                          </p:cBhvr>
                                          <p:to>
                                            <p:strVal val="visible"/>
                                          </p:to>
                                        </p:set>
                                        <p:anim calcmode="lin" valueType="num">
                                          <p:cBhvr>
                                            <p:cTn id="161" dur="300" fill="hold"/>
                                            <p:tgtEl>
                                              <p:spTgt spid="1029"/>
                                            </p:tgtEl>
                                            <p:attrNameLst>
                                              <p:attrName>ppt_w</p:attrName>
                                            </p:attrNameLst>
                                          </p:cBhvr>
                                          <p:tavLst>
                                            <p:tav tm="0">
                                              <p:val>
                                                <p:fltVal val="0"/>
                                              </p:val>
                                            </p:tav>
                                            <p:tav tm="100000">
                                              <p:val>
                                                <p:strVal val="#ppt_w"/>
                                              </p:val>
                                            </p:tav>
                                          </p:tavLst>
                                        </p:anim>
                                        <p:anim calcmode="lin" valueType="num">
                                          <p:cBhvr>
                                            <p:cTn id="162" dur="300" fill="hold"/>
                                            <p:tgtEl>
                                              <p:spTgt spid="1029"/>
                                            </p:tgtEl>
                                            <p:attrNameLst>
                                              <p:attrName>ppt_h</p:attrName>
                                            </p:attrNameLst>
                                          </p:cBhvr>
                                          <p:tavLst>
                                            <p:tav tm="0">
                                              <p:val>
                                                <p:fltVal val="0"/>
                                              </p:val>
                                            </p:tav>
                                            <p:tav tm="100000">
                                              <p:val>
                                                <p:strVal val="#ppt_h"/>
                                              </p:val>
                                            </p:tav>
                                          </p:tavLst>
                                        </p:anim>
                                        <p:animEffect transition="in" filter="fade">
                                          <p:cBhvr>
                                            <p:cTn id="163" dur="300"/>
                                            <p:tgtEl>
                                              <p:spTgt spid="1029"/>
                                            </p:tgtEl>
                                          </p:cBhvr>
                                        </p:animEffect>
                                      </p:childTnLst>
                                    </p:cTn>
                                  </p:par>
                                  <p:par>
                                    <p:cTn id="164" presetID="6" presetClass="emph" presetSubtype="0" autoRev="1" fill="hold" grpId="1" nodeType="withEffect">
                                      <p:stCondLst>
                                        <p:cond delay="300"/>
                                      </p:stCondLst>
                                      <p:childTnLst>
                                        <p:animScale>
                                          <p:cBhvr>
                                            <p:cTn id="165" dur="150" fill="hold"/>
                                            <p:tgtEl>
                                              <p:spTgt spid="1029"/>
                                            </p:tgtEl>
                                          </p:cBhvr>
                                          <p:by x="110000" y="110000"/>
                                        </p:animScale>
                                      </p:childTnLst>
                                    </p:cTn>
                                  </p:par>
                                  <p:par>
                                    <p:cTn id="166" presetID="53" presetClass="entr" presetSubtype="16" fill="hold" grpId="0" nodeType="withEffect">
                                      <p:stCondLst>
                                        <p:cond delay="200"/>
                                      </p:stCondLst>
                                      <p:childTnLst>
                                        <p:set>
                                          <p:cBhvr>
                                            <p:cTn id="167" dur="1" fill="hold">
                                              <p:stCondLst>
                                                <p:cond delay="0"/>
                                              </p:stCondLst>
                                            </p:cTn>
                                            <p:tgtEl>
                                              <p:spTgt spid="26"/>
                                            </p:tgtEl>
                                            <p:attrNameLst>
                                              <p:attrName>style.visibility</p:attrName>
                                            </p:attrNameLst>
                                          </p:cBhvr>
                                          <p:to>
                                            <p:strVal val="visible"/>
                                          </p:to>
                                        </p:set>
                                        <p:anim calcmode="lin" valueType="num">
                                          <p:cBhvr>
                                            <p:cTn id="168" dur="300" fill="hold"/>
                                            <p:tgtEl>
                                              <p:spTgt spid="26"/>
                                            </p:tgtEl>
                                            <p:attrNameLst>
                                              <p:attrName>ppt_w</p:attrName>
                                            </p:attrNameLst>
                                          </p:cBhvr>
                                          <p:tavLst>
                                            <p:tav tm="0">
                                              <p:val>
                                                <p:fltVal val="0"/>
                                              </p:val>
                                            </p:tav>
                                            <p:tav tm="100000">
                                              <p:val>
                                                <p:strVal val="#ppt_w"/>
                                              </p:val>
                                            </p:tav>
                                          </p:tavLst>
                                        </p:anim>
                                        <p:anim calcmode="lin" valueType="num">
                                          <p:cBhvr>
                                            <p:cTn id="169" dur="300" fill="hold"/>
                                            <p:tgtEl>
                                              <p:spTgt spid="26"/>
                                            </p:tgtEl>
                                            <p:attrNameLst>
                                              <p:attrName>ppt_h</p:attrName>
                                            </p:attrNameLst>
                                          </p:cBhvr>
                                          <p:tavLst>
                                            <p:tav tm="0">
                                              <p:val>
                                                <p:fltVal val="0"/>
                                              </p:val>
                                            </p:tav>
                                            <p:tav tm="100000">
                                              <p:val>
                                                <p:strVal val="#ppt_h"/>
                                              </p:val>
                                            </p:tav>
                                          </p:tavLst>
                                        </p:anim>
                                        <p:animEffect transition="in" filter="fade">
                                          <p:cBhvr>
                                            <p:cTn id="170" dur="300"/>
                                            <p:tgtEl>
                                              <p:spTgt spid="26"/>
                                            </p:tgtEl>
                                          </p:cBhvr>
                                        </p:animEffect>
                                      </p:childTnLst>
                                    </p:cTn>
                                  </p:par>
                                  <p:par>
                                    <p:cTn id="171" presetID="6" presetClass="emph" presetSubtype="0" autoRev="1" fill="hold" grpId="1" nodeType="withEffect">
                                      <p:stCondLst>
                                        <p:cond delay="500"/>
                                      </p:stCondLst>
                                      <p:childTnLst>
                                        <p:animScale>
                                          <p:cBhvr>
                                            <p:cTn id="172" dur="150" fill="hold"/>
                                            <p:tgtEl>
                                              <p:spTgt spid="26"/>
                                            </p:tgtEl>
                                          </p:cBhvr>
                                          <p:by x="110000" y="110000"/>
                                        </p:animScale>
                                      </p:childTnLst>
                                    </p:cTn>
                                  </p:par>
                                  <p:par>
                                    <p:cTn id="173" presetID="53" presetClass="entr" presetSubtype="16" fill="hold" grpId="0" nodeType="withEffect">
                                      <p:stCondLst>
                                        <p:cond delay="600"/>
                                      </p:stCondLst>
                                      <p:childTnLst>
                                        <p:set>
                                          <p:cBhvr>
                                            <p:cTn id="174" dur="1" fill="hold">
                                              <p:stCondLst>
                                                <p:cond delay="0"/>
                                              </p:stCondLst>
                                            </p:cTn>
                                            <p:tgtEl>
                                              <p:spTgt spid="27"/>
                                            </p:tgtEl>
                                            <p:attrNameLst>
                                              <p:attrName>style.visibility</p:attrName>
                                            </p:attrNameLst>
                                          </p:cBhvr>
                                          <p:to>
                                            <p:strVal val="visible"/>
                                          </p:to>
                                        </p:set>
                                        <p:anim calcmode="lin" valueType="num">
                                          <p:cBhvr>
                                            <p:cTn id="175" dur="300" fill="hold"/>
                                            <p:tgtEl>
                                              <p:spTgt spid="27"/>
                                            </p:tgtEl>
                                            <p:attrNameLst>
                                              <p:attrName>ppt_w</p:attrName>
                                            </p:attrNameLst>
                                          </p:cBhvr>
                                          <p:tavLst>
                                            <p:tav tm="0">
                                              <p:val>
                                                <p:fltVal val="0"/>
                                              </p:val>
                                            </p:tav>
                                            <p:tav tm="100000">
                                              <p:val>
                                                <p:strVal val="#ppt_w"/>
                                              </p:val>
                                            </p:tav>
                                          </p:tavLst>
                                        </p:anim>
                                        <p:anim calcmode="lin" valueType="num">
                                          <p:cBhvr>
                                            <p:cTn id="176" dur="300" fill="hold"/>
                                            <p:tgtEl>
                                              <p:spTgt spid="27"/>
                                            </p:tgtEl>
                                            <p:attrNameLst>
                                              <p:attrName>ppt_h</p:attrName>
                                            </p:attrNameLst>
                                          </p:cBhvr>
                                          <p:tavLst>
                                            <p:tav tm="0">
                                              <p:val>
                                                <p:fltVal val="0"/>
                                              </p:val>
                                            </p:tav>
                                            <p:tav tm="100000">
                                              <p:val>
                                                <p:strVal val="#ppt_h"/>
                                              </p:val>
                                            </p:tav>
                                          </p:tavLst>
                                        </p:anim>
                                        <p:animEffect transition="in" filter="fade">
                                          <p:cBhvr>
                                            <p:cTn id="177" dur="300"/>
                                            <p:tgtEl>
                                              <p:spTgt spid="27"/>
                                            </p:tgtEl>
                                          </p:cBhvr>
                                        </p:animEffect>
                                      </p:childTnLst>
                                    </p:cTn>
                                  </p:par>
                                  <p:par>
                                    <p:cTn id="178" presetID="6" presetClass="emph" presetSubtype="0" autoRev="1" fill="hold" grpId="1" nodeType="withEffect">
                                      <p:stCondLst>
                                        <p:cond delay="900"/>
                                      </p:stCondLst>
                                      <p:childTnLst>
                                        <p:animScale>
                                          <p:cBhvr>
                                            <p:cTn id="179" dur="150" fill="hold"/>
                                            <p:tgtEl>
                                              <p:spTgt spid="27"/>
                                            </p:tgtEl>
                                          </p:cBhvr>
                                          <p:by x="110000" y="110000"/>
                                        </p:animScale>
                                      </p:childTnLst>
                                    </p:cTn>
                                  </p:par>
                                  <p:par>
                                    <p:cTn id="180" presetID="53" presetClass="entr" presetSubtype="16" fill="hold" grpId="0" nodeType="withEffect">
                                      <p:stCondLst>
                                        <p:cond delay="100"/>
                                      </p:stCondLst>
                                      <p:childTnLst>
                                        <p:set>
                                          <p:cBhvr>
                                            <p:cTn id="181" dur="1" fill="hold">
                                              <p:stCondLst>
                                                <p:cond delay="0"/>
                                              </p:stCondLst>
                                            </p:cTn>
                                            <p:tgtEl>
                                              <p:spTgt spid="1024"/>
                                            </p:tgtEl>
                                            <p:attrNameLst>
                                              <p:attrName>style.visibility</p:attrName>
                                            </p:attrNameLst>
                                          </p:cBhvr>
                                          <p:to>
                                            <p:strVal val="visible"/>
                                          </p:to>
                                        </p:set>
                                        <p:anim calcmode="lin" valueType="num">
                                          <p:cBhvr>
                                            <p:cTn id="182" dur="300" fill="hold"/>
                                            <p:tgtEl>
                                              <p:spTgt spid="1024"/>
                                            </p:tgtEl>
                                            <p:attrNameLst>
                                              <p:attrName>ppt_w</p:attrName>
                                            </p:attrNameLst>
                                          </p:cBhvr>
                                          <p:tavLst>
                                            <p:tav tm="0">
                                              <p:val>
                                                <p:fltVal val="0"/>
                                              </p:val>
                                            </p:tav>
                                            <p:tav tm="100000">
                                              <p:val>
                                                <p:strVal val="#ppt_w"/>
                                              </p:val>
                                            </p:tav>
                                          </p:tavLst>
                                        </p:anim>
                                        <p:anim calcmode="lin" valueType="num">
                                          <p:cBhvr>
                                            <p:cTn id="183" dur="300" fill="hold"/>
                                            <p:tgtEl>
                                              <p:spTgt spid="1024"/>
                                            </p:tgtEl>
                                            <p:attrNameLst>
                                              <p:attrName>ppt_h</p:attrName>
                                            </p:attrNameLst>
                                          </p:cBhvr>
                                          <p:tavLst>
                                            <p:tav tm="0">
                                              <p:val>
                                                <p:fltVal val="0"/>
                                              </p:val>
                                            </p:tav>
                                            <p:tav tm="100000">
                                              <p:val>
                                                <p:strVal val="#ppt_h"/>
                                              </p:val>
                                            </p:tav>
                                          </p:tavLst>
                                        </p:anim>
                                        <p:animEffect transition="in" filter="fade">
                                          <p:cBhvr>
                                            <p:cTn id="184" dur="300"/>
                                            <p:tgtEl>
                                              <p:spTgt spid="1024"/>
                                            </p:tgtEl>
                                          </p:cBhvr>
                                        </p:animEffect>
                                      </p:childTnLst>
                                    </p:cTn>
                                  </p:par>
                                  <p:par>
                                    <p:cTn id="185" presetID="6" presetClass="emph" presetSubtype="0" autoRev="1" fill="hold" grpId="1" nodeType="withEffect">
                                      <p:stCondLst>
                                        <p:cond delay="400"/>
                                      </p:stCondLst>
                                      <p:childTnLst>
                                        <p:animScale>
                                          <p:cBhvr>
                                            <p:cTn id="186" dur="150" fill="hold"/>
                                            <p:tgtEl>
                                              <p:spTgt spid="1024"/>
                                            </p:tgtEl>
                                          </p:cBhvr>
                                          <p:by x="110000" y="110000"/>
                                        </p:animScale>
                                      </p:childTnLst>
                                    </p:cTn>
                                  </p:par>
                                  <p:par>
                                    <p:cTn id="187" presetID="53" presetClass="entr" presetSubtype="16" fill="hold" grpId="0" nodeType="withEffect">
                                      <p:stCondLst>
                                        <p:cond delay="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300"/>
                                      </p:stCondLst>
                                      <p:childTnLst>
                                        <p:animScale>
                                          <p:cBhvr>
                                            <p:cTn id="193" dur="150" fill="hold"/>
                                            <p:tgtEl>
                                              <p:spTgt spid="28"/>
                                            </p:tgtEl>
                                          </p:cBhvr>
                                          <p:by x="110000" y="110000"/>
                                        </p:animScale>
                                      </p:childTnLst>
                                    </p:cTn>
                                  </p:par>
                                  <p:par>
                                    <p:cTn id="194" presetID="53" presetClass="entr" presetSubtype="16" fill="hold" grpId="0" nodeType="withEffect">
                                      <p:stCondLst>
                                        <p:cond delay="500"/>
                                      </p:stCondLst>
                                      <p:childTnLst>
                                        <p:set>
                                          <p:cBhvr>
                                            <p:cTn id="195" dur="1" fill="hold">
                                              <p:stCondLst>
                                                <p:cond delay="0"/>
                                              </p:stCondLst>
                                            </p:cTn>
                                            <p:tgtEl>
                                              <p:spTgt spid="30"/>
                                            </p:tgtEl>
                                            <p:attrNameLst>
                                              <p:attrName>style.visibility</p:attrName>
                                            </p:attrNameLst>
                                          </p:cBhvr>
                                          <p:to>
                                            <p:strVal val="visible"/>
                                          </p:to>
                                        </p:set>
                                        <p:anim calcmode="lin" valueType="num">
                                          <p:cBhvr>
                                            <p:cTn id="196" dur="300" fill="hold"/>
                                            <p:tgtEl>
                                              <p:spTgt spid="30"/>
                                            </p:tgtEl>
                                            <p:attrNameLst>
                                              <p:attrName>ppt_w</p:attrName>
                                            </p:attrNameLst>
                                          </p:cBhvr>
                                          <p:tavLst>
                                            <p:tav tm="0">
                                              <p:val>
                                                <p:fltVal val="0"/>
                                              </p:val>
                                            </p:tav>
                                            <p:tav tm="100000">
                                              <p:val>
                                                <p:strVal val="#ppt_w"/>
                                              </p:val>
                                            </p:tav>
                                          </p:tavLst>
                                        </p:anim>
                                        <p:anim calcmode="lin" valueType="num">
                                          <p:cBhvr>
                                            <p:cTn id="197" dur="300" fill="hold"/>
                                            <p:tgtEl>
                                              <p:spTgt spid="30"/>
                                            </p:tgtEl>
                                            <p:attrNameLst>
                                              <p:attrName>ppt_h</p:attrName>
                                            </p:attrNameLst>
                                          </p:cBhvr>
                                          <p:tavLst>
                                            <p:tav tm="0">
                                              <p:val>
                                                <p:fltVal val="0"/>
                                              </p:val>
                                            </p:tav>
                                            <p:tav tm="100000">
                                              <p:val>
                                                <p:strVal val="#ppt_h"/>
                                              </p:val>
                                            </p:tav>
                                          </p:tavLst>
                                        </p:anim>
                                        <p:animEffect transition="in" filter="fade">
                                          <p:cBhvr>
                                            <p:cTn id="198" dur="300"/>
                                            <p:tgtEl>
                                              <p:spTgt spid="30"/>
                                            </p:tgtEl>
                                          </p:cBhvr>
                                        </p:animEffect>
                                      </p:childTnLst>
                                    </p:cTn>
                                  </p:par>
                                  <p:par>
                                    <p:cTn id="199" presetID="6" presetClass="emph" presetSubtype="0" autoRev="1" fill="hold" grpId="1" nodeType="withEffect">
                                      <p:stCondLst>
                                        <p:cond delay="800"/>
                                      </p:stCondLst>
                                      <p:childTnLst>
                                        <p:animScale>
                                          <p:cBhvr>
                                            <p:cTn id="200" dur="150" fill="hold"/>
                                            <p:tgtEl>
                                              <p:spTgt spid="30"/>
                                            </p:tgtEl>
                                          </p:cBhvr>
                                          <p:by x="110000" y="110000"/>
                                        </p:animScale>
                                      </p:childTnLst>
                                    </p:cTn>
                                  </p:par>
                                  <p:par>
                                    <p:cTn id="201" presetID="53" presetClass="entr" presetSubtype="16" fill="hold" grpId="0" nodeType="withEffect">
                                      <p:stCondLst>
                                        <p:cond delay="300"/>
                                      </p:stCondLst>
                                      <p:childTnLst>
                                        <p:set>
                                          <p:cBhvr>
                                            <p:cTn id="202" dur="1" fill="hold">
                                              <p:stCondLst>
                                                <p:cond delay="0"/>
                                              </p:stCondLst>
                                            </p:cTn>
                                            <p:tgtEl>
                                              <p:spTgt spid="31"/>
                                            </p:tgtEl>
                                            <p:attrNameLst>
                                              <p:attrName>style.visibility</p:attrName>
                                            </p:attrNameLst>
                                          </p:cBhvr>
                                          <p:to>
                                            <p:strVal val="visible"/>
                                          </p:to>
                                        </p:set>
                                        <p:anim calcmode="lin" valueType="num">
                                          <p:cBhvr>
                                            <p:cTn id="203" dur="300" fill="hold"/>
                                            <p:tgtEl>
                                              <p:spTgt spid="31"/>
                                            </p:tgtEl>
                                            <p:attrNameLst>
                                              <p:attrName>ppt_w</p:attrName>
                                            </p:attrNameLst>
                                          </p:cBhvr>
                                          <p:tavLst>
                                            <p:tav tm="0">
                                              <p:val>
                                                <p:fltVal val="0"/>
                                              </p:val>
                                            </p:tav>
                                            <p:tav tm="100000">
                                              <p:val>
                                                <p:strVal val="#ppt_w"/>
                                              </p:val>
                                            </p:tav>
                                          </p:tavLst>
                                        </p:anim>
                                        <p:anim calcmode="lin" valueType="num">
                                          <p:cBhvr>
                                            <p:cTn id="204" dur="300" fill="hold"/>
                                            <p:tgtEl>
                                              <p:spTgt spid="31"/>
                                            </p:tgtEl>
                                            <p:attrNameLst>
                                              <p:attrName>ppt_h</p:attrName>
                                            </p:attrNameLst>
                                          </p:cBhvr>
                                          <p:tavLst>
                                            <p:tav tm="0">
                                              <p:val>
                                                <p:fltVal val="0"/>
                                              </p:val>
                                            </p:tav>
                                            <p:tav tm="100000">
                                              <p:val>
                                                <p:strVal val="#ppt_h"/>
                                              </p:val>
                                            </p:tav>
                                          </p:tavLst>
                                        </p:anim>
                                        <p:animEffect transition="in" filter="fade">
                                          <p:cBhvr>
                                            <p:cTn id="205" dur="300"/>
                                            <p:tgtEl>
                                              <p:spTgt spid="31"/>
                                            </p:tgtEl>
                                          </p:cBhvr>
                                        </p:animEffect>
                                      </p:childTnLst>
                                    </p:cTn>
                                  </p:par>
                                  <p:par>
                                    <p:cTn id="206" presetID="6" presetClass="emph" presetSubtype="0" autoRev="1" fill="hold" grpId="1" nodeType="withEffect">
                                      <p:stCondLst>
                                        <p:cond delay="600"/>
                                      </p:stCondLst>
                                      <p:childTnLst>
                                        <p:animScale>
                                          <p:cBhvr>
                                            <p:cTn id="207" dur="150" fill="hold"/>
                                            <p:tgtEl>
                                              <p:spTgt spid="31"/>
                                            </p:tgtEl>
                                          </p:cBhvr>
                                          <p:by x="110000" y="110000"/>
                                        </p:animScale>
                                      </p:childTnLst>
                                    </p:cTn>
                                  </p:par>
                                  <p:par>
                                    <p:cTn id="208" presetID="53" presetClass="entr" presetSubtype="16" fill="hold" grpId="0" nodeType="withEffect">
                                      <p:stCondLst>
                                        <p:cond delay="0"/>
                                      </p:stCondLst>
                                      <p:childTnLst>
                                        <p:set>
                                          <p:cBhvr>
                                            <p:cTn id="209" dur="1" fill="hold">
                                              <p:stCondLst>
                                                <p:cond delay="0"/>
                                              </p:stCondLst>
                                            </p:cTn>
                                            <p:tgtEl>
                                              <p:spTgt spid="29"/>
                                            </p:tgtEl>
                                            <p:attrNameLst>
                                              <p:attrName>style.visibility</p:attrName>
                                            </p:attrNameLst>
                                          </p:cBhvr>
                                          <p:to>
                                            <p:strVal val="visible"/>
                                          </p:to>
                                        </p:set>
                                        <p:anim calcmode="lin" valueType="num">
                                          <p:cBhvr>
                                            <p:cTn id="210" dur="300" fill="hold"/>
                                            <p:tgtEl>
                                              <p:spTgt spid="29"/>
                                            </p:tgtEl>
                                            <p:attrNameLst>
                                              <p:attrName>ppt_w</p:attrName>
                                            </p:attrNameLst>
                                          </p:cBhvr>
                                          <p:tavLst>
                                            <p:tav tm="0">
                                              <p:val>
                                                <p:fltVal val="0"/>
                                              </p:val>
                                            </p:tav>
                                            <p:tav tm="100000">
                                              <p:val>
                                                <p:strVal val="#ppt_w"/>
                                              </p:val>
                                            </p:tav>
                                          </p:tavLst>
                                        </p:anim>
                                        <p:anim calcmode="lin" valueType="num">
                                          <p:cBhvr>
                                            <p:cTn id="211" dur="300" fill="hold"/>
                                            <p:tgtEl>
                                              <p:spTgt spid="29"/>
                                            </p:tgtEl>
                                            <p:attrNameLst>
                                              <p:attrName>ppt_h</p:attrName>
                                            </p:attrNameLst>
                                          </p:cBhvr>
                                          <p:tavLst>
                                            <p:tav tm="0">
                                              <p:val>
                                                <p:fltVal val="0"/>
                                              </p:val>
                                            </p:tav>
                                            <p:tav tm="100000">
                                              <p:val>
                                                <p:strVal val="#ppt_h"/>
                                              </p:val>
                                            </p:tav>
                                          </p:tavLst>
                                        </p:anim>
                                        <p:animEffect transition="in" filter="fade">
                                          <p:cBhvr>
                                            <p:cTn id="212" dur="300"/>
                                            <p:tgtEl>
                                              <p:spTgt spid="29"/>
                                            </p:tgtEl>
                                          </p:cBhvr>
                                        </p:animEffect>
                                      </p:childTnLst>
                                    </p:cTn>
                                  </p:par>
                                  <p:par>
                                    <p:cTn id="213" presetID="6" presetClass="emph" presetSubtype="0" autoRev="1" fill="hold" grpId="1" nodeType="withEffect">
                                      <p:stCondLst>
                                        <p:cond delay="300"/>
                                      </p:stCondLst>
                                      <p:childTnLst>
                                        <p:animScale>
                                          <p:cBhvr>
                                            <p:cTn id="214" dur="150" fill="hold"/>
                                            <p:tgtEl>
                                              <p:spTgt spid="29"/>
                                            </p:tgtEl>
                                          </p:cBhvr>
                                          <p:by x="110000" y="110000"/>
                                        </p:animScale>
                                      </p:childTnLst>
                                    </p:cTn>
                                  </p:par>
                                  <p:par>
                                    <p:cTn id="215" presetID="53" presetClass="entr" presetSubtype="16" fill="hold" grpId="0" nodeType="withEffect">
                                      <p:stCondLst>
                                        <p:cond delay="800"/>
                                      </p:stCondLst>
                                      <p:childTnLst>
                                        <p:set>
                                          <p:cBhvr>
                                            <p:cTn id="216" dur="1" fill="hold">
                                              <p:stCondLst>
                                                <p:cond delay="0"/>
                                              </p:stCondLst>
                                            </p:cTn>
                                            <p:tgtEl>
                                              <p:spTgt spid="24"/>
                                            </p:tgtEl>
                                            <p:attrNameLst>
                                              <p:attrName>style.visibility</p:attrName>
                                            </p:attrNameLst>
                                          </p:cBhvr>
                                          <p:to>
                                            <p:strVal val="visible"/>
                                          </p:to>
                                        </p:set>
                                        <p:anim calcmode="lin" valueType="num">
                                          <p:cBhvr>
                                            <p:cTn id="217" dur="300" fill="hold"/>
                                            <p:tgtEl>
                                              <p:spTgt spid="24"/>
                                            </p:tgtEl>
                                            <p:attrNameLst>
                                              <p:attrName>ppt_w</p:attrName>
                                            </p:attrNameLst>
                                          </p:cBhvr>
                                          <p:tavLst>
                                            <p:tav tm="0">
                                              <p:val>
                                                <p:fltVal val="0"/>
                                              </p:val>
                                            </p:tav>
                                            <p:tav tm="100000">
                                              <p:val>
                                                <p:strVal val="#ppt_w"/>
                                              </p:val>
                                            </p:tav>
                                          </p:tavLst>
                                        </p:anim>
                                        <p:anim calcmode="lin" valueType="num">
                                          <p:cBhvr>
                                            <p:cTn id="218" dur="300" fill="hold"/>
                                            <p:tgtEl>
                                              <p:spTgt spid="24"/>
                                            </p:tgtEl>
                                            <p:attrNameLst>
                                              <p:attrName>ppt_h</p:attrName>
                                            </p:attrNameLst>
                                          </p:cBhvr>
                                          <p:tavLst>
                                            <p:tav tm="0">
                                              <p:val>
                                                <p:fltVal val="0"/>
                                              </p:val>
                                            </p:tav>
                                            <p:tav tm="100000">
                                              <p:val>
                                                <p:strVal val="#ppt_h"/>
                                              </p:val>
                                            </p:tav>
                                          </p:tavLst>
                                        </p:anim>
                                        <p:animEffect transition="in" filter="fade">
                                          <p:cBhvr>
                                            <p:cTn id="219" dur="300"/>
                                            <p:tgtEl>
                                              <p:spTgt spid="24"/>
                                            </p:tgtEl>
                                          </p:cBhvr>
                                        </p:animEffect>
                                      </p:childTnLst>
                                    </p:cTn>
                                  </p:par>
                                  <p:par>
                                    <p:cTn id="220" presetID="6" presetClass="emph" presetSubtype="0" autoRev="1" fill="hold" grpId="1" nodeType="withEffect">
                                      <p:stCondLst>
                                        <p:cond delay="1100"/>
                                      </p:stCondLst>
                                      <p:childTnLst>
                                        <p:animScale>
                                          <p:cBhvr>
                                            <p:cTn id="221" dur="150" fill="hold"/>
                                            <p:tgtEl>
                                              <p:spTgt spid="24"/>
                                            </p:tgtEl>
                                          </p:cBhvr>
                                          <p:by x="110000" y="110000"/>
                                        </p:animScale>
                                      </p:childTnLst>
                                    </p:cTn>
                                  </p:par>
                                  <p:par>
                                    <p:cTn id="222" presetID="52" presetClass="entr" presetSubtype="0" fill="hold" nodeType="withEffect">
                                      <p:stCondLst>
                                        <p:cond delay="0"/>
                                      </p:stCondLst>
                                      <p:iterate type="lt">
                                        <p:tmPct val="10000"/>
                                      </p:iterate>
                                      <p:childTnLst>
                                        <p:set>
                                          <p:cBhvr>
                                            <p:cTn id="223" dur="1" fill="hold">
                                              <p:stCondLst>
                                                <p:cond delay="0"/>
                                              </p:stCondLst>
                                            </p:cTn>
                                            <p:tgtEl>
                                              <p:spTgt spid="1034">
                                                <p:txEl>
                                                  <p:pRg st="0" end="0"/>
                                                </p:txEl>
                                              </p:spTgt>
                                            </p:tgtEl>
                                            <p:attrNameLst>
                                              <p:attrName>style.visibility</p:attrName>
                                            </p:attrNameLst>
                                          </p:cBhvr>
                                          <p:to>
                                            <p:strVal val="visible"/>
                                          </p:to>
                                        </p:set>
                                        <p:animScale>
                                          <p:cBhvr>
                                            <p:cTn id="224" dur="800" decel="50000" fill="hold">
                                              <p:stCondLst>
                                                <p:cond delay="0"/>
                                              </p:stCondLst>
                                            </p:cTn>
                                            <p:tgtEl>
                                              <p:spTgt spid="1034">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5" dur="800" decel="50000" fill="hold">
                                              <p:stCondLst>
                                                <p:cond delay="0"/>
                                              </p:stCondLst>
                                            </p:cTn>
                                            <p:tgtEl>
                                              <p:spTgt spid="1034">
                                                <p:txEl>
                                                  <p:pRg st="0" end="0"/>
                                                </p:txEl>
                                              </p:spTgt>
                                            </p:tgtEl>
                                            <p:attrNameLst>
                                              <p:attrName>ppt_x</p:attrName>
                                              <p:attrName>ppt_y</p:attrName>
                                            </p:attrNameLst>
                                          </p:cBhvr>
                                        </p:animMotion>
                                        <p:animEffect transition="in" filter="fade">
                                          <p:cBhvr>
                                            <p:cTn id="226" dur="800"/>
                                            <p:tgtEl>
                                              <p:spTgt spid="1034">
                                                <p:txEl>
                                                  <p:pRg st="0" end="0"/>
                                                </p:txEl>
                                              </p:spTgt>
                                            </p:tgtEl>
                                          </p:cBhvr>
                                        </p:animEffect>
                                      </p:childTnLst>
                                    </p:cTn>
                                  </p:par>
                                  <p:par>
                                    <p:cTn id="227" presetID="53" presetClass="entr" presetSubtype="16" fill="hold" nodeType="withEffect">
                                      <p:stCondLst>
                                        <p:cond delay="800"/>
                                      </p:stCondLst>
                                      <p:iterate type="lt">
                                        <p:tmPct val="10000"/>
                                      </p:iterate>
                                      <p:childTnLst>
                                        <p:set>
                                          <p:cBhvr>
                                            <p:cTn id="228" dur="1" fill="hold">
                                              <p:stCondLst>
                                                <p:cond delay="0"/>
                                              </p:stCondLst>
                                            </p:cTn>
                                            <p:tgtEl>
                                              <p:spTgt spid="1031">
                                                <p:txEl>
                                                  <p:pRg st="0" end="0"/>
                                                </p:txEl>
                                              </p:spTgt>
                                            </p:tgtEl>
                                            <p:attrNameLst>
                                              <p:attrName>style.visibility</p:attrName>
                                            </p:attrNameLst>
                                          </p:cBhvr>
                                          <p:to>
                                            <p:strVal val="visible"/>
                                          </p:to>
                                        </p:set>
                                        <p:anim calcmode="lin" valueType="num">
                                          <p:cBhvr>
                                            <p:cTn id="229" dur="500" fill="hold"/>
                                            <p:tgtEl>
                                              <p:spTgt spid="1031">
                                                <p:txEl>
                                                  <p:pRg st="0" end="0"/>
                                                </p:txEl>
                                              </p:spTgt>
                                            </p:tgtEl>
                                            <p:attrNameLst>
                                              <p:attrName>ppt_w</p:attrName>
                                            </p:attrNameLst>
                                          </p:cBhvr>
                                          <p:tavLst>
                                            <p:tav tm="0">
                                              <p:val>
                                                <p:fltVal val="0"/>
                                              </p:val>
                                            </p:tav>
                                            <p:tav tm="100000">
                                              <p:val>
                                                <p:strVal val="#ppt_w"/>
                                              </p:val>
                                            </p:tav>
                                          </p:tavLst>
                                        </p:anim>
                                        <p:anim calcmode="lin" valueType="num">
                                          <p:cBhvr>
                                            <p:cTn id="230" dur="500" fill="hold"/>
                                            <p:tgtEl>
                                              <p:spTgt spid="1031">
                                                <p:txEl>
                                                  <p:pRg st="0" end="0"/>
                                                </p:txEl>
                                              </p:spTgt>
                                            </p:tgtEl>
                                            <p:attrNameLst>
                                              <p:attrName>ppt_h</p:attrName>
                                            </p:attrNameLst>
                                          </p:cBhvr>
                                          <p:tavLst>
                                            <p:tav tm="0">
                                              <p:val>
                                                <p:fltVal val="0"/>
                                              </p:val>
                                            </p:tav>
                                            <p:tav tm="100000">
                                              <p:val>
                                                <p:strVal val="#ppt_h"/>
                                              </p:val>
                                            </p:tav>
                                          </p:tavLst>
                                        </p:anim>
                                        <p:animEffect transition="in" filter="fade">
                                          <p:cBhvr>
                                            <p:cTn id="231" dur="500"/>
                                            <p:tgtEl>
                                              <p:spTgt spid="1031">
                                                <p:txEl>
                                                  <p:pRg st="0" end="0"/>
                                                </p:txEl>
                                              </p:spTgt>
                                            </p:tgtEl>
                                          </p:cBhvr>
                                        </p:animEffect>
                                      </p:childTnLst>
                                    </p:cTn>
                                  </p:par>
                                  <p:par>
                                    <p:cTn id="232" presetID="53" presetClass="entr" presetSubtype="16" fill="hold" grpId="0" nodeType="withEffect">
                                      <p:stCondLst>
                                        <p:cond delay="1300"/>
                                      </p:stCondLst>
                                      <p:childTnLst>
                                        <p:set>
                                          <p:cBhvr>
                                            <p:cTn id="233" dur="1" fill="hold">
                                              <p:stCondLst>
                                                <p:cond delay="0"/>
                                              </p:stCondLst>
                                            </p:cTn>
                                            <p:tgtEl>
                                              <p:spTgt spid="1032"/>
                                            </p:tgtEl>
                                            <p:attrNameLst>
                                              <p:attrName>style.visibility</p:attrName>
                                            </p:attrNameLst>
                                          </p:cBhvr>
                                          <p:to>
                                            <p:strVal val="visible"/>
                                          </p:to>
                                        </p:set>
                                        <p:anim calcmode="lin" valueType="num">
                                          <p:cBhvr>
                                            <p:cTn id="234" dur="300" fill="hold"/>
                                            <p:tgtEl>
                                              <p:spTgt spid="1032"/>
                                            </p:tgtEl>
                                            <p:attrNameLst>
                                              <p:attrName>ppt_w</p:attrName>
                                            </p:attrNameLst>
                                          </p:cBhvr>
                                          <p:tavLst>
                                            <p:tav tm="0">
                                              <p:val>
                                                <p:fltVal val="0"/>
                                              </p:val>
                                            </p:tav>
                                            <p:tav tm="100000">
                                              <p:val>
                                                <p:strVal val="#ppt_w"/>
                                              </p:val>
                                            </p:tav>
                                          </p:tavLst>
                                        </p:anim>
                                        <p:anim calcmode="lin" valueType="num">
                                          <p:cBhvr>
                                            <p:cTn id="235" dur="300" fill="hold"/>
                                            <p:tgtEl>
                                              <p:spTgt spid="1032"/>
                                            </p:tgtEl>
                                            <p:attrNameLst>
                                              <p:attrName>ppt_h</p:attrName>
                                            </p:attrNameLst>
                                          </p:cBhvr>
                                          <p:tavLst>
                                            <p:tav tm="0">
                                              <p:val>
                                                <p:fltVal val="0"/>
                                              </p:val>
                                            </p:tav>
                                            <p:tav tm="100000">
                                              <p:val>
                                                <p:strVal val="#ppt_h"/>
                                              </p:val>
                                            </p:tav>
                                          </p:tavLst>
                                        </p:anim>
                                        <p:animEffect transition="in" filter="fade">
                                          <p:cBhvr>
                                            <p:cTn id="236" dur="300"/>
                                            <p:tgtEl>
                                              <p:spTgt spid="1032"/>
                                            </p:tgtEl>
                                          </p:cBhvr>
                                        </p:animEffect>
                                      </p:childTnLst>
                                    </p:cTn>
                                  </p:par>
                                  <p:par>
                                    <p:cTn id="237" presetID="6" presetClass="emph" presetSubtype="0" autoRev="1" fill="hold" grpId="1" nodeType="withEffect">
                                      <p:stCondLst>
                                        <p:cond delay="1600"/>
                                      </p:stCondLst>
                                      <p:childTnLst>
                                        <p:animScale>
                                          <p:cBhvr>
                                            <p:cTn id="238" dur="150" fill="hold"/>
                                            <p:tgtEl>
                                              <p:spTgt spid="1032"/>
                                            </p:tgtEl>
                                          </p:cBhvr>
                                          <p:by x="110000" y="110000"/>
                                        </p:animScale>
                                      </p:childTnLst>
                                    </p:cTn>
                                  </p:par>
                                  <p:par>
                                    <p:cTn id="239" presetID="2" presetClass="entr" presetSubtype="8" fill="hold" grpId="0" nodeType="withEffect" p14:presetBounceEnd="80000">
                                      <p:stCondLst>
                                        <p:cond delay="1900"/>
                                      </p:stCondLst>
                                      <p:childTnLst>
                                        <p:set>
                                          <p:cBhvr>
                                            <p:cTn id="240" dur="1" fill="hold">
                                              <p:stCondLst>
                                                <p:cond delay="0"/>
                                              </p:stCondLst>
                                            </p:cTn>
                                            <p:tgtEl>
                                              <p:spTgt spid="1033"/>
                                            </p:tgtEl>
                                            <p:attrNameLst>
                                              <p:attrName>style.visibility</p:attrName>
                                            </p:attrNameLst>
                                          </p:cBhvr>
                                          <p:to>
                                            <p:strVal val="visible"/>
                                          </p:to>
                                        </p:set>
                                        <p:anim calcmode="lin" valueType="num" p14:bounceEnd="80000">
                                          <p:cBhvr additive="base">
                                            <p:cTn id="241" dur="400" fill="hold"/>
                                            <p:tgtEl>
                                              <p:spTgt spid="1033"/>
                                            </p:tgtEl>
                                            <p:attrNameLst>
                                              <p:attrName>ppt_x</p:attrName>
                                            </p:attrNameLst>
                                          </p:cBhvr>
                                          <p:tavLst>
                                            <p:tav tm="0">
                                              <p:val>
                                                <p:strVal val="0-#ppt_w/2"/>
                                              </p:val>
                                            </p:tav>
                                            <p:tav tm="100000">
                                              <p:val>
                                                <p:strVal val="#ppt_x"/>
                                              </p:val>
                                            </p:tav>
                                          </p:tavLst>
                                        </p:anim>
                                        <p:anim calcmode="lin" valueType="num" p14:bounceEnd="80000">
                                          <p:cBhvr additive="base">
                                            <p:cTn id="242" dur="400" fill="hold"/>
                                            <p:tgtEl>
                                              <p:spTgt spid="1033"/>
                                            </p:tgtEl>
                                            <p:attrNameLst>
                                              <p:attrName>ppt_y</p:attrName>
                                            </p:attrNameLst>
                                          </p:cBhvr>
                                          <p:tavLst>
                                            <p:tav tm="0">
                                              <p:val>
                                                <p:strVal val="#ppt_y"/>
                                              </p:val>
                                            </p:tav>
                                            <p:tav tm="100000">
                                              <p:val>
                                                <p:strVal val="#ppt_y"/>
                                              </p:val>
                                            </p:tav>
                                          </p:tavLst>
                                        </p:anim>
                                      </p:childTnLst>
                                    </p:cTn>
                                  </p:par>
                                  <p:par>
                                    <p:cTn id="243" presetID="2" presetClass="entr" presetSubtype="4" fill="hold" grpId="0" nodeType="withEffect" p14:presetBounceEnd="80000">
                                      <p:stCondLst>
                                        <p:cond delay="1900"/>
                                      </p:stCondLst>
                                      <p:childTnLst>
                                        <p:set>
                                          <p:cBhvr>
                                            <p:cTn id="244" dur="1" fill="hold">
                                              <p:stCondLst>
                                                <p:cond delay="0"/>
                                              </p:stCondLst>
                                            </p:cTn>
                                            <p:tgtEl>
                                              <p:spTgt spid="50"/>
                                            </p:tgtEl>
                                            <p:attrNameLst>
                                              <p:attrName>style.visibility</p:attrName>
                                            </p:attrNameLst>
                                          </p:cBhvr>
                                          <p:to>
                                            <p:strVal val="visible"/>
                                          </p:to>
                                        </p:set>
                                        <p:anim calcmode="lin" valueType="num" p14:bounceEnd="80000">
                                          <p:cBhvr additive="base">
                                            <p:cTn id="245" dur="600" fill="hold"/>
                                            <p:tgtEl>
                                              <p:spTgt spid="50"/>
                                            </p:tgtEl>
                                            <p:attrNameLst>
                                              <p:attrName>ppt_x</p:attrName>
                                            </p:attrNameLst>
                                          </p:cBhvr>
                                          <p:tavLst>
                                            <p:tav tm="0">
                                              <p:val>
                                                <p:strVal val="#ppt_x"/>
                                              </p:val>
                                            </p:tav>
                                            <p:tav tm="100000">
                                              <p:val>
                                                <p:strVal val="#ppt_x"/>
                                              </p:val>
                                            </p:tav>
                                          </p:tavLst>
                                        </p:anim>
                                        <p:anim calcmode="lin" valueType="num" p14:bounceEnd="80000">
                                          <p:cBhvr additive="base">
                                            <p:cTn id="246" dur="6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1024" grpId="0" animBg="1"/>
          <p:bldP spid="1024" grpId="1" animBg="1"/>
          <p:bldP spid="1025" grpId="0" animBg="1"/>
          <p:bldP spid="1025" grpId="1" animBg="1"/>
          <p:bldP spid="1027" grpId="0" animBg="1"/>
          <p:bldP spid="1027" grpId="1" animBg="1"/>
          <p:bldP spid="1028" grpId="0" animBg="1"/>
          <p:bldP spid="1028" grpId="1" animBg="1"/>
          <p:bldP spid="1029" grpId="0" animBg="1"/>
          <p:bldP spid="1029" grpId="1" animBg="1"/>
          <p:bldP spid="1030" grpId="0" animBg="1"/>
          <p:bldP spid="1030" grpId="1" animBg="1"/>
          <p:bldP spid="1032" grpId="0"/>
          <p:bldP spid="1032" grpId="1"/>
          <p:bldP spid="1033" grpId="0"/>
          <p:bldP spid="5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par>
                                    <p:cTn id="10" presetID="6" presetClass="emph" presetSubtype="0" autoRev="1" fill="hold" grpId="1" nodeType="withEffect">
                                      <p:stCondLst>
                                        <p:cond delay="500"/>
                                      </p:stCondLst>
                                      <p:childTnLst>
                                        <p:animScale>
                                          <p:cBhvr>
                                            <p:cTn id="11" dur="150" fill="hold"/>
                                            <p:tgtEl>
                                              <p:spTgt spid="7"/>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300" fill="hold"/>
                                            <p:tgtEl>
                                              <p:spTgt spid="8"/>
                                            </p:tgtEl>
                                            <p:attrNameLst>
                                              <p:attrName>ppt_w</p:attrName>
                                            </p:attrNameLst>
                                          </p:cBhvr>
                                          <p:tavLst>
                                            <p:tav tm="0">
                                              <p:val>
                                                <p:fltVal val="0"/>
                                              </p:val>
                                            </p:tav>
                                            <p:tav tm="100000">
                                              <p:val>
                                                <p:strVal val="#ppt_w"/>
                                              </p:val>
                                            </p:tav>
                                          </p:tavLst>
                                        </p:anim>
                                        <p:anim calcmode="lin" valueType="num">
                                          <p:cBhvr>
                                            <p:cTn id="15" dur="300" fill="hold"/>
                                            <p:tgtEl>
                                              <p:spTgt spid="8"/>
                                            </p:tgtEl>
                                            <p:attrNameLst>
                                              <p:attrName>ppt_h</p:attrName>
                                            </p:attrNameLst>
                                          </p:cBhvr>
                                          <p:tavLst>
                                            <p:tav tm="0">
                                              <p:val>
                                                <p:fltVal val="0"/>
                                              </p:val>
                                            </p:tav>
                                            <p:tav tm="100000">
                                              <p:val>
                                                <p:strVal val="#ppt_h"/>
                                              </p:val>
                                            </p:tav>
                                          </p:tavLst>
                                        </p:anim>
                                        <p:animEffect transition="in" filter="fade">
                                          <p:cBhvr>
                                            <p:cTn id="16" dur="300"/>
                                            <p:tgtEl>
                                              <p:spTgt spid="8"/>
                                            </p:tgtEl>
                                          </p:cBhvr>
                                        </p:animEffect>
                                      </p:childTnLst>
                                    </p:cTn>
                                  </p:par>
                                  <p:par>
                                    <p:cTn id="17" presetID="6" presetClass="emph" presetSubtype="0" autoRev="1" fill="hold" grpId="1" nodeType="withEffect">
                                      <p:stCondLst>
                                        <p:cond delay="300"/>
                                      </p:stCondLst>
                                      <p:childTnLst>
                                        <p:animScale>
                                          <p:cBhvr>
                                            <p:cTn id="18" dur="150" fill="hold"/>
                                            <p:tgtEl>
                                              <p:spTgt spid="8"/>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300" fill="hold"/>
                                            <p:tgtEl>
                                              <p:spTgt spid="11"/>
                                            </p:tgtEl>
                                            <p:attrNameLst>
                                              <p:attrName>ppt_w</p:attrName>
                                            </p:attrNameLst>
                                          </p:cBhvr>
                                          <p:tavLst>
                                            <p:tav tm="0">
                                              <p:val>
                                                <p:fltVal val="0"/>
                                              </p:val>
                                            </p:tav>
                                            <p:tav tm="100000">
                                              <p:val>
                                                <p:strVal val="#ppt_w"/>
                                              </p:val>
                                            </p:tav>
                                          </p:tavLst>
                                        </p:anim>
                                        <p:anim calcmode="lin" valueType="num">
                                          <p:cBhvr>
                                            <p:cTn id="22" dur="300" fill="hold"/>
                                            <p:tgtEl>
                                              <p:spTgt spid="11"/>
                                            </p:tgtEl>
                                            <p:attrNameLst>
                                              <p:attrName>ppt_h</p:attrName>
                                            </p:attrNameLst>
                                          </p:cBhvr>
                                          <p:tavLst>
                                            <p:tav tm="0">
                                              <p:val>
                                                <p:fltVal val="0"/>
                                              </p:val>
                                            </p:tav>
                                            <p:tav tm="100000">
                                              <p:val>
                                                <p:strVal val="#ppt_h"/>
                                              </p:val>
                                            </p:tav>
                                          </p:tavLst>
                                        </p:anim>
                                        <p:animEffect transition="in" filter="fade">
                                          <p:cBhvr>
                                            <p:cTn id="23" dur="300"/>
                                            <p:tgtEl>
                                              <p:spTgt spid="11"/>
                                            </p:tgtEl>
                                          </p:cBhvr>
                                        </p:animEffect>
                                      </p:childTnLst>
                                    </p:cTn>
                                  </p:par>
                                  <p:par>
                                    <p:cTn id="24" presetID="6" presetClass="emph" presetSubtype="0" autoRev="1" fill="hold" grpId="1" nodeType="withEffect">
                                      <p:stCondLst>
                                        <p:cond delay="300"/>
                                      </p:stCondLst>
                                      <p:childTnLst>
                                        <p:animScale>
                                          <p:cBhvr>
                                            <p:cTn id="25" dur="150" fill="hold"/>
                                            <p:tgtEl>
                                              <p:spTgt spid="11"/>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anim calcmode="lin" valueType="num">
                                          <p:cBhvr>
                                            <p:cTn id="28" dur="300" fill="hold"/>
                                            <p:tgtEl>
                                              <p:spTgt spid="12"/>
                                            </p:tgtEl>
                                            <p:attrNameLst>
                                              <p:attrName>ppt_w</p:attrName>
                                            </p:attrNameLst>
                                          </p:cBhvr>
                                          <p:tavLst>
                                            <p:tav tm="0">
                                              <p:val>
                                                <p:fltVal val="0"/>
                                              </p:val>
                                            </p:tav>
                                            <p:tav tm="100000">
                                              <p:val>
                                                <p:strVal val="#ppt_w"/>
                                              </p:val>
                                            </p:tav>
                                          </p:tavLst>
                                        </p:anim>
                                        <p:anim calcmode="lin" valueType="num">
                                          <p:cBhvr>
                                            <p:cTn id="29" dur="300" fill="hold"/>
                                            <p:tgtEl>
                                              <p:spTgt spid="12"/>
                                            </p:tgtEl>
                                            <p:attrNameLst>
                                              <p:attrName>ppt_h</p:attrName>
                                            </p:attrNameLst>
                                          </p:cBhvr>
                                          <p:tavLst>
                                            <p:tav tm="0">
                                              <p:val>
                                                <p:fltVal val="0"/>
                                              </p:val>
                                            </p:tav>
                                            <p:tav tm="100000">
                                              <p:val>
                                                <p:strVal val="#ppt_h"/>
                                              </p:val>
                                            </p:tav>
                                          </p:tavLst>
                                        </p:anim>
                                        <p:animEffect transition="in" filter="fade">
                                          <p:cBhvr>
                                            <p:cTn id="30" dur="300"/>
                                            <p:tgtEl>
                                              <p:spTgt spid="12"/>
                                            </p:tgtEl>
                                          </p:cBhvr>
                                        </p:animEffect>
                                      </p:childTnLst>
                                    </p:cTn>
                                  </p:par>
                                  <p:par>
                                    <p:cTn id="31" presetID="6" presetClass="emph" presetSubtype="0" autoRev="1" fill="hold" grpId="1" nodeType="withEffect">
                                      <p:stCondLst>
                                        <p:cond delay="800"/>
                                      </p:stCondLst>
                                      <p:childTnLst>
                                        <p:animScale>
                                          <p:cBhvr>
                                            <p:cTn id="32" dur="150" fill="hold"/>
                                            <p:tgtEl>
                                              <p:spTgt spid="12"/>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3"/>
                                            </p:tgtEl>
                                            <p:attrNameLst>
                                              <p:attrName>style.visibility</p:attrName>
                                            </p:attrNameLst>
                                          </p:cBhvr>
                                          <p:to>
                                            <p:strVal val="visible"/>
                                          </p:to>
                                        </p:set>
                                        <p:anim calcmode="lin" valueType="num">
                                          <p:cBhvr>
                                            <p:cTn id="35" dur="300" fill="hold"/>
                                            <p:tgtEl>
                                              <p:spTgt spid="13"/>
                                            </p:tgtEl>
                                            <p:attrNameLst>
                                              <p:attrName>ppt_w</p:attrName>
                                            </p:attrNameLst>
                                          </p:cBhvr>
                                          <p:tavLst>
                                            <p:tav tm="0">
                                              <p:val>
                                                <p:fltVal val="0"/>
                                              </p:val>
                                            </p:tav>
                                            <p:tav tm="100000">
                                              <p:val>
                                                <p:strVal val="#ppt_w"/>
                                              </p:val>
                                            </p:tav>
                                          </p:tavLst>
                                        </p:anim>
                                        <p:anim calcmode="lin" valueType="num">
                                          <p:cBhvr>
                                            <p:cTn id="36" dur="300" fill="hold"/>
                                            <p:tgtEl>
                                              <p:spTgt spid="13"/>
                                            </p:tgtEl>
                                            <p:attrNameLst>
                                              <p:attrName>ppt_h</p:attrName>
                                            </p:attrNameLst>
                                          </p:cBhvr>
                                          <p:tavLst>
                                            <p:tav tm="0">
                                              <p:val>
                                                <p:fltVal val="0"/>
                                              </p:val>
                                            </p:tav>
                                            <p:tav tm="100000">
                                              <p:val>
                                                <p:strVal val="#ppt_h"/>
                                              </p:val>
                                            </p:tav>
                                          </p:tavLst>
                                        </p:anim>
                                        <p:animEffect transition="in" filter="fade">
                                          <p:cBhvr>
                                            <p:cTn id="37" dur="300"/>
                                            <p:tgtEl>
                                              <p:spTgt spid="13"/>
                                            </p:tgtEl>
                                          </p:cBhvr>
                                        </p:animEffect>
                                      </p:childTnLst>
                                    </p:cTn>
                                  </p:par>
                                  <p:par>
                                    <p:cTn id="38" presetID="6" presetClass="emph" presetSubtype="0" autoRev="1" fill="hold" grpId="1" nodeType="withEffect">
                                      <p:stCondLst>
                                        <p:cond delay="600"/>
                                      </p:stCondLst>
                                      <p:childTnLst>
                                        <p:animScale>
                                          <p:cBhvr>
                                            <p:cTn id="39" dur="150" fill="hold"/>
                                            <p:tgtEl>
                                              <p:spTgt spid="13"/>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10"/>
                                            </p:tgtEl>
                                            <p:attrNameLst>
                                              <p:attrName>style.visibility</p:attrName>
                                            </p:attrNameLst>
                                          </p:cBhvr>
                                          <p:to>
                                            <p:strVal val="visible"/>
                                          </p:to>
                                        </p:set>
                                        <p:anim calcmode="lin" valueType="num">
                                          <p:cBhvr>
                                            <p:cTn id="42" dur="300" fill="hold"/>
                                            <p:tgtEl>
                                              <p:spTgt spid="10"/>
                                            </p:tgtEl>
                                            <p:attrNameLst>
                                              <p:attrName>ppt_w</p:attrName>
                                            </p:attrNameLst>
                                          </p:cBhvr>
                                          <p:tavLst>
                                            <p:tav tm="0">
                                              <p:val>
                                                <p:fltVal val="0"/>
                                              </p:val>
                                            </p:tav>
                                            <p:tav tm="100000">
                                              <p:val>
                                                <p:strVal val="#ppt_w"/>
                                              </p:val>
                                            </p:tav>
                                          </p:tavLst>
                                        </p:anim>
                                        <p:anim calcmode="lin" valueType="num">
                                          <p:cBhvr>
                                            <p:cTn id="43" dur="300" fill="hold"/>
                                            <p:tgtEl>
                                              <p:spTgt spid="10"/>
                                            </p:tgtEl>
                                            <p:attrNameLst>
                                              <p:attrName>ppt_h</p:attrName>
                                            </p:attrNameLst>
                                          </p:cBhvr>
                                          <p:tavLst>
                                            <p:tav tm="0">
                                              <p:val>
                                                <p:fltVal val="0"/>
                                              </p:val>
                                            </p:tav>
                                            <p:tav tm="100000">
                                              <p:val>
                                                <p:strVal val="#ppt_h"/>
                                              </p:val>
                                            </p:tav>
                                          </p:tavLst>
                                        </p:anim>
                                        <p:animEffect transition="in" filter="fade">
                                          <p:cBhvr>
                                            <p:cTn id="44" dur="300"/>
                                            <p:tgtEl>
                                              <p:spTgt spid="10"/>
                                            </p:tgtEl>
                                          </p:cBhvr>
                                        </p:animEffect>
                                      </p:childTnLst>
                                    </p:cTn>
                                  </p:par>
                                  <p:par>
                                    <p:cTn id="45" presetID="6" presetClass="emph" presetSubtype="0" autoRev="1" fill="hold" grpId="1" nodeType="withEffect">
                                      <p:stCondLst>
                                        <p:cond delay="500"/>
                                      </p:stCondLst>
                                      <p:childTnLst>
                                        <p:animScale>
                                          <p:cBhvr>
                                            <p:cTn id="46" dur="150" fill="hold"/>
                                            <p:tgtEl>
                                              <p:spTgt spid="10"/>
                                            </p:tgtEl>
                                          </p:cBhvr>
                                          <p:by x="110000" y="110000"/>
                                        </p:animScale>
                                      </p:childTnLst>
                                    </p:cTn>
                                  </p:par>
                                  <p:par>
                                    <p:cTn id="47" presetID="53" presetClass="entr" presetSubtype="16"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300" fill="hold"/>
                                            <p:tgtEl>
                                              <p:spTgt spid="9"/>
                                            </p:tgtEl>
                                            <p:attrNameLst>
                                              <p:attrName>ppt_w</p:attrName>
                                            </p:attrNameLst>
                                          </p:cBhvr>
                                          <p:tavLst>
                                            <p:tav tm="0">
                                              <p:val>
                                                <p:fltVal val="0"/>
                                              </p:val>
                                            </p:tav>
                                            <p:tav tm="100000">
                                              <p:val>
                                                <p:strVal val="#ppt_w"/>
                                              </p:val>
                                            </p:tav>
                                          </p:tavLst>
                                        </p:anim>
                                        <p:anim calcmode="lin" valueType="num">
                                          <p:cBhvr>
                                            <p:cTn id="50" dur="300" fill="hold"/>
                                            <p:tgtEl>
                                              <p:spTgt spid="9"/>
                                            </p:tgtEl>
                                            <p:attrNameLst>
                                              <p:attrName>ppt_h</p:attrName>
                                            </p:attrNameLst>
                                          </p:cBhvr>
                                          <p:tavLst>
                                            <p:tav tm="0">
                                              <p:val>
                                                <p:fltVal val="0"/>
                                              </p:val>
                                            </p:tav>
                                            <p:tav tm="100000">
                                              <p:val>
                                                <p:strVal val="#ppt_h"/>
                                              </p:val>
                                            </p:tav>
                                          </p:tavLst>
                                        </p:anim>
                                        <p:animEffect transition="in" filter="fade">
                                          <p:cBhvr>
                                            <p:cTn id="51" dur="300"/>
                                            <p:tgtEl>
                                              <p:spTgt spid="9"/>
                                            </p:tgtEl>
                                          </p:cBhvr>
                                        </p:animEffect>
                                      </p:childTnLst>
                                    </p:cTn>
                                  </p:par>
                                  <p:par>
                                    <p:cTn id="52" presetID="6" presetClass="emph" presetSubtype="0" autoRev="1" fill="hold" grpId="1" nodeType="withEffect">
                                      <p:stCondLst>
                                        <p:cond delay="300"/>
                                      </p:stCondLst>
                                      <p:childTnLst>
                                        <p:animScale>
                                          <p:cBhvr>
                                            <p:cTn id="53" dur="150" fill="hold"/>
                                            <p:tgtEl>
                                              <p:spTgt spid="9"/>
                                            </p:tgtEl>
                                          </p:cBhvr>
                                          <p:by x="110000" y="110000"/>
                                        </p:animScale>
                                      </p:childTnLst>
                                    </p:cTn>
                                  </p:par>
                                  <p:par>
                                    <p:cTn id="54" presetID="53" presetClass="entr" presetSubtype="16" fill="hold" grpId="0" nodeType="withEffect">
                                      <p:stCondLst>
                                        <p:cond delay="200"/>
                                      </p:stCondLst>
                                      <p:childTnLst>
                                        <p:set>
                                          <p:cBhvr>
                                            <p:cTn id="55" dur="1" fill="hold">
                                              <p:stCondLst>
                                                <p:cond delay="0"/>
                                              </p:stCondLst>
                                            </p:cTn>
                                            <p:tgtEl>
                                              <p:spTgt spid="22"/>
                                            </p:tgtEl>
                                            <p:attrNameLst>
                                              <p:attrName>style.visibility</p:attrName>
                                            </p:attrNameLst>
                                          </p:cBhvr>
                                          <p:to>
                                            <p:strVal val="visible"/>
                                          </p:to>
                                        </p:set>
                                        <p:anim calcmode="lin" valueType="num">
                                          <p:cBhvr>
                                            <p:cTn id="56" dur="300" fill="hold"/>
                                            <p:tgtEl>
                                              <p:spTgt spid="22"/>
                                            </p:tgtEl>
                                            <p:attrNameLst>
                                              <p:attrName>ppt_w</p:attrName>
                                            </p:attrNameLst>
                                          </p:cBhvr>
                                          <p:tavLst>
                                            <p:tav tm="0">
                                              <p:val>
                                                <p:fltVal val="0"/>
                                              </p:val>
                                            </p:tav>
                                            <p:tav tm="100000">
                                              <p:val>
                                                <p:strVal val="#ppt_w"/>
                                              </p:val>
                                            </p:tav>
                                          </p:tavLst>
                                        </p:anim>
                                        <p:anim calcmode="lin" valueType="num">
                                          <p:cBhvr>
                                            <p:cTn id="57" dur="300" fill="hold"/>
                                            <p:tgtEl>
                                              <p:spTgt spid="22"/>
                                            </p:tgtEl>
                                            <p:attrNameLst>
                                              <p:attrName>ppt_h</p:attrName>
                                            </p:attrNameLst>
                                          </p:cBhvr>
                                          <p:tavLst>
                                            <p:tav tm="0">
                                              <p:val>
                                                <p:fltVal val="0"/>
                                              </p:val>
                                            </p:tav>
                                            <p:tav tm="100000">
                                              <p:val>
                                                <p:strVal val="#ppt_h"/>
                                              </p:val>
                                            </p:tav>
                                          </p:tavLst>
                                        </p:anim>
                                        <p:animEffect transition="in" filter="fade">
                                          <p:cBhvr>
                                            <p:cTn id="58" dur="300"/>
                                            <p:tgtEl>
                                              <p:spTgt spid="22"/>
                                            </p:tgtEl>
                                          </p:cBhvr>
                                        </p:animEffect>
                                      </p:childTnLst>
                                    </p:cTn>
                                  </p:par>
                                  <p:par>
                                    <p:cTn id="59" presetID="6" presetClass="emph" presetSubtype="0" autoRev="1" fill="hold" grpId="1" nodeType="withEffect">
                                      <p:stCondLst>
                                        <p:cond delay="500"/>
                                      </p:stCondLst>
                                      <p:childTnLst>
                                        <p:animScale>
                                          <p:cBhvr>
                                            <p:cTn id="60" dur="150" fill="hold"/>
                                            <p:tgtEl>
                                              <p:spTgt spid="22"/>
                                            </p:tgtEl>
                                          </p:cBhvr>
                                          <p:by x="110000" y="110000"/>
                                        </p:animScale>
                                      </p:childTnLst>
                                    </p:cTn>
                                  </p:par>
                                  <p:par>
                                    <p:cTn id="61" presetID="53" presetClass="entr" presetSubtype="16" fill="hold" grpId="0" nodeType="withEffect">
                                      <p:stCondLst>
                                        <p:cond delay="400"/>
                                      </p:stCondLst>
                                      <p:childTnLst>
                                        <p:set>
                                          <p:cBhvr>
                                            <p:cTn id="62" dur="1" fill="hold">
                                              <p:stCondLst>
                                                <p:cond delay="0"/>
                                              </p:stCondLst>
                                            </p:cTn>
                                            <p:tgtEl>
                                              <p:spTgt spid="1025"/>
                                            </p:tgtEl>
                                            <p:attrNameLst>
                                              <p:attrName>style.visibility</p:attrName>
                                            </p:attrNameLst>
                                          </p:cBhvr>
                                          <p:to>
                                            <p:strVal val="visible"/>
                                          </p:to>
                                        </p:set>
                                        <p:anim calcmode="lin" valueType="num">
                                          <p:cBhvr>
                                            <p:cTn id="63" dur="300" fill="hold"/>
                                            <p:tgtEl>
                                              <p:spTgt spid="1025"/>
                                            </p:tgtEl>
                                            <p:attrNameLst>
                                              <p:attrName>ppt_w</p:attrName>
                                            </p:attrNameLst>
                                          </p:cBhvr>
                                          <p:tavLst>
                                            <p:tav tm="0">
                                              <p:val>
                                                <p:fltVal val="0"/>
                                              </p:val>
                                            </p:tav>
                                            <p:tav tm="100000">
                                              <p:val>
                                                <p:strVal val="#ppt_w"/>
                                              </p:val>
                                            </p:tav>
                                          </p:tavLst>
                                        </p:anim>
                                        <p:anim calcmode="lin" valueType="num">
                                          <p:cBhvr>
                                            <p:cTn id="64" dur="300" fill="hold"/>
                                            <p:tgtEl>
                                              <p:spTgt spid="1025"/>
                                            </p:tgtEl>
                                            <p:attrNameLst>
                                              <p:attrName>ppt_h</p:attrName>
                                            </p:attrNameLst>
                                          </p:cBhvr>
                                          <p:tavLst>
                                            <p:tav tm="0">
                                              <p:val>
                                                <p:fltVal val="0"/>
                                              </p:val>
                                            </p:tav>
                                            <p:tav tm="100000">
                                              <p:val>
                                                <p:strVal val="#ppt_h"/>
                                              </p:val>
                                            </p:tav>
                                          </p:tavLst>
                                        </p:anim>
                                        <p:animEffect transition="in" filter="fade">
                                          <p:cBhvr>
                                            <p:cTn id="65" dur="300"/>
                                            <p:tgtEl>
                                              <p:spTgt spid="1025"/>
                                            </p:tgtEl>
                                          </p:cBhvr>
                                        </p:animEffect>
                                      </p:childTnLst>
                                    </p:cTn>
                                  </p:par>
                                  <p:par>
                                    <p:cTn id="66" presetID="6" presetClass="emph" presetSubtype="0" autoRev="1" fill="hold" grpId="1" nodeType="withEffect">
                                      <p:stCondLst>
                                        <p:cond delay="700"/>
                                      </p:stCondLst>
                                      <p:childTnLst>
                                        <p:animScale>
                                          <p:cBhvr>
                                            <p:cTn id="67" dur="150" fill="hold"/>
                                            <p:tgtEl>
                                              <p:spTgt spid="1025"/>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p:cTn id="70" dur="300" fill="hold"/>
                                            <p:tgtEl>
                                              <p:spTgt spid="15"/>
                                            </p:tgtEl>
                                            <p:attrNameLst>
                                              <p:attrName>ppt_w</p:attrName>
                                            </p:attrNameLst>
                                          </p:cBhvr>
                                          <p:tavLst>
                                            <p:tav tm="0">
                                              <p:val>
                                                <p:fltVal val="0"/>
                                              </p:val>
                                            </p:tav>
                                            <p:tav tm="100000">
                                              <p:val>
                                                <p:strVal val="#ppt_w"/>
                                              </p:val>
                                            </p:tav>
                                          </p:tavLst>
                                        </p:anim>
                                        <p:anim calcmode="lin" valueType="num">
                                          <p:cBhvr>
                                            <p:cTn id="71" dur="300" fill="hold"/>
                                            <p:tgtEl>
                                              <p:spTgt spid="15"/>
                                            </p:tgtEl>
                                            <p:attrNameLst>
                                              <p:attrName>ppt_h</p:attrName>
                                            </p:attrNameLst>
                                          </p:cBhvr>
                                          <p:tavLst>
                                            <p:tav tm="0">
                                              <p:val>
                                                <p:fltVal val="0"/>
                                              </p:val>
                                            </p:tav>
                                            <p:tav tm="100000">
                                              <p:val>
                                                <p:strVal val="#ppt_h"/>
                                              </p:val>
                                            </p:tav>
                                          </p:tavLst>
                                        </p:anim>
                                        <p:animEffect transition="in" filter="fade">
                                          <p:cBhvr>
                                            <p:cTn id="72" dur="300"/>
                                            <p:tgtEl>
                                              <p:spTgt spid="15"/>
                                            </p:tgtEl>
                                          </p:cBhvr>
                                        </p:animEffect>
                                      </p:childTnLst>
                                    </p:cTn>
                                  </p:par>
                                  <p:par>
                                    <p:cTn id="73" presetID="6" presetClass="emph" presetSubtype="0" autoRev="1" fill="hold" grpId="1" nodeType="withEffect">
                                      <p:stCondLst>
                                        <p:cond delay="300"/>
                                      </p:stCondLst>
                                      <p:childTnLst>
                                        <p:animScale>
                                          <p:cBhvr>
                                            <p:cTn id="74" dur="150" fill="hold"/>
                                            <p:tgtEl>
                                              <p:spTgt spid="15"/>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anim calcmode="lin" valueType="num">
                                          <p:cBhvr>
                                            <p:cTn id="77" dur="300" fill="hold"/>
                                            <p:tgtEl>
                                              <p:spTgt spid="14"/>
                                            </p:tgtEl>
                                            <p:attrNameLst>
                                              <p:attrName>ppt_w</p:attrName>
                                            </p:attrNameLst>
                                          </p:cBhvr>
                                          <p:tavLst>
                                            <p:tav tm="0">
                                              <p:val>
                                                <p:fltVal val="0"/>
                                              </p:val>
                                            </p:tav>
                                            <p:tav tm="100000">
                                              <p:val>
                                                <p:strVal val="#ppt_w"/>
                                              </p:val>
                                            </p:tav>
                                          </p:tavLst>
                                        </p:anim>
                                        <p:anim calcmode="lin" valueType="num">
                                          <p:cBhvr>
                                            <p:cTn id="78" dur="300" fill="hold"/>
                                            <p:tgtEl>
                                              <p:spTgt spid="14"/>
                                            </p:tgtEl>
                                            <p:attrNameLst>
                                              <p:attrName>ppt_h</p:attrName>
                                            </p:attrNameLst>
                                          </p:cBhvr>
                                          <p:tavLst>
                                            <p:tav tm="0">
                                              <p:val>
                                                <p:fltVal val="0"/>
                                              </p:val>
                                            </p:tav>
                                            <p:tav tm="100000">
                                              <p:val>
                                                <p:strVal val="#ppt_h"/>
                                              </p:val>
                                            </p:tav>
                                          </p:tavLst>
                                        </p:anim>
                                        <p:animEffect transition="in" filter="fade">
                                          <p:cBhvr>
                                            <p:cTn id="79" dur="300"/>
                                            <p:tgtEl>
                                              <p:spTgt spid="14"/>
                                            </p:tgtEl>
                                          </p:cBhvr>
                                        </p:animEffect>
                                      </p:childTnLst>
                                    </p:cTn>
                                  </p:par>
                                  <p:par>
                                    <p:cTn id="80" presetID="6" presetClass="emph" presetSubtype="0" autoRev="1" fill="hold" grpId="1" nodeType="withEffect">
                                      <p:stCondLst>
                                        <p:cond delay="300"/>
                                      </p:stCondLst>
                                      <p:childTnLst>
                                        <p:animScale>
                                          <p:cBhvr>
                                            <p:cTn id="81" dur="150" fill="hold"/>
                                            <p:tgtEl>
                                              <p:spTgt spid="14"/>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p:cTn id="84" dur="300" fill="hold"/>
                                            <p:tgtEl>
                                              <p:spTgt spid="19"/>
                                            </p:tgtEl>
                                            <p:attrNameLst>
                                              <p:attrName>ppt_w</p:attrName>
                                            </p:attrNameLst>
                                          </p:cBhvr>
                                          <p:tavLst>
                                            <p:tav tm="0">
                                              <p:val>
                                                <p:fltVal val="0"/>
                                              </p:val>
                                            </p:tav>
                                            <p:tav tm="100000">
                                              <p:val>
                                                <p:strVal val="#ppt_w"/>
                                              </p:val>
                                            </p:tav>
                                          </p:tavLst>
                                        </p:anim>
                                        <p:anim calcmode="lin" valueType="num">
                                          <p:cBhvr>
                                            <p:cTn id="85" dur="300" fill="hold"/>
                                            <p:tgtEl>
                                              <p:spTgt spid="19"/>
                                            </p:tgtEl>
                                            <p:attrNameLst>
                                              <p:attrName>ppt_h</p:attrName>
                                            </p:attrNameLst>
                                          </p:cBhvr>
                                          <p:tavLst>
                                            <p:tav tm="0">
                                              <p:val>
                                                <p:fltVal val="0"/>
                                              </p:val>
                                            </p:tav>
                                            <p:tav tm="100000">
                                              <p:val>
                                                <p:strVal val="#ppt_h"/>
                                              </p:val>
                                            </p:tav>
                                          </p:tavLst>
                                        </p:anim>
                                        <p:animEffect transition="in" filter="fade">
                                          <p:cBhvr>
                                            <p:cTn id="86" dur="300"/>
                                            <p:tgtEl>
                                              <p:spTgt spid="19"/>
                                            </p:tgtEl>
                                          </p:cBhvr>
                                        </p:animEffect>
                                      </p:childTnLst>
                                    </p:cTn>
                                  </p:par>
                                  <p:par>
                                    <p:cTn id="87" presetID="6" presetClass="emph" presetSubtype="0" autoRev="1" fill="hold" grpId="1" nodeType="withEffect">
                                      <p:stCondLst>
                                        <p:cond delay="300"/>
                                      </p:stCondLst>
                                      <p:childTnLst>
                                        <p:animScale>
                                          <p:cBhvr>
                                            <p:cTn id="88" dur="150" fill="hold"/>
                                            <p:tgtEl>
                                              <p:spTgt spid="19"/>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300"/>
                                      </p:stCondLst>
                                      <p:childTnLst>
                                        <p:animScale>
                                          <p:cBhvr>
                                            <p:cTn id="95" dur="150" fill="hold"/>
                                            <p:tgtEl>
                                              <p:spTgt spid="20"/>
                                            </p:tgtEl>
                                          </p:cBhvr>
                                          <p:by x="110000" y="110000"/>
                                        </p:animScale>
                                      </p:childTnLst>
                                    </p:cTn>
                                  </p:par>
                                  <p:par>
                                    <p:cTn id="96" presetID="53" presetClass="entr" presetSubtype="16"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anim calcmode="lin" valueType="num">
                                          <p:cBhvr>
                                            <p:cTn id="98" dur="300" fill="hold"/>
                                            <p:tgtEl>
                                              <p:spTgt spid="18"/>
                                            </p:tgtEl>
                                            <p:attrNameLst>
                                              <p:attrName>ppt_w</p:attrName>
                                            </p:attrNameLst>
                                          </p:cBhvr>
                                          <p:tavLst>
                                            <p:tav tm="0">
                                              <p:val>
                                                <p:fltVal val="0"/>
                                              </p:val>
                                            </p:tav>
                                            <p:tav tm="100000">
                                              <p:val>
                                                <p:strVal val="#ppt_w"/>
                                              </p:val>
                                            </p:tav>
                                          </p:tavLst>
                                        </p:anim>
                                        <p:anim calcmode="lin" valueType="num">
                                          <p:cBhvr>
                                            <p:cTn id="99" dur="300" fill="hold"/>
                                            <p:tgtEl>
                                              <p:spTgt spid="18"/>
                                            </p:tgtEl>
                                            <p:attrNameLst>
                                              <p:attrName>ppt_h</p:attrName>
                                            </p:attrNameLst>
                                          </p:cBhvr>
                                          <p:tavLst>
                                            <p:tav tm="0">
                                              <p:val>
                                                <p:fltVal val="0"/>
                                              </p:val>
                                            </p:tav>
                                            <p:tav tm="100000">
                                              <p:val>
                                                <p:strVal val="#ppt_h"/>
                                              </p:val>
                                            </p:tav>
                                          </p:tavLst>
                                        </p:anim>
                                        <p:animEffect transition="in" filter="fade">
                                          <p:cBhvr>
                                            <p:cTn id="100" dur="300"/>
                                            <p:tgtEl>
                                              <p:spTgt spid="18"/>
                                            </p:tgtEl>
                                          </p:cBhvr>
                                        </p:animEffect>
                                      </p:childTnLst>
                                    </p:cTn>
                                  </p:par>
                                  <p:par>
                                    <p:cTn id="101" presetID="6" presetClass="emph" presetSubtype="0" autoRev="1" fill="hold" grpId="1" nodeType="withEffect">
                                      <p:stCondLst>
                                        <p:cond delay="300"/>
                                      </p:stCondLst>
                                      <p:childTnLst>
                                        <p:animScale>
                                          <p:cBhvr>
                                            <p:cTn id="102" dur="150" fill="hold"/>
                                            <p:tgtEl>
                                              <p:spTgt spid="18"/>
                                            </p:tgtEl>
                                          </p:cBhvr>
                                          <p:by x="110000" y="110000"/>
                                        </p:animScale>
                                      </p:childTnLst>
                                    </p:cTn>
                                  </p:par>
                                  <p:par>
                                    <p:cTn id="103" presetID="53" presetClass="entr" presetSubtype="16" fill="hold" grpId="0" nodeType="withEffect">
                                      <p:stCondLst>
                                        <p:cond delay="100"/>
                                      </p:stCondLst>
                                      <p:childTnLst>
                                        <p:set>
                                          <p:cBhvr>
                                            <p:cTn id="104" dur="1" fill="hold">
                                              <p:stCondLst>
                                                <p:cond delay="0"/>
                                              </p:stCondLst>
                                            </p:cTn>
                                            <p:tgtEl>
                                              <p:spTgt spid="16"/>
                                            </p:tgtEl>
                                            <p:attrNameLst>
                                              <p:attrName>style.visibility</p:attrName>
                                            </p:attrNameLst>
                                          </p:cBhvr>
                                          <p:to>
                                            <p:strVal val="visible"/>
                                          </p:to>
                                        </p:set>
                                        <p:anim calcmode="lin" valueType="num">
                                          <p:cBhvr>
                                            <p:cTn id="105" dur="300" fill="hold"/>
                                            <p:tgtEl>
                                              <p:spTgt spid="16"/>
                                            </p:tgtEl>
                                            <p:attrNameLst>
                                              <p:attrName>ppt_w</p:attrName>
                                            </p:attrNameLst>
                                          </p:cBhvr>
                                          <p:tavLst>
                                            <p:tav tm="0">
                                              <p:val>
                                                <p:fltVal val="0"/>
                                              </p:val>
                                            </p:tav>
                                            <p:tav tm="100000">
                                              <p:val>
                                                <p:strVal val="#ppt_w"/>
                                              </p:val>
                                            </p:tav>
                                          </p:tavLst>
                                        </p:anim>
                                        <p:anim calcmode="lin" valueType="num">
                                          <p:cBhvr>
                                            <p:cTn id="106" dur="300" fill="hold"/>
                                            <p:tgtEl>
                                              <p:spTgt spid="16"/>
                                            </p:tgtEl>
                                            <p:attrNameLst>
                                              <p:attrName>ppt_h</p:attrName>
                                            </p:attrNameLst>
                                          </p:cBhvr>
                                          <p:tavLst>
                                            <p:tav tm="0">
                                              <p:val>
                                                <p:fltVal val="0"/>
                                              </p:val>
                                            </p:tav>
                                            <p:tav tm="100000">
                                              <p:val>
                                                <p:strVal val="#ppt_h"/>
                                              </p:val>
                                            </p:tav>
                                          </p:tavLst>
                                        </p:anim>
                                        <p:animEffect transition="in" filter="fade">
                                          <p:cBhvr>
                                            <p:cTn id="107" dur="300"/>
                                            <p:tgtEl>
                                              <p:spTgt spid="16"/>
                                            </p:tgtEl>
                                          </p:cBhvr>
                                        </p:animEffect>
                                      </p:childTnLst>
                                    </p:cTn>
                                  </p:par>
                                  <p:par>
                                    <p:cTn id="108" presetID="6" presetClass="emph" presetSubtype="0" autoRev="1" fill="hold" grpId="1" nodeType="withEffect">
                                      <p:stCondLst>
                                        <p:cond delay="400"/>
                                      </p:stCondLst>
                                      <p:childTnLst>
                                        <p:animScale>
                                          <p:cBhvr>
                                            <p:cTn id="109" dur="150" fill="hold"/>
                                            <p:tgtEl>
                                              <p:spTgt spid="16"/>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21"/>
                                            </p:tgtEl>
                                            <p:attrNameLst>
                                              <p:attrName>style.visibility</p:attrName>
                                            </p:attrNameLst>
                                          </p:cBhvr>
                                          <p:to>
                                            <p:strVal val="visible"/>
                                          </p:to>
                                        </p:set>
                                        <p:anim calcmode="lin" valueType="num">
                                          <p:cBhvr>
                                            <p:cTn id="112" dur="300" fill="hold"/>
                                            <p:tgtEl>
                                              <p:spTgt spid="21"/>
                                            </p:tgtEl>
                                            <p:attrNameLst>
                                              <p:attrName>ppt_w</p:attrName>
                                            </p:attrNameLst>
                                          </p:cBhvr>
                                          <p:tavLst>
                                            <p:tav tm="0">
                                              <p:val>
                                                <p:fltVal val="0"/>
                                              </p:val>
                                            </p:tav>
                                            <p:tav tm="100000">
                                              <p:val>
                                                <p:strVal val="#ppt_w"/>
                                              </p:val>
                                            </p:tav>
                                          </p:tavLst>
                                        </p:anim>
                                        <p:anim calcmode="lin" valueType="num">
                                          <p:cBhvr>
                                            <p:cTn id="113" dur="300" fill="hold"/>
                                            <p:tgtEl>
                                              <p:spTgt spid="21"/>
                                            </p:tgtEl>
                                            <p:attrNameLst>
                                              <p:attrName>ppt_h</p:attrName>
                                            </p:attrNameLst>
                                          </p:cBhvr>
                                          <p:tavLst>
                                            <p:tav tm="0">
                                              <p:val>
                                                <p:fltVal val="0"/>
                                              </p:val>
                                            </p:tav>
                                            <p:tav tm="100000">
                                              <p:val>
                                                <p:strVal val="#ppt_h"/>
                                              </p:val>
                                            </p:tav>
                                          </p:tavLst>
                                        </p:anim>
                                        <p:animEffect transition="in" filter="fade">
                                          <p:cBhvr>
                                            <p:cTn id="114" dur="300"/>
                                            <p:tgtEl>
                                              <p:spTgt spid="21"/>
                                            </p:tgtEl>
                                          </p:cBhvr>
                                        </p:animEffect>
                                      </p:childTnLst>
                                    </p:cTn>
                                  </p:par>
                                  <p:par>
                                    <p:cTn id="115" presetID="6" presetClass="emph" presetSubtype="0" autoRev="1" fill="hold" grpId="1" nodeType="withEffect">
                                      <p:stCondLst>
                                        <p:cond delay="500"/>
                                      </p:stCondLst>
                                      <p:childTnLst>
                                        <p:animScale>
                                          <p:cBhvr>
                                            <p:cTn id="116" dur="150" fill="hold"/>
                                            <p:tgtEl>
                                              <p:spTgt spid="21"/>
                                            </p:tgtEl>
                                          </p:cBhvr>
                                          <p:by x="110000" y="110000"/>
                                        </p:animScale>
                                      </p:childTnLst>
                                    </p:cTn>
                                  </p:par>
                                  <p:par>
                                    <p:cTn id="117" presetID="53" presetClass="entr" presetSubtype="16" fill="hold" grpId="0" nodeType="withEffect">
                                      <p:stCondLst>
                                        <p:cond delay="600"/>
                                      </p:stCondLst>
                                      <p:childTnLst>
                                        <p:set>
                                          <p:cBhvr>
                                            <p:cTn id="118" dur="1" fill="hold">
                                              <p:stCondLst>
                                                <p:cond delay="0"/>
                                              </p:stCondLst>
                                            </p:cTn>
                                            <p:tgtEl>
                                              <p:spTgt spid="23"/>
                                            </p:tgtEl>
                                            <p:attrNameLst>
                                              <p:attrName>style.visibility</p:attrName>
                                            </p:attrNameLst>
                                          </p:cBhvr>
                                          <p:to>
                                            <p:strVal val="visible"/>
                                          </p:to>
                                        </p:set>
                                        <p:anim calcmode="lin" valueType="num">
                                          <p:cBhvr>
                                            <p:cTn id="119" dur="300" fill="hold"/>
                                            <p:tgtEl>
                                              <p:spTgt spid="23"/>
                                            </p:tgtEl>
                                            <p:attrNameLst>
                                              <p:attrName>ppt_w</p:attrName>
                                            </p:attrNameLst>
                                          </p:cBhvr>
                                          <p:tavLst>
                                            <p:tav tm="0">
                                              <p:val>
                                                <p:fltVal val="0"/>
                                              </p:val>
                                            </p:tav>
                                            <p:tav tm="100000">
                                              <p:val>
                                                <p:strVal val="#ppt_w"/>
                                              </p:val>
                                            </p:tav>
                                          </p:tavLst>
                                        </p:anim>
                                        <p:anim calcmode="lin" valueType="num">
                                          <p:cBhvr>
                                            <p:cTn id="120" dur="300" fill="hold"/>
                                            <p:tgtEl>
                                              <p:spTgt spid="23"/>
                                            </p:tgtEl>
                                            <p:attrNameLst>
                                              <p:attrName>ppt_h</p:attrName>
                                            </p:attrNameLst>
                                          </p:cBhvr>
                                          <p:tavLst>
                                            <p:tav tm="0">
                                              <p:val>
                                                <p:fltVal val="0"/>
                                              </p:val>
                                            </p:tav>
                                            <p:tav tm="100000">
                                              <p:val>
                                                <p:strVal val="#ppt_h"/>
                                              </p:val>
                                            </p:tav>
                                          </p:tavLst>
                                        </p:anim>
                                        <p:animEffect transition="in" filter="fade">
                                          <p:cBhvr>
                                            <p:cTn id="121" dur="300"/>
                                            <p:tgtEl>
                                              <p:spTgt spid="23"/>
                                            </p:tgtEl>
                                          </p:cBhvr>
                                        </p:animEffect>
                                      </p:childTnLst>
                                    </p:cTn>
                                  </p:par>
                                  <p:par>
                                    <p:cTn id="122" presetID="6" presetClass="emph" presetSubtype="0" autoRev="1" fill="hold" grpId="1" nodeType="withEffect">
                                      <p:stCondLst>
                                        <p:cond delay="900"/>
                                      </p:stCondLst>
                                      <p:childTnLst>
                                        <p:animScale>
                                          <p:cBhvr>
                                            <p:cTn id="123" dur="150" fill="hold"/>
                                            <p:tgtEl>
                                              <p:spTgt spid="23"/>
                                            </p:tgtEl>
                                          </p:cBhvr>
                                          <p:by x="110000" y="110000"/>
                                        </p:animScale>
                                      </p:childTnLst>
                                    </p:cTn>
                                  </p:par>
                                  <p:par>
                                    <p:cTn id="124" presetID="53" presetClass="entr" presetSubtype="16" fill="hold" grpId="0" nodeType="withEffect">
                                      <p:stCondLst>
                                        <p:cond delay="200"/>
                                      </p:stCondLst>
                                      <p:childTnLst>
                                        <p:set>
                                          <p:cBhvr>
                                            <p:cTn id="125" dur="1" fill="hold">
                                              <p:stCondLst>
                                                <p:cond delay="0"/>
                                              </p:stCondLst>
                                            </p:cTn>
                                            <p:tgtEl>
                                              <p:spTgt spid="1030"/>
                                            </p:tgtEl>
                                            <p:attrNameLst>
                                              <p:attrName>style.visibility</p:attrName>
                                            </p:attrNameLst>
                                          </p:cBhvr>
                                          <p:to>
                                            <p:strVal val="visible"/>
                                          </p:to>
                                        </p:set>
                                        <p:anim calcmode="lin" valueType="num">
                                          <p:cBhvr>
                                            <p:cTn id="126" dur="300" fill="hold"/>
                                            <p:tgtEl>
                                              <p:spTgt spid="1030"/>
                                            </p:tgtEl>
                                            <p:attrNameLst>
                                              <p:attrName>ppt_w</p:attrName>
                                            </p:attrNameLst>
                                          </p:cBhvr>
                                          <p:tavLst>
                                            <p:tav tm="0">
                                              <p:val>
                                                <p:fltVal val="0"/>
                                              </p:val>
                                            </p:tav>
                                            <p:tav tm="100000">
                                              <p:val>
                                                <p:strVal val="#ppt_w"/>
                                              </p:val>
                                            </p:tav>
                                          </p:tavLst>
                                        </p:anim>
                                        <p:anim calcmode="lin" valueType="num">
                                          <p:cBhvr>
                                            <p:cTn id="127" dur="300" fill="hold"/>
                                            <p:tgtEl>
                                              <p:spTgt spid="1030"/>
                                            </p:tgtEl>
                                            <p:attrNameLst>
                                              <p:attrName>ppt_h</p:attrName>
                                            </p:attrNameLst>
                                          </p:cBhvr>
                                          <p:tavLst>
                                            <p:tav tm="0">
                                              <p:val>
                                                <p:fltVal val="0"/>
                                              </p:val>
                                            </p:tav>
                                            <p:tav tm="100000">
                                              <p:val>
                                                <p:strVal val="#ppt_h"/>
                                              </p:val>
                                            </p:tav>
                                          </p:tavLst>
                                        </p:anim>
                                        <p:animEffect transition="in" filter="fade">
                                          <p:cBhvr>
                                            <p:cTn id="128" dur="300"/>
                                            <p:tgtEl>
                                              <p:spTgt spid="1030"/>
                                            </p:tgtEl>
                                          </p:cBhvr>
                                        </p:animEffect>
                                      </p:childTnLst>
                                    </p:cTn>
                                  </p:par>
                                  <p:par>
                                    <p:cTn id="129" presetID="6" presetClass="emph" presetSubtype="0" autoRev="1" fill="hold" grpId="1" nodeType="withEffect">
                                      <p:stCondLst>
                                        <p:cond delay="500"/>
                                      </p:stCondLst>
                                      <p:childTnLst>
                                        <p:animScale>
                                          <p:cBhvr>
                                            <p:cTn id="130" dur="150" fill="hold"/>
                                            <p:tgtEl>
                                              <p:spTgt spid="1030"/>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17"/>
                                            </p:tgtEl>
                                            <p:attrNameLst>
                                              <p:attrName>style.visibility</p:attrName>
                                            </p:attrNameLst>
                                          </p:cBhvr>
                                          <p:to>
                                            <p:strVal val="visible"/>
                                          </p:to>
                                        </p:set>
                                        <p:anim calcmode="lin" valueType="num">
                                          <p:cBhvr>
                                            <p:cTn id="133" dur="300" fill="hold"/>
                                            <p:tgtEl>
                                              <p:spTgt spid="17"/>
                                            </p:tgtEl>
                                            <p:attrNameLst>
                                              <p:attrName>ppt_w</p:attrName>
                                            </p:attrNameLst>
                                          </p:cBhvr>
                                          <p:tavLst>
                                            <p:tav tm="0">
                                              <p:val>
                                                <p:fltVal val="0"/>
                                              </p:val>
                                            </p:tav>
                                            <p:tav tm="100000">
                                              <p:val>
                                                <p:strVal val="#ppt_w"/>
                                              </p:val>
                                            </p:tav>
                                          </p:tavLst>
                                        </p:anim>
                                        <p:anim calcmode="lin" valueType="num">
                                          <p:cBhvr>
                                            <p:cTn id="134" dur="300" fill="hold"/>
                                            <p:tgtEl>
                                              <p:spTgt spid="17"/>
                                            </p:tgtEl>
                                            <p:attrNameLst>
                                              <p:attrName>ppt_h</p:attrName>
                                            </p:attrNameLst>
                                          </p:cBhvr>
                                          <p:tavLst>
                                            <p:tav tm="0">
                                              <p:val>
                                                <p:fltVal val="0"/>
                                              </p:val>
                                            </p:tav>
                                            <p:tav tm="100000">
                                              <p:val>
                                                <p:strVal val="#ppt_h"/>
                                              </p:val>
                                            </p:tav>
                                          </p:tavLst>
                                        </p:anim>
                                        <p:animEffect transition="in" filter="fade">
                                          <p:cBhvr>
                                            <p:cTn id="135" dur="300"/>
                                            <p:tgtEl>
                                              <p:spTgt spid="17"/>
                                            </p:tgtEl>
                                          </p:cBhvr>
                                        </p:animEffect>
                                      </p:childTnLst>
                                    </p:cTn>
                                  </p:par>
                                  <p:par>
                                    <p:cTn id="136" presetID="6" presetClass="emph" presetSubtype="0" autoRev="1" fill="hold" grpId="1" nodeType="withEffect">
                                      <p:stCondLst>
                                        <p:cond delay="300"/>
                                      </p:stCondLst>
                                      <p:childTnLst>
                                        <p:animScale>
                                          <p:cBhvr>
                                            <p:cTn id="137" dur="150" fill="hold"/>
                                            <p:tgtEl>
                                              <p:spTgt spid="17"/>
                                            </p:tgtEl>
                                          </p:cBhvr>
                                          <p:by x="110000" y="110000"/>
                                        </p:animScale>
                                      </p:childTnLst>
                                    </p:cTn>
                                  </p:par>
                                  <p:par>
                                    <p:cTn id="138" presetID="53" presetClass="entr" presetSubtype="16" fill="hold" grpId="0" nodeType="withEffect">
                                      <p:stCondLst>
                                        <p:cond delay="400"/>
                                      </p:stCondLst>
                                      <p:childTnLst>
                                        <p:set>
                                          <p:cBhvr>
                                            <p:cTn id="139" dur="1" fill="hold">
                                              <p:stCondLst>
                                                <p:cond delay="0"/>
                                              </p:stCondLst>
                                            </p:cTn>
                                            <p:tgtEl>
                                              <p:spTgt spid="1027"/>
                                            </p:tgtEl>
                                            <p:attrNameLst>
                                              <p:attrName>style.visibility</p:attrName>
                                            </p:attrNameLst>
                                          </p:cBhvr>
                                          <p:to>
                                            <p:strVal val="visible"/>
                                          </p:to>
                                        </p:set>
                                        <p:anim calcmode="lin" valueType="num">
                                          <p:cBhvr>
                                            <p:cTn id="140" dur="300" fill="hold"/>
                                            <p:tgtEl>
                                              <p:spTgt spid="1027"/>
                                            </p:tgtEl>
                                            <p:attrNameLst>
                                              <p:attrName>ppt_w</p:attrName>
                                            </p:attrNameLst>
                                          </p:cBhvr>
                                          <p:tavLst>
                                            <p:tav tm="0">
                                              <p:val>
                                                <p:fltVal val="0"/>
                                              </p:val>
                                            </p:tav>
                                            <p:tav tm="100000">
                                              <p:val>
                                                <p:strVal val="#ppt_w"/>
                                              </p:val>
                                            </p:tav>
                                          </p:tavLst>
                                        </p:anim>
                                        <p:anim calcmode="lin" valueType="num">
                                          <p:cBhvr>
                                            <p:cTn id="141" dur="300" fill="hold"/>
                                            <p:tgtEl>
                                              <p:spTgt spid="1027"/>
                                            </p:tgtEl>
                                            <p:attrNameLst>
                                              <p:attrName>ppt_h</p:attrName>
                                            </p:attrNameLst>
                                          </p:cBhvr>
                                          <p:tavLst>
                                            <p:tav tm="0">
                                              <p:val>
                                                <p:fltVal val="0"/>
                                              </p:val>
                                            </p:tav>
                                            <p:tav tm="100000">
                                              <p:val>
                                                <p:strVal val="#ppt_h"/>
                                              </p:val>
                                            </p:tav>
                                          </p:tavLst>
                                        </p:anim>
                                        <p:animEffect transition="in" filter="fade">
                                          <p:cBhvr>
                                            <p:cTn id="142" dur="300"/>
                                            <p:tgtEl>
                                              <p:spTgt spid="1027"/>
                                            </p:tgtEl>
                                          </p:cBhvr>
                                        </p:animEffect>
                                      </p:childTnLst>
                                    </p:cTn>
                                  </p:par>
                                  <p:par>
                                    <p:cTn id="143" presetID="6" presetClass="emph" presetSubtype="0" autoRev="1" fill="hold" grpId="1" nodeType="withEffect">
                                      <p:stCondLst>
                                        <p:cond delay="700"/>
                                      </p:stCondLst>
                                      <p:childTnLst>
                                        <p:animScale>
                                          <p:cBhvr>
                                            <p:cTn id="144" dur="150" fill="hold"/>
                                            <p:tgtEl>
                                              <p:spTgt spid="1027"/>
                                            </p:tgtEl>
                                          </p:cBhvr>
                                          <p:by x="110000" y="110000"/>
                                        </p:animScale>
                                      </p:childTnLst>
                                    </p:cTn>
                                  </p:par>
                                  <p:par>
                                    <p:cTn id="145" presetID="53" presetClass="entr" presetSubtype="16" fill="hold" grpId="0" nodeType="withEffect">
                                      <p:stCondLst>
                                        <p:cond delay="100"/>
                                      </p:stCondLst>
                                      <p:childTnLst>
                                        <p:set>
                                          <p:cBhvr>
                                            <p:cTn id="146" dur="1" fill="hold">
                                              <p:stCondLst>
                                                <p:cond delay="0"/>
                                              </p:stCondLst>
                                            </p:cTn>
                                            <p:tgtEl>
                                              <p:spTgt spid="1028"/>
                                            </p:tgtEl>
                                            <p:attrNameLst>
                                              <p:attrName>style.visibility</p:attrName>
                                            </p:attrNameLst>
                                          </p:cBhvr>
                                          <p:to>
                                            <p:strVal val="visible"/>
                                          </p:to>
                                        </p:set>
                                        <p:anim calcmode="lin" valueType="num">
                                          <p:cBhvr>
                                            <p:cTn id="147" dur="300" fill="hold"/>
                                            <p:tgtEl>
                                              <p:spTgt spid="1028"/>
                                            </p:tgtEl>
                                            <p:attrNameLst>
                                              <p:attrName>ppt_w</p:attrName>
                                            </p:attrNameLst>
                                          </p:cBhvr>
                                          <p:tavLst>
                                            <p:tav tm="0">
                                              <p:val>
                                                <p:fltVal val="0"/>
                                              </p:val>
                                            </p:tav>
                                            <p:tav tm="100000">
                                              <p:val>
                                                <p:strVal val="#ppt_w"/>
                                              </p:val>
                                            </p:tav>
                                          </p:tavLst>
                                        </p:anim>
                                        <p:anim calcmode="lin" valueType="num">
                                          <p:cBhvr>
                                            <p:cTn id="148" dur="300" fill="hold"/>
                                            <p:tgtEl>
                                              <p:spTgt spid="1028"/>
                                            </p:tgtEl>
                                            <p:attrNameLst>
                                              <p:attrName>ppt_h</p:attrName>
                                            </p:attrNameLst>
                                          </p:cBhvr>
                                          <p:tavLst>
                                            <p:tav tm="0">
                                              <p:val>
                                                <p:fltVal val="0"/>
                                              </p:val>
                                            </p:tav>
                                            <p:tav tm="100000">
                                              <p:val>
                                                <p:strVal val="#ppt_h"/>
                                              </p:val>
                                            </p:tav>
                                          </p:tavLst>
                                        </p:anim>
                                        <p:animEffect transition="in" filter="fade">
                                          <p:cBhvr>
                                            <p:cTn id="149" dur="300"/>
                                            <p:tgtEl>
                                              <p:spTgt spid="1028"/>
                                            </p:tgtEl>
                                          </p:cBhvr>
                                        </p:animEffect>
                                      </p:childTnLst>
                                    </p:cTn>
                                  </p:par>
                                  <p:par>
                                    <p:cTn id="150" presetID="6" presetClass="emph" presetSubtype="0" autoRev="1" fill="hold" grpId="1" nodeType="withEffect">
                                      <p:stCondLst>
                                        <p:cond delay="400"/>
                                      </p:stCondLst>
                                      <p:childTnLst>
                                        <p:animScale>
                                          <p:cBhvr>
                                            <p:cTn id="151" dur="150" fill="hold"/>
                                            <p:tgtEl>
                                              <p:spTgt spid="1028"/>
                                            </p:tgtEl>
                                          </p:cBhvr>
                                          <p:by x="110000" y="110000"/>
                                        </p:animScale>
                                      </p:childTnLst>
                                    </p:cTn>
                                  </p:par>
                                  <p:par>
                                    <p:cTn id="152" presetID="53" presetClass="entr" presetSubtype="16" fill="hold" grpId="0" nodeType="withEffect">
                                      <p:stCondLst>
                                        <p:cond delay="300"/>
                                      </p:stCondLst>
                                      <p:childTnLst>
                                        <p:set>
                                          <p:cBhvr>
                                            <p:cTn id="153" dur="1" fill="hold">
                                              <p:stCondLst>
                                                <p:cond delay="0"/>
                                              </p:stCondLst>
                                            </p:cTn>
                                            <p:tgtEl>
                                              <p:spTgt spid="25"/>
                                            </p:tgtEl>
                                            <p:attrNameLst>
                                              <p:attrName>style.visibility</p:attrName>
                                            </p:attrNameLst>
                                          </p:cBhvr>
                                          <p:to>
                                            <p:strVal val="visible"/>
                                          </p:to>
                                        </p:set>
                                        <p:anim calcmode="lin" valueType="num">
                                          <p:cBhvr>
                                            <p:cTn id="154" dur="300" fill="hold"/>
                                            <p:tgtEl>
                                              <p:spTgt spid="25"/>
                                            </p:tgtEl>
                                            <p:attrNameLst>
                                              <p:attrName>ppt_w</p:attrName>
                                            </p:attrNameLst>
                                          </p:cBhvr>
                                          <p:tavLst>
                                            <p:tav tm="0">
                                              <p:val>
                                                <p:fltVal val="0"/>
                                              </p:val>
                                            </p:tav>
                                            <p:tav tm="100000">
                                              <p:val>
                                                <p:strVal val="#ppt_w"/>
                                              </p:val>
                                            </p:tav>
                                          </p:tavLst>
                                        </p:anim>
                                        <p:anim calcmode="lin" valueType="num">
                                          <p:cBhvr>
                                            <p:cTn id="155" dur="300" fill="hold"/>
                                            <p:tgtEl>
                                              <p:spTgt spid="25"/>
                                            </p:tgtEl>
                                            <p:attrNameLst>
                                              <p:attrName>ppt_h</p:attrName>
                                            </p:attrNameLst>
                                          </p:cBhvr>
                                          <p:tavLst>
                                            <p:tav tm="0">
                                              <p:val>
                                                <p:fltVal val="0"/>
                                              </p:val>
                                            </p:tav>
                                            <p:tav tm="100000">
                                              <p:val>
                                                <p:strVal val="#ppt_h"/>
                                              </p:val>
                                            </p:tav>
                                          </p:tavLst>
                                        </p:anim>
                                        <p:animEffect transition="in" filter="fade">
                                          <p:cBhvr>
                                            <p:cTn id="156" dur="300"/>
                                            <p:tgtEl>
                                              <p:spTgt spid="25"/>
                                            </p:tgtEl>
                                          </p:cBhvr>
                                        </p:animEffect>
                                      </p:childTnLst>
                                    </p:cTn>
                                  </p:par>
                                  <p:par>
                                    <p:cTn id="157" presetID="6" presetClass="emph" presetSubtype="0" autoRev="1" fill="hold" grpId="1" nodeType="withEffect">
                                      <p:stCondLst>
                                        <p:cond delay="600"/>
                                      </p:stCondLst>
                                      <p:childTnLst>
                                        <p:animScale>
                                          <p:cBhvr>
                                            <p:cTn id="158" dur="150" fill="hold"/>
                                            <p:tgtEl>
                                              <p:spTgt spid="25"/>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1029"/>
                                            </p:tgtEl>
                                            <p:attrNameLst>
                                              <p:attrName>style.visibility</p:attrName>
                                            </p:attrNameLst>
                                          </p:cBhvr>
                                          <p:to>
                                            <p:strVal val="visible"/>
                                          </p:to>
                                        </p:set>
                                        <p:anim calcmode="lin" valueType="num">
                                          <p:cBhvr>
                                            <p:cTn id="161" dur="300" fill="hold"/>
                                            <p:tgtEl>
                                              <p:spTgt spid="1029"/>
                                            </p:tgtEl>
                                            <p:attrNameLst>
                                              <p:attrName>ppt_w</p:attrName>
                                            </p:attrNameLst>
                                          </p:cBhvr>
                                          <p:tavLst>
                                            <p:tav tm="0">
                                              <p:val>
                                                <p:fltVal val="0"/>
                                              </p:val>
                                            </p:tav>
                                            <p:tav tm="100000">
                                              <p:val>
                                                <p:strVal val="#ppt_w"/>
                                              </p:val>
                                            </p:tav>
                                          </p:tavLst>
                                        </p:anim>
                                        <p:anim calcmode="lin" valueType="num">
                                          <p:cBhvr>
                                            <p:cTn id="162" dur="300" fill="hold"/>
                                            <p:tgtEl>
                                              <p:spTgt spid="1029"/>
                                            </p:tgtEl>
                                            <p:attrNameLst>
                                              <p:attrName>ppt_h</p:attrName>
                                            </p:attrNameLst>
                                          </p:cBhvr>
                                          <p:tavLst>
                                            <p:tav tm="0">
                                              <p:val>
                                                <p:fltVal val="0"/>
                                              </p:val>
                                            </p:tav>
                                            <p:tav tm="100000">
                                              <p:val>
                                                <p:strVal val="#ppt_h"/>
                                              </p:val>
                                            </p:tav>
                                          </p:tavLst>
                                        </p:anim>
                                        <p:animEffect transition="in" filter="fade">
                                          <p:cBhvr>
                                            <p:cTn id="163" dur="300"/>
                                            <p:tgtEl>
                                              <p:spTgt spid="1029"/>
                                            </p:tgtEl>
                                          </p:cBhvr>
                                        </p:animEffect>
                                      </p:childTnLst>
                                    </p:cTn>
                                  </p:par>
                                  <p:par>
                                    <p:cTn id="164" presetID="6" presetClass="emph" presetSubtype="0" autoRev="1" fill="hold" grpId="1" nodeType="withEffect">
                                      <p:stCondLst>
                                        <p:cond delay="300"/>
                                      </p:stCondLst>
                                      <p:childTnLst>
                                        <p:animScale>
                                          <p:cBhvr>
                                            <p:cTn id="165" dur="150" fill="hold"/>
                                            <p:tgtEl>
                                              <p:spTgt spid="1029"/>
                                            </p:tgtEl>
                                          </p:cBhvr>
                                          <p:by x="110000" y="110000"/>
                                        </p:animScale>
                                      </p:childTnLst>
                                    </p:cTn>
                                  </p:par>
                                  <p:par>
                                    <p:cTn id="166" presetID="53" presetClass="entr" presetSubtype="16" fill="hold" grpId="0" nodeType="withEffect">
                                      <p:stCondLst>
                                        <p:cond delay="200"/>
                                      </p:stCondLst>
                                      <p:childTnLst>
                                        <p:set>
                                          <p:cBhvr>
                                            <p:cTn id="167" dur="1" fill="hold">
                                              <p:stCondLst>
                                                <p:cond delay="0"/>
                                              </p:stCondLst>
                                            </p:cTn>
                                            <p:tgtEl>
                                              <p:spTgt spid="26"/>
                                            </p:tgtEl>
                                            <p:attrNameLst>
                                              <p:attrName>style.visibility</p:attrName>
                                            </p:attrNameLst>
                                          </p:cBhvr>
                                          <p:to>
                                            <p:strVal val="visible"/>
                                          </p:to>
                                        </p:set>
                                        <p:anim calcmode="lin" valueType="num">
                                          <p:cBhvr>
                                            <p:cTn id="168" dur="300" fill="hold"/>
                                            <p:tgtEl>
                                              <p:spTgt spid="26"/>
                                            </p:tgtEl>
                                            <p:attrNameLst>
                                              <p:attrName>ppt_w</p:attrName>
                                            </p:attrNameLst>
                                          </p:cBhvr>
                                          <p:tavLst>
                                            <p:tav tm="0">
                                              <p:val>
                                                <p:fltVal val="0"/>
                                              </p:val>
                                            </p:tav>
                                            <p:tav tm="100000">
                                              <p:val>
                                                <p:strVal val="#ppt_w"/>
                                              </p:val>
                                            </p:tav>
                                          </p:tavLst>
                                        </p:anim>
                                        <p:anim calcmode="lin" valueType="num">
                                          <p:cBhvr>
                                            <p:cTn id="169" dur="300" fill="hold"/>
                                            <p:tgtEl>
                                              <p:spTgt spid="26"/>
                                            </p:tgtEl>
                                            <p:attrNameLst>
                                              <p:attrName>ppt_h</p:attrName>
                                            </p:attrNameLst>
                                          </p:cBhvr>
                                          <p:tavLst>
                                            <p:tav tm="0">
                                              <p:val>
                                                <p:fltVal val="0"/>
                                              </p:val>
                                            </p:tav>
                                            <p:tav tm="100000">
                                              <p:val>
                                                <p:strVal val="#ppt_h"/>
                                              </p:val>
                                            </p:tav>
                                          </p:tavLst>
                                        </p:anim>
                                        <p:animEffect transition="in" filter="fade">
                                          <p:cBhvr>
                                            <p:cTn id="170" dur="300"/>
                                            <p:tgtEl>
                                              <p:spTgt spid="26"/>
                                            </p:tgtEl>
                                          </p:cBhvr>
                                        </p:animEffect>
                                      </p:childTnLst>
                                    </p:cTn>
                                  </p:par>
                                  <p:par>
                                    <p:cTn id="171" presetID="6" presetClass="emph" presetSubtype="0" autoRev="1" fill="hold" grpId="1" nodeType="withEffect">
                                      <p:stCondLst>
                                        <p:cond delay="500"/>
                                      </p:stCondLst>
                                      <p:childTnLst>
                                        <p:animScale>
                                          <p:cBhvr>
                                            <p:cTn id="172" dur="150" fill="hold"/>
                                            <p:tgtEl>
                                              <p:spTgt spid="26"/>
                                            </p:tgtEl>
                                          </p:cBhvr>
                                          <p:by x="110000" y="110000"/>
                                        </p:animScale>
                                      </p:childTnLst>
                                    </p:cTn>
                                  </p:par>
                                  <p:par>
                                    <p:cTn id="173" presetID="53" presetClass="entr" presetSubtype="16" fill="hold" grpId="0" nodeType="withEffect">
                                      <p:stCondLst>
                                        <p:cond delay="600"/>
                                      </p:stCondLst>
                                      <p:childTnLst>
                                        <p:set>
                                          <p:cBhvr>
                                            <p:cTn id="174" dur="1" fill="hold">
                                              <p:stCondLst>
                                                <p:cond delay="0"/>
                                              </p:stCondLst>
                                            </p:cTn>
                                            <p:tgtEl>
                                              <p:spTgt spid="27"/>
                                            </p:tgtEl>
                                            <p:attrNameLst>
                                              <p:attrName>style.visibility</p:attrName>
                                            </p:attrNameLst>
                                          </p:cBhvr>
                                          <p:to>
                                            <p:strVal val="visible"/>
                                          </p:to>
                                        </p:set>
                                        <p:anim calcmode="lin" valueType="num">
                                          <p:cBhvr>
                                            <p:cTn id="175" dur="300" fill="hold"/>
                                            <p:tgtEl>
                                              <p:spTgt spid="27"/>
                                            </p:tgtEl>
                                            <p:attrNameLst>
                                              <p:attrName>ppt_w</p:attrName>
                                            </p:attrNameLst>
                                          </p:cBhvr>
                                          <p:tavLst>
                                            <p:tav tm="0">
                                              <p:val>
                                                <p:fltVal val="0"/>
                                              </p:val>
                                            </p:tav>
                                            <p:tav tm="100000">
                                              <p:val>
                                                <p:strVal val="#ppt_w"/>
                                              </p:val>
                                            </p:tav>
                                          </p:tavLst>
                                        </p:anim>
                                        <p:anim calcmode="lin" valueType="num">
                                          <p:cBhvr>
                                            <p:cTn id="176" dur="300" fill="hold"/>
                                            <p:tgtEl>
                                              <p:spTgt spid="27"/>
                                            </p:tgtEl>
                                            <p:attrNameLst>
                                              <p:attrName>ppt_h</p:attrName>
                                            </p:attrNameLst>
                                          </p:cBhvr>
                                          <p:tavLst>
                                            <p:tav tm="0">
                                              <p:val>
                                                <p:fltVal val="0"/>
                                              </p:val>
                                            </p:tav>
                                            <p:tav tm="100000">
                                              <p:val>
                                                <p:strVal val="#ppt_h"/>
                                              </p:val>
                                            </p:tav>
                                          </p:tavLst>
                                        </p:anim>
                                        <p:animEffect transition="in" filter="fade">
                                          <p:cBhvr>
                                            <p:cTn id="177" dur="300"/>
                                            <p:tgtEl>
                                              <p:spTgt spid="27"/>
                                            </p:tgtEl>
                                          </p:cBhvr>
                                        </p:animEffect>
                                      </p:childTnLst>
                                    </p:cTn>
                                  </p:par>
                                  <p:par>
                                    <p:cTn id="178" presetID="6" presetClass="emph" presetSubtype="0" autoRev="1" fill="hold" grpId="1" nodeType="withEffect">
                                      <p:stCondLst>
                                        <p:cond delay="900"/>
                                      </p:stCondLst>
                                      <p:childTnLst>
                                        <p:animScale>
                                          <p:cBhvr>
                                            <p:cTn id="179" dur="150" fill="hold"/>
                                            <p:tgtEl>
                                              <p:spTgt spid="27"/>
                                            </p:tgtEl>
                                          </p:cBhvr>
                                          <p:by x="110000" y="110000"/>
                                        </p:animScale>
                                      </p:childTnLst>
                                    </p:cTn>
                                  </p:par>
                                  <p:par>
                                    <p:cTn id="180" presetID="53" presetClass="entr" presetSubtype="16" fill="hold" grpId="0" nodeType="withEffect">
                                      <p:stCondLst>
                                        <p:cond delay="100"/>
                                      </p:stCondLst>
                                      <p:childTnLst>
                                        <p:set>
                                          <p:cBhvr>
                                            <p:cTn id="181" dur="1" fill="hold">
                                              <p:stCondLst>
                                                <p:cond delay="0"/>
                                              </p:stCondLst>
                                            </p:cTn>
                                            <p:tgtEl>
                                              <p:spTgt spid="1024"/>
                                            </p:tgtEl>
                                            <p:attrNameLst>
                                              <p:attrName>style.visibility</p:attrName>
                                            </p:attrNameLst>
                                          </p:cBhvr>
                                          <p:to>
                                            <p:strVal val="visible"/>
                                          </p:to>
                                        </p:set>
                                        <p:anim calcmode="lin" valueType="num">
                                          <p:cBhvr>
                                            <p:cTn id="182" dur="300" fill="hold"/>
                                            <p:tgtEl>
                                              <p:spTgt spid="1024"/>
                                            </p:tgtEl>
                                            <p:attrNameLst>
                                              <p:attrName>ppt_w</p:attrName>
                                            </p:attrNameLst>
                                          </p:cBhvr>
                                          <p:tavLst>
                                            <p:tav tm="0">
                                              <p:val>
                                                <p:fltVal val="0"/>
                                              </p:val>
                                            </p:tav>
                                            <p:tav tm="100000">
                                              <p:val>
                                                <p:strVal val="#ppt_w"/>
                                              </p:val>
                                            </p:tav>
                                          </p:tavLst>
                                        </p:anim>
                                        <p:anim calcmode="lin" valueType="num">
                                          <p:cBhvr>
                                            <p:cTn id="183" dur="300" fill="hold"/>
                                            <p:tgtEl>
                                              <p:spTgt spid="1024"/>
                                            </p:tgtEl>
                                            <p:attrNameLst>
                                              <p:attrName>ppt_h</p:attrName>
                                            </p:attrNameLst>
                                          </p:cBhvr>
                                          <p:tavLst>
                                            <p:tav tm="0">
                                              <p:val>
                                                <p:fltVal val="0"/>
                                              </p:val>
                                            </p:tav>
                                            <p:tav tm="100000">
                                              <p:val>
                                                <p:strVal val="#ppt_h"/>
                                              </p:val>
                                            </p:tav>
                                          </p:tavLst>
                                        </p:anim>
                                        <p:animEffect transition="in" filter="fade">
                                          <p:cBhvr>
                                            <p:cTn id="184" dur="300"/>
                                            <p:tgtEl>
                                              <p:spTgt spid="1024"/>
                                            </p:tgtEl>
                                          </p:cBhvr>
                                        </p:animEffect>
                                      </p:childTnLst>
                                    </p:cTn>
                                  </p:par>
                                  <p:par>
                                    <p:cTn id="185" presetID="6" presetClass="emph" presetSubtype="0" autoRev="1" fill="hold" grpId="1" nodeType="withEffect">
                                      <p:stCondLst>
                                        <p:cond delay="400"/>
                                      </p:stCondLst>
                                      <p:childTnLst>
                                        <p:animScale>
                                          <p:cBhvr>
                                            <p:cTn id="186" dur="150" fill="hold"/>
                                            <p:tgtEl>
                                              <p:spTgt spid="1024"/>
                                            </p:tgtEl>
                                          </p:cBhvr>
                                          <p:by x="110000" y="110000"/>
                                        </p:animScale>
                                      </p:childTnLst>
                                    </p:cTn>
                                  </p:par>
                                  <p:par>
                                    <p:cTn id="187" presetID="53" presetClass="entr" presetSubtype="16" fill="hold" grpId="0" nodeType="withEffect">
                                      <p:stCondLst>
                                        <p:cond delay="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300"/>
                                      </p:stCondLst>
                                      <p:childTnLst>
                                        <p:animScale>
                                          <p:cBhvr>
                                            <p:cTn id="193" dur="150" fill="hold"/>
                                            <p:tgtEl>
                                              <p:spTgt spid="28"/>
                                            </p:tgtEl>
                                          </p:cBhvr>
                                          <p:by x="110000" y="110000"/>
                                        </p:animScale>
                                      </p:childTnLst>
                                    </p:cTn>
                                  </p:par>
                                  <p:par>
                                    <p:cTn id="194" presetID="53" presetClass="entr" presetSubtype="16" fill="hold" grpId="0" nodeType="withEffect">
                                      <p:stCondLst>
                                        <p:cond delay="500"/>
                                      </p:stCondLst>
                                      <p:childTnLst>
                                        <p:set>
                                          <p:cBhvr>
                                            <p:cTn id="195" dur="1" fill="hold">
                                              <p:stCondLst>
                                                <p:cond delay="0"/>
                                              </p:stCondLst>
                                            </p:cTn>
                                            <p:tgtEl>
                                              <p:spTgt spid="30"/>
                                            </p:tgtEl>
                                            <p:attrNameLst>
                                              <p:attrName>style.visibility</p:attrName>
                                            </p:attrNameLst>
                                          </p:cBhvr>
                                          <p:to>
                                            <p:strVal val="visible"/>
                                          </p:to>
                                        </p:set>
                                        <p:anim calcmode="lin" valueType="num">
                                          <p:cBhvr>
                                            <p:cTn id="196" dur="300" fill="hold"/>
                                            <p:tgtEl>
                                              <p:spTgt spid="30"/>
                                            </p:tgtEl>
                                            <p:attrNameLst>
                                              <p:attrName>ppt_w</p:attrName>
                                            </p:attrNameLst>
                                          </p:cBhvr>
                                          <p:tavLst>
                                            <p:tav tm="0">
                                              <p:val>
                                                <p:fltVal val="0"/>
                                              </p:val>
                                            </p:tav>
                                            <p:tav tm="100000">
                                              <p:val>
                                                <p:strVal val="#ppt_w"/>
                                              </p:val>
                                            </p:tav>
                                          </p:tavLst>
                                        </p:anim>
                                        <p:anim calcmode="lin" valueType="num">
                                          <p:cBhvr>
                                            <p:cTn id="197" dur="300" fill="hold"/>
                                            <p:tgtEl>
                                              <p:spTgt spid="30"/>
                                            </p:tgtEl>
                                            <p:attrNameLst>
                                              <p:attrName>ppt_h</p:attrName>
                                            </p:attrNameLst>
                                          </p:cBhvr>
                                          <p:tavLst>
                                            <p:tav tm="0">
                                              <p:val>
                                                <p:fltVal val="0"/>
                                              </p:val>
                                            </p:tav>
                                            <p:tav tm="100000">
                                              <p:val>
                                                <p:strVal val="#ppt_h"/>
                                              </p:val>
                                            </p:tav>
                                          </p:tavLst>
                                        </p:anim>
                                        <p:animEffect transition="in" filter="fade">
                                          <p:cBhvr>
                                            <p:cTn id="198" dur="300"/>
                                            <p:tgtEl>
                                              <p:spTgt spid="30"/>
                                            </p:tgtEl>
                                          </p:cBhvr>
                                        </p:animEffect>
                                      </p:childTnLst>
                                    </p:cTn>
                                  </p:par>
                                  <p:par>
                                    <p:cTn id="199" presetID="6" presetClass="emph" presetSubtype="0" autoRev="1" fill="hold" grpId="1" nodeType="withEffect">
                                      <p:stCondLst>
                                        <p:cond delay="800"/>
                                      </p:stCondLst>
                                      <p:childTnLst>
                                        <p:animScale>
                                          <p:cBhvr>
                                            <p:cTn id="200" dur="150" fill="hold"/>
                                            <p:tgtEl>
                                              <p:spTgt spid="30"/>
                                            </p:tgtEl>
                                          </p:cBhvr>
                                          <p:by x="110000" y="110000"/>
                                        </p:animScale>
                                      </p:childTnLst>
                                    </p:cTn>
                                  </p:par>
                                  <p:par>
                                    <p:cTn id="201" presetID="53" presetClass="entr" presetSubtype="16" fill="hold" grpId="0" nodeType="withEffect">
                                      <p:stCondLst>
                                        <p:cond delay="300"/>
                                      </p:stCondLst>
                                      <p:childTnLst>
                                        <p:set>
                                          <p:cBhvr>
                                            <p:cTn id="202" dur="1" fill="hold">
                                              <p:stCondLst>
                                                <p:cond delay="0"/>
                                              </p:stCondLst>
                                            </p:cTn>
                                            <p:tgtEl>
                                              <p:spTgt spid="31"/>
                                            </p:tgtEl>
                                            <p:attrNameLst>
                                              <p:attrName>style.visibility</p:attrName>
                                            </p:attrNameLst>
                                          </p:cBhvr>
                                          <p:to>
                                            <p:strVal val="visible"/>
                                          </p:to>
                                        </p:set>
                                        <p:anim calcmode="lin" valueType="num">
                                          <p:cBhvr>
                                            <p:cTn id="203" dur="300" fill="hold"/>
                                            <p:tgtEl>
                                              <p:spTgt spid="31"/>
                                            </p:tgtEl>
                                            <p:attrNameLst>
                                              <p:attrName>ppt_w</p:attrName>
                                            </p:attrNameLst>
                                          </p:cBhvr>
                                          <p:tavLst>
                                            <p:tav tm="0">
                                              <p:val>
                                                <p:fltVal val="0"/>
                                              </p:val>
                                            </p:tav>
                                            <p:tav tm="100000">
                                              <p:val>
                                                <p:strVal val="#ppt_w"/>
                                              </p:val>
                                            </p:tav>
                                          </p:tavLst>
                                        </p:anim>
                                        <p:anim calcmode="lin" valueType="num">
                                          <p:cBhvr>
                                            <p:cTn id="204" dur="300" fill="hold"/>
                                            <p:tgtEl>
                                              <p:spTgt spid="31"/>
                                            </p:tgtEl>
                                            <p:attrNameLst>
                                              <p:attrName>ppt_h</p:attrName>
                                            </p:attrNameLst>
                                          </p:cBhvr>
                                          <p:tavLst>
                                            <p:tav tm="0">
                                              <p:val>
                                                <p:fltVal val="0"/>
                                              </p:val>
                                            </p:tav>
                                            <p:tav tm="100000">
                                              <p:val>
                                                <p:strVal val="#ppt_h"/>
                                              </p:val>
                                            </p:tav>
                                          </p:tavLst>
                                        </p:anim>
                                        <p:animEffect transition="in" filter="fade">
                                          <p:cBhvr>
                                            <p:cTn id="205" dur="300"/>
                                            <p:tgtEl>
                                              <p:spTgt spid="31"/>
                                            </p:tgtEl>
                                          </p:cBhvr>
                                        </p:animEffect>
                                      </p:childTnLst>
                                    </p:cTn>
                                  </p:par>
                                  <p:par>
                                    <p:cTn id="206" presetID="6" presetClass="emph" presetSubtype="0" autoRev="1" fill="hold" grpId="1" nodeType="withEffect">
                                      <p:stCondLst>
                                        <p:cond delay="600"/>
                                      </p:stCondLst>
                                      <p:childTnLst>
                                        <p:animScale>
                                          <p:cBhvr>
                                            <p:cTn id="207" dur="150" fill="hold"/>
                                            <p:tgtEl>
                                              <p:spTgt spid="31"/>
                                            </p:tgtEl>
                                          </p:cBhvr>
                                          <p:by x="110000" y="110000"/>
                                        </p:animScale>
                                      </p:childTnLst>
                                    </p:cTn>
                                  </p:par>
                                  <p:par>
                                    <p:cTn id="208" presetID="53" presetClass="entr" presetSubtype="16" fill="hold" grpId="0" nodeType="withEffect">
                                      <p:stCondLst>
                                        <p:cond delay="0"/>
                                      </p:stCondLst>
                                      <p:childTnLst>
                                        <p:set>
                                          <p:cBhvr>
                                            <p:cTn id="209" dur="1" fill="hold">
                                              <p:stCondLst>
                                                <p:cond delay="0"/>
                                              </p:stCondLst>
                                            </p:cTn>
                                            <p:tgtEl>
                                              <p:spTgt spid="29"/>
                                            </p:tgtEl>
                                            <p:attrNameLst>
                                              <p:attrName>style.visibility</p:attrName>
                                            </p:attrNameLst>
                                          </p:cBhvr>
                                          <p:to>
                                            <p:strVal val="visible"/>
                                          </p:to>
                                        </p:set>
                                        <p:anim calcmode="lin" valueType="num">
                                          <p:cBhvr>
                                            <p:cTn id="210" dur="300" fill="hold"/>
                                            <p:tgtEl>
                                              <p:spTgt spid="29"/>
                                            </p:tgtEl>
                                            <p:attrNameLst>
                                              <p:attrName>ppt_w</p:attrName>
                                            </p:attrNameLst>
                                          </p:cBhvr>
                                          <p:tavLst>
                                            <p:tav tm="0">
                                              <p:val>
                                                <p:fltVal val="0"/>
                                              </p:val>
                                            </p:tav>
                                            <p:tav tm="100000">
                                              <p:val>
                                                <p:strVal val="#ppt_w"/>
                                              </p:val>
                                            </p:tav>
                                          </p:tavLst>
                                        </p:anim>
                                        <p:anim calcmode="lin" valueType="num">
                                          <p:cBhvr>
                                            <p:cTn id="211" dur="300" fill="hold"/>
                                            <p:tgtEl>
                                              <p:spTgt spid="29"/>
                                            </p:tgtEl>
                                            <p:attrNameLst>
                                              <p:attrName>ppt_h</p:attrName>
                                            </p:attrNameLst>
                                          </p:cBhvr>
                                          <p:tavLst>
                                            <p:tav tm="0">
                                              <p:val>
                                                <p:fltVal val="0"/>
                                              </p:val>
                                            </p:tav>
                                            <p:tav tm="100000">
                                              <p:val>
                                                <p:strVal val="#ppt_h"/>
                                              </p:val>
                                            </p:tav>
                                          </p:tavLst>
                                        </p:anim>
                                        <p:animEffect transition="in" filter="fade">
                                          <p:cBhvr>
                                            <p:cTn id="212" dur="300"/>
                                            <p:tgtEl>
                                              <p:spTgt spid="29"/>
                                            </p:tgtEl>
                                          </p:cBhvr>
                                        </p:animEffect>
                                      </p:childTnLst>
                                    </p:cTn>
                                  </p:par>
                                  <p:par>
                                    <p:cTn id="213" presetID="6" presetClass="emph" presetSubtype="0" autoRev="1" fill="hold" grpId="1" nodeType="withEffect">
                                      <p:stCondLst>
                                        <p:cond delay="300"/>
                                      </p:stCondLst>
                                      <p:childTnLst>
                                        <p:animScale>
                                          <p:cBhvr>
                                            <p:cTn id="214" dur="150" fill="hold"/>
                                            <p:tgtEl>
                                              <p:spTgt spid="29"/>
                                            </p:tgtEl>
                                          </p:cBhvr>
                                          <p:by x="110000" y="110000"/>
                                        </p:animScale>
                                      </p:childTnLst>
                                    </p:cTn>
                                  </p:par>
                                  <p:par>
                                    <p:cTn id="215" presetID="53" presetClass="entr" presetSubtype="16" fill="hold" grpId="0" nodeType="withEffect">
                                      <p:stCondLst>
                                        <p:cond delay="800"/>
                                      </p:stCondLst>
                                      <p:childTnLst>
                                        <p:set>
                                          <p:cBhvr>
                                            <p:cTn id="216" dur="1" fill="hold">
                                              <p:stCondLst>
                                                <p:cond delay="0"/>
                                              </p:stCondLst>
                                            </p:cTn>
                                            <p:tgtEl>
                                              <p:spTgt spid="24"/>
                                            </p:tgtEl>
                                            <p:attrNameLst>
                                              <p:attrName>style.visibility</p:attrName>
                                            </p:attrNameLst>
                                          </p:cBhvr>
                                          <p:to>
                                            <p:strVal val="visible"/>
                                          </p:to>
                                        </p:set>
                                        <p:anim calcmode="lin" valueType="num">
                                          <p:cBhvr>
                                            <p:cTn id="217" dur="300" fill="hold"/>
                                            <p:tgtEl>
                                              <p:spTgt spid="24"/>
                                            </p:tgtEl>
                                            <p:attrNameLst>
                                              <p:attrName>ppt_w</p:attrName>
                                            </p:attrNameLst>
                                          </p:cBhvr>
                                          <p:tavLst>
                                            <p:tav tm="0">
                                              <p:val>
                                                <p:fltVal val="0"/>
                                              </p:val>
                                            </p:tav>
                                            <p:tav tm="100000">
                                              <p:val>
                                                <p:strVal val="#ppt_w"/>
                                              </p:val>
                                            </p:tav>
                                          </p:tavLst>
                                        </p:anim>
                                        <p:anim calcmode="lin" valueType="num">
                                          <p:cBhvr>
                                            <p:cTn id="218" dur="300" fill="hold"/>
                                            <p:tgtEl>
                                              <p:spTgt spid="24"/>
                                            </p:tgtEl>
                                            <p:attrNameLst>
                                              <p:attrName>ppt_h</p:attrName>
                                            </p:attrNameLst>
                                          </p:cBhvr>
                                          <p:tavLst>
                                            <p:tav tm="0">
                                              <p:val>
                                                <p:fltVal val="0"/>
                                              </p:val>
                                            </p:tav>
                                            <p:tav tm="100000">
                                              <p:val>
                                                <p:strVal val="#ppt_h"/>
                                              </p:val>
                                            </p:tav>
                                          </p:tavLst>
                                        </p:anim>
                                        <p:animEffect transition="in" filter="fade">
                                          <p:cBhvr>
                                            <p:cTn id="219" dur="300"/>
                                            <p:tgtEl>
                                              <p:spTgt spid="24"/>
                                            </p:tgtEl>
                                          </p:cBhvr>
                                        </p:animEffect>
                                      </p:childTnLst>
                                    </p:cTn>
                                  </p:par>
                                  <p:par>
                                    <p:cTn id="220" presetID="6" presetClass="emph" presetSubtype="0" autoRev="1" fill="hold" grpId="1" nodeType="withEffect">
                                      <p:stCondLst>
                                        <p:cond delay="1100"/>
                                      </p:stCondLst>
                                      <p:childTnLst>
                                        <p:animScale>
                                          <p:cBhvr>
                                            <p:cTn id="221" dur="150" fill="hold"/>
                                            <p:tgtEl>
                                              <p:spTgt spid="24"/>
                                            </p:tgtEl>
                                          </p:cBhvr>
                                          <p:by x="110000" y="110000"/>
                                        </p:animScale>
                                      </p:childTnLst>
                                    </p:cTn>
                                  </p:par>
                                  <p:par>
                                    <p:cTn id="222" presetID="52" presetClass="entr" presetSubtype="0" fill="hold" nodeType="withEffect">
                                      <p:stCondLst>
                                        <p:cond delay="0"/>
                                      </p:stCondLst>
                                      <p:iterate type="lt">
                                        <p:tmPct val="10000"/>
                                      </p:iterate>
                                      <p:childTnLst>
                                        <p:set>
                                          <p:cBhvr>
                                            <p:cTn id="223" dur="1" fill="hold">
                                              <p:stCondLst>
                                                <p:cond delay="0"/>
                                              </p:stCondLst>
                                            </p:cTn>
                                            <p:tgtEl>
                                              <p:spTgt spid="1034">
                                                <p:txEl>
                                                  <p:pRg st="0" end="0"/>
                                                </p:txEl>
                                              </p:spTgt>
                                            </p:tgtEl>
                                            <p:attrNameLst>
                                              <p:attrName>style.visibility</p:attrName>
                                            </p:attrNameLst>
                                          </p:cBhvr>
                                          <p:to>
                                            <p:strVal val="visible"/>
                                          </p:to>
                                        </p:set>
                                        <p:animScale>
                                          <p:cBhvr>
                                            <p:cTn id="224" dur="800" decel="50000" fill="hold">
                                              <p:stCondLst>
                                                <p:cond delay="0"/>
                                              </p:stCondLst>
                                            </p:cTn>
                                            <p:tgtEl>
                                              <p:spTgt spid="1034">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5" dur="800" decel="50000" fill="hold">
                                              <p:stCondLst>
                                                <p:cond delay="0"/>
                                              </p:stCondLst>
                                            </p:cTn>
                                            <p:tgtEl>
                                              <p:spTgt spid="1034">
                                                <p:txEl>
                                                  <p:pRg st="0" end="0"/>
                                                </p:txEl>
                                              </p:spTgt>
                                            </p:tgtEl>
                                            <p:attrNameLst>
                                              <p:attrName>ppt_x</p:attrName>
                                              <p:attrName>ppt_y</p:attrName>
                                            </p:attrNameLst>
                                          </p:cBhvr>
                                        </p:animMotion>
                                        <p:animEffect transition="in" filter="fade">
                                          <p:cBhvr>
                                            <p:cTn id="226" dur="800"/>
                                            <p:tgtEl>
                                              <p:spTgt spid="1034">
                                                <p:txEl>
                                                  <p:pRg st="0" end="0"/>
                                                </p:txEl>
                                              </p:spTgt>
                                            </p:tgtEl>
                                          </p:cBhvr>
                                        </p:animEffect>
                                      </p:childTnLst>
                                    </p:cTn>
                                  </p:par>
                                  <p:par>
                                    <p:cTn id="227" presetID="53" presetClass="entr" presetSubtype="16" fill="hold" nodeType="withEffect">
                                      <p:stCondLst>
                                        <p:cond delay="800"/>
                                      </p:stCondLst>
                                      <p:iterate type="lt">
                                        <p:tmPct val="10000"/>
                                      </p:iterate>
                                      <p:childTnLst>
                                        <p:set>
                                          <p:cBhvr>
                                            <p:cTn id="228" dur="1" fill="hold">
                                              <p:stCondLst>
                                                <p:cond delay="0"/>
                                              </p:stCondLst>
                                            </p:cTn>
                                            <p:tgtEl>
                                              <p:spTgt spid="1031">
                                                <p:txEl>
                                                  <p:pRg st="0" end="0"/>
                                                </p:txEl>
                                              </p:spTgt>
                                            </p:tgtEl>
                                            <p:attrNameLst>
                                              <p:attrName>style.visibility</p:attrName>
                                            </p:attrNameLst>
                                          </p:cBhvr>
                                          <p:to>
                                            <p:strVal val="visible"/>
                                          </p:to>
                                        </p:set>
                                        <p:anim calcmode="lin" valueType="num">
                                          <p:cBhvr>
                                            <p:cTn id="229" dur="500" fill="hold"/>
                                            <p:tgtEl>
                                              <p:spTgt spid="1031">
                                                <p:txEl>
                                                  <p:pRg st="0" end="0"/>
                                                </p:txEl>
                                              </p:spTgt>
                                            </p:tgtEl>
                                            <p:attrNameLst>
                                              <p:attrName>ppt_w</p:attrName>
                                            </p:attrNameLst>
                                          </p:cBhvr>
                                          <p:tavLst>
                                            <p:tav tm="0">
                                              <p:val>
                                                <p:fltVal val="0"/>
                                              </p:val>
                                            </p:tav>
                                            <p:tav tm="100000">
                                              <p:val>
                                                <p:strVal val="#ppt_w"/>
                                              </p:val>
                                            </p:tav>
                                          </p:tavLst>
                                        </p:anim>
                                        <p:anim calcmode="lin" valueType="num">
                                          <p:cBhvr>
                                            <p:cTn id="230" dur="500" fill="hold"/>
                                            <p:tgtEl>
                                              <p:spTgt spid="1031">
                                                <p:txEl>
                                                  <p:pRg st="0" end="0"/>
                                                </p:txEl>
                                              </p:spTgt>
                                            </p:tgtEl>
                                            <p:attrNameLst>
                                              <p:attrName>ppt_h</p:attrName>
                                            </p:attrNameLst>
                                          </p:cBhvr>
                                          <p:tavLst>
                                            <p:tav tm="0">
                                              <p:val>
                                                <p:fltVal val="0"/>
                                              </p:val>
                                            </p:tav>
                                            <p:tav tm="100000">
                                              <p:val>
                                                <p:strVal val="#ppt_h"/>
                                              </p:val>
                                            </p:tav>
                                          </p:tavLst>
                                        </p:anim>
                                        <p:animEffect transition="in" filter="fade">
                                          <p:cBhvr>
                                            <p:cTn id="231" dur="500"/>
                                            <p:tgtEl>
                                              <p:spTgt spid="1031">
                                                <p:txEl>
                                                  <p:pRg st="0" end="0"/>
                                                </p:txEl>
                                              </p:spTgt>
                                            </p:tgtEl>
                                          </p:cBhvr>
                                        </p:animEffect>
                                      </p:childTnLst>
                                    </p:cTn>
                                  </p:par>
                                  <p:par>
                                    <p:cTn id="232" presetID="53" presetClass="entr" presetSubtype="16" fill="hold" grpId="0" nodeType="withEffect">
                                      <p:stCondLst>
                                        <p:cond delay="1300"/>
                                      </p:stCondLst>
                                      <p:childTnLst>
                                        <p:set>
                                          <p:cBhvr>
                                            <p:cTn id="233" dur="1" fill="hold">
                                              <p:stCondLst>
                                                <p:cond delay="0"/>
                                              </p:stCondLst>
                                            </p:cTn>
                                            <p:tgtEl>
                                              <p:spTgt spid="1032"/>
                                            </p:tgtEl>
                                            <p:attrNameLst>
                                              <p:attrName>style.visibility</p:attrName>
                                            </p:attrNameLst>
                                          </p:cBhvr>
                                          <p:to>
                                            <p:strVal val="visible"/>
                                          </p:to>
                                        </p:set>
                                        <p:anim calcmode="lin" valueType="num">
                                          <p:cBhvr>
                                            <p:cTn id="234" dur="300" fill="hold"/>
                                            <p:tgtEl>
                                              <p:spTgt spid="1032"/>
                                            </p:tgtEl>
                                            <p:attrNameLst>
                                              <p:attrName>ppt_w</p:attrName>
                                            </p:attrNameLst>
                                          </p:cBhvr>
                                          <p:tavLst>
                                            <p:tav tm="0">
                                              <p:val>
                                                <p:fltVal val="0"/>
                                              </p:val>
                                            </p:tav>
                                            <p:tav tm="100000">
                                              <p:val>
                                                <p:strVal val="#ppt_w"/>
                                              </p:val>
                                            </p:tav>
                                          </p:tavLst>
                                        </p:anim>
                                        <p:anim calcmode="lin" valueType="num">
                                          <p:cBhvr>
                                            <p:cTn id="235" dur="300" fill="hold"/>
                                            <p:tgtEl>
                                              <p:spTgt spid="1032"/>
                                            </p:tgtEl>
                                            <p:attrNameLst>
                                              <p:attrName>ppt_h</p:attrName>
                                            </p:attrNameLst>
                                          </p:cBhvr>
                                          <p:tavLst>
                                            <p:tav tm="0">
                                              <p:val>
                                                <p:fltVal val="0"/>
                                              </p:val>
                                            </p:tav>
                                            <p:tav tm="100000">
                                              <p:val>
                                                <p:strVal val="#ppt_h"/>
                                              </p:val>
                                            </p:tav>
                                          </p:tavLst>
                                        </p:anim>
                                        <p:animEffect transition="in" filter="fade">
                                          <p:cBhvr>
                                            <p:cTn id="236" dur="300"/>
                                            <p:tgtEl>
                                              <p:spTgt spid="1032"/>
                                            </p:tgtEl>
                                          </p:cBhvr>
                                        </p:animEffect>
                                      </p:childTnLst>
                                    </p:cTn>
                                  </p:par>
                                  <p:par>
                                    <p:cTn id="237" presetID="6" presetClass="emph" presetSubtype="0" autoRev="1" fill="hold" grpId="1" nodeType="withEffect">
                                      <p:stCondLst>
                                        <p:cond delay="1600"/>
                                      </p:stCondLst>
                                      <p:childTnLst>
                                        <p:animScale>
                                          <p:cBhvr>
                                            <p:cTn id="238" dur="150" fill="hold"/>
                                            <p:tgtEl>
                                              <p:spTgt spid="1032"/>
                                            </p:tgtEl>
                                          </p:cBhvr>
                                          <p:by x="110000" y="110000"/>
                                        </p:animScale>
                                      </p:childTnLst>
                                    </p:cTn>
                                  </p:par>
                                  <p:par>
                                    <p:cTn id="239" presetID="2" presetClass="entr" presetSubtype="8" fill="hold" grpId="0" nodeType="withEffect">
                                      <p:stCondLst>
                                        <p:cond delay="1900"/>
                                      </p:stCondLst>
                                      <p:childTnLst>
                                        <p:set>
                                          <p:cBhvr>
                                            <p:cTn id="240" dur="1" fill="hold">
                                              <p:stCondLst>
                                                <p:cond delay="0"/>
                                              </p:stCondLst>
                                            </p:cTn>
                                            <p:tgtEl>
                                              <p:spTgt spid="1033"/>
                                            </p:tgtEl>
                                            <p:attrNameLst>
                                              <p:attrName>style.visibility</p:attrName>
                                            </p:attrNameLst>
                                          </p:cBhvr>
                                          <p:to>
                                            <p:strVal val="visible"/>
                                          </p:to>
                                        </p:set>
                                        <p:anim calcmode="lin" valueType="num">
                                          <p:cBhvr additive="base">
                                            <p:cTn id="241" dur="400" fill="hold"/>
                                            <p:tgtEl>
                                              <p:spTgt spid="1033"/>
                                            </p:tgtEl>
                                            <p:attrNameLst>
                                              <p:attrName>ppt_x</p:attrName>
                                            </p:attrNameLst>
                                          </p:cBhvr>
                                          <p:tavLst>
                                            <p:tav tm="0">
                                              <p:val>
                                                <p:strVal val="0-#ppt_w/2"/>
                                              </p:val>
                                            </p:tav>
                                            <p:tav tm="100000">
                                              <p:val>
                                                <p:strVal val="#ppt_x"/>
                                              </p:val>
                                            </p:tav>
                                          </p:tavLst>
                                        </p:anim>
                                        <p:anim calcmode="lin" valueType="num">
                                          <p:cBhvr additive="base">
                                            <p:cTn id="242" dur="400" fill="hold"/>
                                            <p:tgtEl>
                                              <p:spTgt spid="1033"/>
                                            </p:tgtEl>
                                            <p:attrNameLst>
                                              <p:attrName>ppt_y</p:attrName>
                                            </p:attrNameLst>
                                          </p:cBhvr>
                                          <p:tavLst>
                                            <p:tav tm="0">
                                              <p:val>
                                                <p:strVal val="#ppt_y"/>
                                              </p:val>
                                            </p:tav>
                                            <p:tav tm="100000">
                                              <p:val>
                                                <p:strVal val="#ppt_y"/>
                                              </p:val>
                                            </p:tav>
                                          </p:tavLst>
                                        </p:anim>
                                      </p:childTnLst>
                                    </p:cTn>
                                  </p:par>
                                  <p:par>
                                    <p:cTn id="243" presetID="2" presetClass="entr" presetSubtype="4" fill="hold" grpId="0" nodeType="withEffect">
                                      <p:stCondLst>
                                        <p:cond delay="1900"/>
                                      </p:stCondLst>
                                      <p:childTnLst>
                                        <p:set>
                                          <p:cBhvr>
                                            <p:cTn id="244" dur="1" fill="hold">
                                              <p:stCondLst>
                                                <p:cond delay="0"/>
                                              </p:stCondLst>
                                            </p:cTn>
                                            <p:tgtEl>
                                              <p:spTgt spid="50"/>
                                            </p:tgtEl>
                                            <p:attrNameLst>
                                              <p:attrName>style.visibility</p:attrName>
                                            </p:attrNameLst>
                                          </p:cBhvr>
                                          <p:to>
                                            <p:strVal val="visible"/>
                                          </p:to>
                                        </p:set>
                                        <p:anim calcmode="lin" valueType="num">
                                          <p:cBhvr additive="base">
                                            <p:cTn id="245" dur="600" fill="hold"/>
                                            <p:tgtEl>
                                              <p:spTgt spid="50"/>
                                            </p:tgtEl>
                                            <p:attrNameLst>
                                              <p:attrName>ppt_x</p:attrName>
                                            </p:attrNameLst>
                                          </p:cBhvr>
                                          <p:tavLst>
                                            <p:tav tm="0">
                                              <p:val>
                                                <p:strVal val="#ppt_x"/>
                                              </p:val>
                                            </p:tav>
                                            <p:tav tm="100000">
                                              <p:val>
                                                <p:strVal val="#ppt_x"/>
                                              </p:val>
                                            </p:tav>
                                          </p:tavLst>
                                        </p:anim>
                                        <p:anim calcmode="lin" valueType="num">
                                          <p:cBhvr additive="base">
                                            <p:cTn id="246" dur="6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1024" grpId="0" animBg="1"/>
          <p:bldP spid="1024" grpId="1" animBg="1"/>
          <p:bldP spid="1025" grpId="0" animBg="1"/>
          <p:bldP spid="1025" grpId="1" animBg="1"/>
          <p:bldP spid="1027" grpId="0" animBg="1"/>
          <p:bldP spid="1027" grpId="1" animBg="1"/>
          <p:bldP spid="1028" grpId="0" animBg="1"/>
          <p:bldP spid="1028" grpId="1" animBg="1"/>
          <p:bldP spid="1029" grpId="0" animBg="1"/>
          <p:bldP spid="1029" grpId="1" animBg="1"/>
          <p:bldP spid="1030" grpId="0" animBg="1"/>
          <p:bldP spid="1030" grpId="1" animBg="1"/>
          <p:bldP spid="1032" grpId="0"/>
          <p:bldP spid="1032" grpId="1"/>
          <p:bldP spid="1033" grpId="0"/>
          <p:bldP spid="50" grpId="0" animBg="1"/>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269356" y="-781850"/>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407044" y="73812"/>
            <a:ext cx="184150" cy="184150"/>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358131" y="742150"/>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645169" y="184938"/>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Oval 12"/>
          <p:cNvSpPr>
            <a:spLocks noChangeArrowheads="1"/>
          </p:cNvSpPr>
          <p:nvPr/>
        </p:nvSpPr>
        <p:spPr bwMode="auto">
          <a:xfrm>
            <a:off x="1162694" y="-959650"/>
            <a:ext cx="2003425" cy="2006600"/>
          </a:xfrm>
          <a:prstGeom prst="ellipse">
            <a:avLst/>
          </a:prstGeom>
          <a:solidFill>
            <a:srgbClr val="F4D50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5769" y="669125"/>
            <a:ext cx="1790700" cy="1795463"/>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Oval 14"/>
          <p:cNvSpPr>
            <a:spLocks noChangeArrowheads="1"/>
          </p:cNvSpPr>
          <p:nvPr/>
        </p:nvSpPr>
        <p:spPr bwMode="auto">
          <a:xfrm>
            <a:off x="1826269" y="1826413"/>
            <a:ext cx="714375" cy="714375"/>
          </a:xfrm>
          <a:prstGeom prst="ellipse">
            <a:avLst/>
          </a:prstGeom>
          <a:solidFill>
            <a:srgbClr val="99CED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Oval 15"/>
          <p:cNvSpPr>
            <a:spLocks noChangeArrowheads="1"/>
          </p:cNvSpPr>
          <p:nvPr/>
        </p:nvSpPr>
        <p:spPr bwMode="auto">
          <a:xfrm>
            <a:off x="2216794" y="1104100"/>
            <a:ext cx="365125" cy="365125"/>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Oval 16"/>
          <p:cNvSpPr>
            <a:spLocks noChangeArrowheads="1"/>
          </p:cNvSpPr>
          <p:nvPr/>
        </p:nvSpPr>
        <p:spPr bwMode="auto">
          <a:xfrm>
            <a:off x="1029344" y="2416963"/>
            <a:ext cx="635000" cy="636588"/>
          </a:xfrm>
          <a:prstGeom prst="ellipse">
            <a:avLst/>
          </a:prstGeom>
          <a:solidFill>
            <a:srgbClr val="E78A4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251469" y="284082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1537344" y="243283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781694" y="2267738"/>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499119" y="2439188"/>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304156" y="1870863"/>
            <a:ext cx="1009650" cy="1011238"/>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774056" y="1589875"/>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88256" y="3593300"/>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94606" y="4013988"/>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120006" y="4290213"/>
            <a:ext cx="241300" cy="24130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348606" y="4699788"/>
            <a:ext cx="104775" cy="10636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484798" y="5036338"/>
            <a:ext cx="231447" cy="231447"/>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154931" y="4699788"/>
            <a:ext cx="263525" cy="261938"/>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27956" y="4888700"/>
            <a:ext cx="149225" cy="149225"/>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332731" y="4366413"/>
            <a:ext cx="333375" cy="333375"/>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62881" y="1683538"/>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13344" y="3574250"/>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472431" y="3440900"/>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739131" y="3759988"/>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1155056" y="2391563"/>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578551" y="1132675"/>
            <a:ext cx="1377836"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zh-CN" altLang="en-US" sz="3600" b="1" dirty="0">
                <a:solidFill>
                  <a:srgbClr val="FFFFFF"/>
                </a:solidFill>
                <a:latin typeface="微软雅黑" panose="020B0503020204020204" pitchFamily="34" charset="-122"/>
                <a:ea typeface="微软雅黑" panose="020B0503020204020204" pitchFamily="34" charset="-122"/>
              </a:rPr>
              <a:t>目录</a:t>
            </a:r>
            <a:endParaRPr lang="en-US" altLang="zh-CN" sz="3600" b="1" dirty="0">
              <a:solidFill>
                <a:srgbClr val="FFFFFF"/>
              </a:solidFill>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rPr>
              <a:t>contents</a:t>
            </a:r>
            <a:endParaRPr kumimoji="0" lang="zh-CN" altLang="zh-CN" sz="3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36" name="Oval 14"/>
          <p:cNvSpPr>
            <a:spLocks noChangeArrowheads="1"/>
          </p:cNvSpPr>
          <p:nvPr/>
        </p:nvSpPr>
        <p:spPr bwMode="auto">
          <a:xfrm>
            <a:off x="3046166" y="857000"/>
            <a:ext cx="520573" cy="520573"/>
          </a:xfrm>
          <a:prstGeom prst="ellipse">
            <a:avLst/>
          </a:prstGeom>
          <a:solidFill>
            <a:srgbClr val="EA551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Rectangle 39"/>
          <p:cNvSpPr>
            <a:spLocks noChangeArrowheads="1"/>
          </p:cNvSpPr>
          <p:nvPr/>
        </p:nvSpPr>
        <p:spPr bwMode="auto">
          <a:xfrm>
            <a:off x="3046165" y="942480"/>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FCFBF7"/>
                </a:solidFill>
                <a:latin typeface="Impact" panose="020B0806030902050204" pitchFamily="34" charset="0"/>
                <a:ea typeface="微软雅黑" panose="020B0503020204020204" pitchFamily="34" charset="-122"/>
              </a:rPr>
              <a:t>01</a:t>
            </a:r>
          </a:p>
        </p:txBody>
      </p:sp>
      <p:sp>
        <p:nvSpPr>
          <p:cNvPr id="41" name="Rectangle 39"/>
          <p:cNvSpPr>
            <a:spLocks noChangeArrowheads="1"/>
          </p:cNvSpPr>
          <p:nvPr/>
        </p:nvSpPr>
        <p:spPr bwMode="auto">
          <a:xfrm>
            <a:off x="3810696" y="917231"/>
            <a:ext cx="148138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400" b="1" dirty="0">
                <a:solidFill>
                  <a:srgbClr val="EA5514"/>
                </a:solidFill>
                <a:latin typeface="微软雅黑" pitchFamily="34" charset="-122"/>
                <a:ea typeface="微软雅黑" pitchFamily="34" charset="-122"/>
                <a:cs typeface="宋体" pitchFamily="2" charset="-122"/>
              </a:rPr>
              <a:t>项目背景</a:t>
            </a:r>
            <a:endParaRPr lang="en-US" altLang="zh-CN" sz="2400" b="1" dirty="0">
              <a:solidFill>
                <a:srgbClr val="EA5514"/>
              </a:solidFill>
              <a:latin typeface="微软雅黑" pitchFamily="34" charset="-122"/>
              <a:ea typeface="微软雅黑" pitchFamily="34" charset="-122"/>
              <a:cs typeface="宋体" pitchFamily="2" charset="-122"/>
            </a:endParaRPr>
          </a:p>
          <a:p>
            <a:pPr>
              <a:buFont typeface="Arial" pitchFamily="34" charset="0"/>
              <a:buNone/>
            </a:pPr>
            <a:r>
              <a:rPr lang="en-US" altLang="zh-CN" sz="1200" dirty="0">
                <a:solidFill>
                  <a:schemeClr val="tx1">
                    <a:lumMod val="50000"/>
                    <a:lumOff val="50000"/>
                  </a:schemeClr>
                </a:solidFill>
              </a:rPr>
              <a:t>P3</a:t>
            </a:r>
            <a:endParaRPr lang="zh-CN" altLang="en-US" sz="1200" dirty="0">
              <a:solidFill>
                <a:schemeClr val="tx1">
                  <a:lumMod val="50000"/>
                  <a:lumOff val="50000"/>
                </a:schemeClr>
              </a:solidFill>
            </a:endParaRPr>
          </a:p>
        </p:txBody>
      </p:sp>
      <p:sp>
        <p:nvSpPr>
          <p:cNvPr id="42" name="Oval 14"/>
          <p:cNvSpPr>
            <a:spLocks noChangeArrowheads="1"/>
          </p:cNvSpPr>
          <p:nvPr/>
        </p:nvSpPr>
        <p:spPr bwMode="auto">
          <a:xfrm>
            <a:off x="3046166" y="1706630"/>
            <a:ext cx="520573" cy="520573"/>
          </a:xfrm>
          <a:prstGeom prst="ellipse">
            <a:avLst/>
          </a:prstGeom>
          <a:noFill/>
          <a:ln>
            <a:solidFill>
              <a:srgbClr val="EA5514"/>
            </a:solidFill>
          </a:ln>
        </p:spPr>
        <p:txBody>
          <a:bodyPr vert="horz" wrap="square" lIns="91440" tIns="45720" rIns="91440" bIns="45720" numCol="1" anchor="t" anchorCtr="0" compatLnSpc="1">
            <a:prstTxWarp prst="textNoShape">
              <a:avLst/>
            </a:prstTxWarp>
          </a:bodyPr>
          <a:lstStyle/>
          <a:p>
            <a:endParaRPr lang="zh-CN" altLang="en-US"/>
          </a:p>
        </p:txBody>
      </p:sp>
      <p:sp>
        <p:nvSpPr>
          <p:cNvPr id="43" name="Rectangle 39"/>
          <p:cNvSpPr>
            <a:spLocks noChangeArrowheads="1"/>
          </p:cNvSpPr>
          <p:nvPr/>
        </p:nvSpPr>
        <p:spPr bwMode="auto">
          <a:xfrm>
            <a:off x="3046165" y="1792110"/>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EA5514"/>
                </a:solidFill>
                <a:latin typeface="Impact" panose="020B0806030902050204" pitchFamily="34" charset="0"/>
                <a:ea typeface="微软雅黑" panose="020B0503020204020204" pitchFamily="34" charset="-122"/>
              </a:rPr>
              <a:t>02</a:t>
            </a:r>
          </a:p>
        </p:txBody>
      </p:sp>
      <p:sp>
        <p:nvSpPr>
          <p:cNvPr id="44" name="Rectangle 39"/>
          <p:cNvSpPr>
            <a:spLocks noChangeArrowheads="1"/>
          </p:cNvSpPr>
          <p:nvPr/>
        </p:nvSpPr>
        <p:spPr bwMode="auto">
          <a:xfrm>
            <a:off x="3810696" y="1766861"/>
            <a:ext cx="19442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itchFamily="34" charset="0"/>
              <a:buNone/>
            </a:pPr>
            <a:r>
              <a:rPr lang="zh-CN" altLang="en-US" sz="2400" b="1" dirty="0">
                <a:solidFill>
                  <a:srgbClr val="EA5514"/>
                </a:solidFill>
                <a:latin typeface="微软雅黑" pitchFamily="34" charset="-122"/>
                <a:ea typeface="微软雅黑" pitchFamily="34" charset="-122"/>
                <a:cs typeface="宋体" pitchFamily="2" charset="-122"/>
              </a:rPr>
              <a:t>用户调研</a:t>
            </a:r>
            <a:endParaRPr lang="en-US" altLang="zh-CN" sz="2400" b="1" dirty="0">
              <a:solidFill>
                <a:srgbClr val="EA5514"/>
              </a:solidFill>
              <a:latin typeface="微软雅黑" pitchFamily="34" charset="-122"/>
              <a:ea typeface="微软雅黑" pitchFamily="34" charset="-122"/>
              <a:cs typeface="宋体" pitchFamily="2" charset="-122"/>
            </a:endParaRPr>
          </a:p>
          <a:p>
            <a:r>
              <a:rPr lang="en-US" altLang="zh-CN" sz="1200" dirty="0">
                <a:solidFill>
                  <a:schemeClr val="tx1">
                    <a:lumMod val="50000"/>
                    <a:lumOff val="50000"/>
                  </a:schemeClr>
                </a:solidFill>
              </a:rPr>
              <a:t>P5</a:t>
            </a:r>
            <a:endParaRPr lang="zh-CN" altLang="en-US" sz="1200" dirty="0">
              <a:solidFill>
                <a:schemeClr val="tx1">
                  <a:lumMod val="50000"/>
                  <a:lumOff val="50000"/>
                </a:schemeClr>
              </a:solidFill>
            </a:endParaRPr>
          </a:p>
        </p:txBody>
      </p:sp>
      <p:sp>
        <p:nvSpPr>
          <p:cNvPr id="69" name="Oval 14">
            <a:extLst>
              <a:ext uri="{FF2B5EF4-FFF2-40B4-BE49-F238E27FC236}">
                <a16:creationId xmlns:a16="http://schemas.microsoft.com/office/drawing/2014/main" id="{CFC76FCB-EC37-49D7-992A-DCE6EFAAFC9D}"/>
              </a:ext>
            </a:extLst>
          </p:cNvPr>
          <p:cNvSpPr>
            <a:spLocks noChangeArrowheads="1"/>
          </p:cNvSpPr>
          <p:nvPr/>
        </p:nvSpPr>
        <p:spPr bwMode="auto">
          <a:xfrm>
            <a:off x="3067106" y="2551101"/>
            <a:ext cx="520573" cy="520573"/>
          </a:xfrm>
          <a:prstGeom prst="ellipse">
            <a:avLst/>
          </a:prstGeom>
          <a:solidFill>
            <a:srgbClr val="EA551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Rectangle 39">
            <a:extLst>
              <a:ext uri="{FF2B5EF4-FFF2-40B4-BE49-F238E27FC236}">
                <a16:creationId xmlns:a16="http://schemas.microsoft.com/office/drawing/2014/main" id="{3653703C-EBFD-4E6D-8A39-DD155CAB906F}"/>
              </a:ext>
            </a:extLst>
          </p:cNvPr>
          <p:cNvSpPr>
            <a:spLocks noChangeArrowheads="1"/>
          </p:cNvSpPr>
          <p:nvPr/>
        </p:nvSpPr>
        <p:spPr bwMode="auto">
          <a:xfrm>
            <a:off x="3067105" y="2636581"/>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FCFBF7"/>
                </a:solidFill>
                <a:latin typeface="Impact" panose="020B0806030902050204" pitchFamily="34" charset="0"/>
                <a:ea typeface="微软雅黑" panose="020B0503020204020204" pitchFamily="34" charset="-122"/>
              </a:rPr>
              <a:t>03</a:t>
            </a:r>
          </a:p>
        </p:txBody>
      </p:sp>
      <p:sp>
        <p:nvSpPr>
          <p:cNvPr id="71" name="Rectangle 39">
            <a:extLst>
              <a:ext uri="{FF2B5EF4-FFF2-40B4-BE49-F238E27FC236}">
                <a16:creationId xmlns:a16="http://schemas.microsoft.com/office/drawing/2014/main" id="{A905CF5B-0E03-4CAA-BD02-B6D577DEF875}"/>
              </a:ext>
            </a:extLst>
          </p:cNvPr>
          <p:cNvSpPr>
            <a:spLocks noChangeArrowheads="1"/>
          </p:cNvSpPr>
          <p:nvPr/>
        </p:nvSpPr>
        <p:spPr bwMode="auto">
          <a:xfrm>
            <a:off x="3831636" y="2611332"/>
            <a:ext cx="148138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400" b="1" dirty="0">
                <a:solidFill>
                  <a:srgbClr val="EA5514"/>
                </a:solidFill>
                <a:latin typeface="微软雅黑" pitchFamily="34" charset="-122"/>
                <a:ea typeface="微软雅黑" pitchFamily="34" charset="-122"/>
                <a:cs typeface="宋体" pitchFamily="2" charset="-122"/>
              </a:rPr>
              <a:t>项目介绍</a:t>
            </a:r>
            <a:endParaRPr lang="en-US" altLang="zh-CN" sz="2400" b="1" dirty="0">
              <a:solidFill>
                <a:srgbClr val="EA5514"/>
              </a:solidFill>
              <a:latin typeface="微软雅黑" pitchFamily="34" charset="-122"/>
              <a:ea typeface="微软雅黑" pitchFamily="34" charset="-122"/>
              <a:cs typeface="宋体" pitchFamily="2" charset="-122"/>
            </a:endParaRPr>
          </a:p>
          <a:p>
            <a:pPr>
              <a:buFont typeface="Arial" pitchFamily="34" charset="0"/>
              <a:buNone/>
            </a:pPr>
            <a:r>
              <a:rPr lang="en-US" altLang="zh-CN" sz="1200" dirty="0">
                <a:solidFill>
                  <a:schemeClr val="tx1">
                    <a:lumMod val="50000"/>
                    <a:lumOff val="50000"/>
                  </a:schemeClr>
                </a:solidFill>
              </a:rPr>
              <a:t>P8</a:t>
            </a:r>
            <a:endParaRPr lang="zh-CN" altLang="en-US" sz="1200" dirty="0">
              <a:solidFill>
                <a:schemeClr val="tx1">
                  <a:lumMod val="50000"/>
                  <a:lumOff val="50000"/>
                </a:schemeClr>
              </a:solidFill>
            </a:endParaRPr>
          </a:p>
        </p:txBody>
      </p:sp>
      <p:sp>
        <p:nvSpPr>
          <p:cNvPr id="72" name="Oval 14">
            <a:extLst>
              <a:ext uri="{FF2B5EF4-FFF2-40B4-BE49-F238E27FC236}">
                <a16:creationId xmlns:a16="http://schemas.microsoft.com/office/drawing/2014/main" id="{60A782A4-67C6-4DC3-A81B-22472FE3525C}"/>
              </a:ext>
            </a:extLst>
          </p:cNvPr>
          <p:cNvSpPr>
            <a:spLocks noChangeArrowheads="1"/>
          </p:cNvSpPr>
          <p:nvPr/>
        </p:nvSpPr>
        <p:spPr bwMode="auto">
          <a:xfrm>
            <a:off x="3067106" y="3400731"/>
            <a:ext cx="520573" cy="520573"/>
          </a:xfrm>
          <a:prstGeom prst="ellipse">
            <a:avLst/>
          </a:prstGeom>
          <a:noFill/>
          <a:ln>
            <a:solidFill>
              <a:srgbClr val="EA5514"/>
            </a:solidFill>
          </a:ln>
        </p:spPr>
        <p:txBody>
          <a:bodyPr vert="horz" wrap="square" lIns="91440" tIns="45720" rIns="91440" bIns="45720" numCol="1" anchor="t" anchorCtr="0" compatLnSpc="1">
            <a:prstTxWarp prst="textNoShape">
              <a:avLst/>
            </a:prstTxWarp>
          </a:bodyPr>
          <a:lstStyle/>
          <a:p>
            <a:endParaRPr lang="zh-CN" altLang="en-US"/>
          </a:p>
        </p:txBody>
      </p:sp>
      <p:sp>
        <p:nvSpPr>
          <p:cNvPr id="73" name="Rectangle 39">
            <a:extLst>
              <a:ext uri="{FF2B5EF4-FFF2-40B4-BE49-F238E27FC236}">
                <a16:creationId xmlns:a16="http://schemas.microsoft.com/office/drawing/2014/main" id="{D8FE7E8B-5F06-4897-8E85-D456D1058B13}"/>
              </a:ext>
            </a:extLst>
          </p:cNvPr>
          <p:cNvSpPr>
            <a:spLocks noChangeArrowheads="1"/>
          </p:cNvSpPr>
          <p:nvPr/>
        </p:nvSpPr>
        <p:spPr bwMode="auto">
          <a:xfrm>
            <a:off x="3067105" y="3486211"/>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EA5514"/>
                </a:solidFill>
                <a:latin typeface="Impact" panose="020B0806030902050204" pitchFamily="34" charset="0"/>
                <a:ea typeface="微软雅黑" panose="020B0503020204020204" pitchFamily="34" charset="-122"/>
              </a:rPr>
              <a:t>04</a:t>
            </a:r>
          </a:p>
        </p:txBody>
      </p:sp>
      <p:sp>
        <p:nvSpPr>
          <p:cNvPr id="74" name="Rectangle 39">
            <a:extLst>
              <a:ext uri="{FF2B5EF4-FFF2-40B4-BE49-F238E27FC236}">
                <a16:creationId xmlns:a16="http://schemas.microsoft.com/office/drawing/2014/main" id="{4C309282-28C2-48F1-B646-0C0CAEBE20DE}"/>
              </a:ext>
            </a:extLst>
          </p:cNvPr>
          <p:cNvSpPr>
            <a:spLocks noChangeArrowheads="1"/>
          </p:cNvSpPr>
          <p:nvPr/>
        </p:nvSpPr>
        <p:spPr bwMode="auto">
          <a:xfrm>
            <a:off x="3831636" y="3460962"/>
            <a:ext cx="19442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itchFamily="34" charset="0"/>
              <a:buNone/>
            </a:pPr>
            <a:r>
              <a:rPr lang="zh-CN" altLang="en-US" sz="2400" b="1" dirty="0">
                <a:solidFill>
                  <a:srgbClr val="EA5514"/>
                </a:solidFill>
                <a:latin typeface="微软雅黑" pitchFamily="34" charset="-122"/>
                <a:ea typeface="微软雅黑" pitchFamily="34" charset="-122"/>
                <a:cs typeface="宋体" pitchFamily="2" charset="-122"/>
              </a:rPr>
              <a:t>功能模块</a:t>
            </a:r>
            <a:endParaRPr lang="en-US" altLang="zh-CN" sz="2400" b="1" dirty="0">
              <a:solidFill>
                <a:srgbClr val="EA5514"/>
              </a:solidFill>
              <a:latin typeface="微软雅黑" pitchFamily="34" charset="-122"/>
              <a:ea typeface="微软雅黑" pitchFamily="34" charset="-122"/>
              <a:cs typeface="宋体" pitchFamily="2" charset="-122"/>
            </a:endParaRPr>
          </a:p>
          <a:p>
            <a:r>
              <a:rPr lang="en-US" altLang="zh-CN" sz="1200" dirty="0">
                <a:solidFill>
                  <a:schemeClr val="tx1">
                    <a:lumMod val="50000"/>
                    <a:lumOff val="50000"/>
                  </a:schemeClr>
                </a:solidFill>
              </a:rPr>
              <a:t>P11</a:t>
            </a:r>
            <a:endParaRPr lang="zh-CN" altLang="en-US" sz="1200" dirty="0">
              <a:solidFill>
                <a:schemeClr val="tx1">
                  <a:lumMod val="50000"/>
                  <a:lumOff val="50000"/>
                </a:schemeClr>
              </a:solidFill>
            </a:endParaRPr>
          </a:p>
        </p:txBody>
      </p:sp>
      <p:sp>
        <p:nvSpPr>
          <p:cNvPr id="75" name="Oval 14">
            <a:extLst>
              <a:ext uri="{FF2B5EF4-FFF2-40B4-BE49-F238E27FC236}">
                <a16:creationId xmlns:a16="http://schemas.microsoft.com/office/drawing/2014/main" id="{9E145EA4-6AC2-4E9B-A587-5DB1C2DEAC97}"/>
              </a:ext>
            </a:extLst>
          </p:cNvPr>
          <p:cNvSpPr>
            <a:spLocks noChangeArrowheads="1"/>
          </p:cNvSpPr>
          <p:nvPr/>
        </p:nvSpPr>
        <p:spPr bwMode="auto">
          <a:xfrm>
            <a:off x="5812509" y="1346308"/>
            <a:ext cx="520573" cy="520573"/>
          </a:xfrm>
          <a:prstGeom prst="ellipse">
            <a:avLst/>
          </a:prstGeom>
          <a:solidFill>
            <a:srgbClr val="EA551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Rectangle 39">
            <a:extLst>
              <a:ext uri="{FF2B5EF4-FFF2-40B4-BE49-F238E27FC236}">
                <a16:creationId xmlns:a16="http://schemas.microsoft.com/office/drawing/2014/main" id="{AF976437-B202-4213-97DC-306C2948EFAA}"/>
              </a:ext>
            </a:extLst>
          </p:cNvPr>
          <p:cNvSpPr>
            <a:spLocks noChangeArrowheads="1"/>
          </p:cNvSpPr>
          <p:nvPr/>
        </p:nvSpPr>
        <p:spPr bwMode="auto">
          <a:xfrm>
            <a:off x="5812508" y="1431788"/>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FCFBF7"/>
                </a:solidFill>
                <a:latin typeface="Impact" panose="020B0806030902050204" pitchFamily="34" charset="0"/>
                <a:ea typeface="微软雅黑" panose="020B0503020204020204" pitchFamily="34" charset="-122"/>
              </a:rPr>
              <a:t>05</a:t>
            </a:r>
          </a:p>
        </p:txBody>
      </p:sp>
      <p:sp>
        <p:nvSpPr>
          <p:cNvPr id="77" name="Rectangle 39">
            <a:extLst>
              <a:ext uri="{FF2B5EF4-FFF2-40B4-BE49-F238E27FC236}">
                <a16:creationId xmlns:a16="http://schemas.microsoft.com/office/drawing/2014/main" id="{4095ACB8-44F1-4E18-BEE8-64A5F21E5E01}"/>
              </a:ext>
            </a:extLst>
          </p:cNvPr>
          <p:cNvSpPr>
            <a:spLocks noChangeArrowheads="1"/>
          </p:cNvSpPr>
          <p:nvPr/>
        </p:nvSpPr>
        <p:spPr bwMode="auto">
          <a:xfrm>
            <a:off x="6577038" y="1406539"/>
            <a:ext cx="173937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itchFamily="34" charset="0"/>
              <a:buNone/>
            </a:pPr>
            <a:r>
              <a:rPr lang="zh-CN" altLang="en-US" sz="2400" b="1" dirty="0">
                <a:solidFill>
                  <a:srgbClr val="EA5514"/>
                </a:solidFill>
                <a:latin typeface="微软雅黑" pitchFamily="34" charset="-122"/>
                <a:ea typeface="微软雅黑" pitchFamily="34" charset="-122"/>
                <a:cs typeface="宋体" pitchFamily="2" charset="-122"/>
              </a:rPr>
              <a:t>技术架构</a:t>
            </a:r>
            <a:endParaRPr lang="en-US" altLang="zh-CN" sz="2400" b="1" dirty="0">
              <a:solidFill>
                <a:srgbClr val="EA5514"/>
              </a:solidFill>
              <a:latin typeface="微软雅黑" pitchFamily="34" charset="-122"/>
              <a:ea typeface="微软雅黑" pitchFamily="34" charset="-122"/>
              <a:cs typeface="宋体" pitchFamily="2" charset="-122"/>
            </a:endParaRPr>
          </a:p>
          <a:p>
            <a:r>
              <a:rPr lang="en-US" altLang="zh-CN" sz="1200" dirty="0">
                <a:solidFill>
                  <a:schemeClr val="tx1">
                    <a:lumMod val="50000"/>
                    <a:lumOff val="50000"/>
                  </a:schemeClr>
                </a:solidFill>
              </a:rPr>
              <a:t>P20</a:t>
            </a:r>
            <a:endParaRPr lang="zh-CN" altLang="en-US" sz="1200" dirty="0">
              <a:solidFill>
                <a:schemeClr val="tx1">
                  <a:lumMod val="50000"/>
                  <a:lumOff val="50000"/>
                </a:schemeClr>
              </a:solidFill>
            </a:endParaRPr>
          </a:p>
        </p:txBody>
      </p:sp>
      <p:sp>
        <p:nvSpPr>
          <p:cNvPr id="78" name="Oval 14">
            <a:extLst>
              <a:ext uri="{FF2B5EF4-FFF2-40B4-BE49-F238E27FC236}">
                <a16:creationId xmlns:a16="http://schemas.microsoft.com/office/drawing/2014/main" id="{ED297617-F77D-48E0-8A68-BD8EBE19C5D1}"/>
              </a:ext>
            </a:extLst>
          </p:cNvPr>
          <p:cNvSpPr>
            <a:spLocks noChangeArrowheads="1"/>
          </p:cNvSpPr>
          <p:nvPr/>
        </p:nvSpPr>
        <p:spPr bwMode="auto">
          <a:xfrm>
            <a:off x="5812509" y="2195938"/>
            <a:ext cx="520573" cy="520573"/>
          </a:xfrm>
          <a:prstGeom prst="ellipse">
            <a:avLst/>
          </a:prstGeom>
          <a:noFill/>
          <a:ln>
            <a:solidFill>
              <a:srgbClr val="EA5514"/>
            </a:solidFill>
          </a:ln>
        </p:spPr>
        <p:txBody>
          <a:bodyPr vert="horz" wrap="square" lIns="91440" tIns="45720" rIns="91440" bIns="45720" numCol="1" anchor="t" anchorCtr="0" compatLnSpc="1">
            <a:prstTxWarp prst="textNoShape">
              <a:avLst/>
            </a:prstTxWarp>
          </a:bodyPr>
          <a:lstStyle/>
          <a:p>
            <a:endParaRPr lang="zh-CN" altLang="en-US"/>
          </a:p>
        </p:txBody>
      </p:sp>
      <p:sp>
        <p:nvSpPr>
          <p:cNvPr id="79" name="Rectangle 39">
            <a:extLst>
              <a:ext uri="{FF2B5EF4-FFF2-40B4-BE49-F238E27FC236}">
                <a16:creationId xmlns:a16="http://schemas.microsoft.com/office/drawing/2014/main" id="{C583E3D2-202E-4D41-AF6D-570386D9F668}"/>
              </a:ext>
            </a:extLst>
          </p:cNvPr>
          <p:cNvSpPr>
            <a:spLocks noChangeArrowheads="1"/>
          </p:cNvSpPr>
          <p:nvPr/>
        </p:nvSpPr>
        <p:spPr bwMode="auto">
          <a:xfrm>
            <a:off x="5812508" y="2281418"/>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EA5514"/>
                </a:solidFill>
                <a:latin typeface="Impact" panose="020B0806030902050204" pitchFamily="34" charset="0"/>
                <a:ea typeface="微软雅黑" panose="020B0503020204020204" pitchFamily="34" charset="-122"/>
              </a:rPr>
              <a:t>06</a:t>
            </a:r>
          </a:p>
        </p:txBody>
      </p:sp>
      <p:sp>
        <p:nvSpPr>
          <p:cNvPr id="80" name="Rectangle 39">
            <a:extLst>
              <a:ext uri="{FF2B5EF4-FFF2-40B4-BE49-F238E27FC236}">
                <a16:creationId xmlns:a16="http://schemas.microsoft.com/office/drawing/2014/main" id="{4147B89D-6FDE-4920-98BF-54F8BBA9994C}"/>
              </a:ext>
            </a:extLst>
          </p:cNvPr>
          <p:cNvSpPr>
            <a:spLocks noChangeArrowheads="1"/>
          </p:cNvSpPr>
          <p:nvPr/>
        </p:nvSpPr>
        <p:spPr bwMode="auto">
          <a:xfrm>
            <a:off x="6577039" y="2256169"/>
            <a:ext cx="19442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itchFamily="34" charset="0"/>
              <a:buNone/>
            </a:pPr>
            <a:r>
              <a:rPr lang="zh-CN" altLang="en-US" sz="2400" b="1" dirty="0">
                <a:solidFill>
                  <a:srgbClr val="EA5514"/>
                </a:solidFill>
                <a:latin typeface="微软雅黑" pitchFamily="34" charset="-122"/>
                <a:ea typeface="微软雅黑" pitchFamily="34" charset="-122"/>
                <a:cs typeface="宋体" pitchFamily="2" charset="-122"/>
              </a:rPr>
              <a:t>可行性分析</a:t>
            </a:r>
            <a:endParaRPr lang="en-US" altLang="zh-CN" sz="2400" b="1" dirty="0">
              <a:solidFill>
                <a:srgbClr val="EA5514"/>
              </a:solidFill>
              <a:latin typeface="微软雅黑" pitchFamily="34" charset="-122"/>
              <a:ea typeface="微软雅黑" pitchFamily="34" charset="-122"/>
              <a:cs typeface="宋体" pitchFamily="2" charset="-122"/>
            </a:endParaRPr>
          </a:p>
          <a:p>
            <a:pPr>
              <a:buFont typeface="Arial" pitchFamily="34" charset="0"/>
              <a:buNone/>
            </a:pPr>
            <a:r>
              <a:rPr lang="en-US" altLang="zh-CN" sz="1200" dirty="0">
                <a:solidFill>
                  <a:schemeClr val="tx1">
                    <a:lumMod val="50000"/>
                    <a:lumOff val="50000"/>
                  </a:schemeClr>
                </a:solidFill>
              </a:rPr>
              <a:t>p23</a:t>
            </a:r>
            <a:endParaRPr lang="zh-CN" altLang="en-US" sz="1200" dirty="0">
              <a:solidFill>
                <a:schemeClr val="tx1">
                  <a:lumMod val="50000"/>
                  <a:lumOff val="50000"/>
                </a:schemeClr>
              </a:solidFill>
            </a:endParaRPr>
          </a:p>
        </p:txBody>
      </p:sp>
      <p:sp>
        <p:nvSpPr>
          <p:cNvPr id="81" name="Oval 14">
            <a:extLst>
              <a:ext uri="{FF2B5EF4-FFF2-40B4-BE49-F238E27FC236}">
                <a16:creationId xmlns:a16="http://schemas.microsoft.com/office/drawing/2014/main" id="{1B372098-C5E5-4E0C-AC63-0FF2DD0D3179}"/>
              </a:ext>
            </a:extLst>
          </p:cNvPr>
          <p:cNvSpPr>
            <a:spLocks noChangeArrowheads="1"/>
          </p:cNvSpPr>
          <p:nvPr/>
        </p:nvSpPr>
        <p:spPr bwMode="auto">
          <a:xfrm>
            <a:off x="5833449" y="3040409"/>
            <a:ext cx="520573" cy="520573"/>
          </a:xfrm>
          <a:prstGeom prst="ellipse">
            <a:avLst/>
          </a:prstGeom>
          <a:solidFill>
            <a:srgbClr val="EA551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Rectangle 39">
            <a:extLst>
              <a:ext uri="{FF2B5EF4-FFF2-40B4-BE49-F238E27FC236}">
                <a16:creationId xmlns:a16="http://schemas.microsoft.com/office/drawing/2014/main" id="{868D3335-D09E-40AE-8FBB-A8EB782C4018}"/>
              </a:ext>
            </a:extLst>
          </p:cNvPr>
          <p:cNvSpPr>
            <a:spLocks noChangeArrowheads="1"/>
          </p:cNvSpPr>
          <p:nvPr/>
        </p:nvSpPr>
        <p:spPr bwMode="auto">
          <a:xfrm>
            <a:off x="5833448" y="3125889"/>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FCFBF7"/>
                </a:solidFill>
                <a:latin typeface="Impact" panose="020B0806030902050204" pitchFamily="34" charset="0"/>
                <a:ea typeface="微软雅黑" panose="020B0503020204020204" pitchFamily="34" charset="-122"/>
              </a:rPr>
              <a:t>07</a:t>
            </a:r>
          </a:p>
        </p:txBody>
      </p:sp>
      <p:sp>
        <p:nvSpPr>
          <p:cNvPr id="83" name="Rectangle 39">
            <a:extLst>
              <a:ext uri="{FF2B5EF4-FFF2-40B4-BE49-F238E27FC236}">
                <a16:creationId xmlns:a16="http://schemas.microsoft.com/office/drawing/2014/main" id="{5880743E-4D4F-4828-9777-CFBB2697ACFE}"/>
              </a:ext>
            </a:extLst>
          </p:cNvPr>
          <p:cNvSpPr>
            <a:spLocks noChangeArrowheads="1"/>
          </p:cNvSpPr>
          <p:nvPr/>
        </p:nvSpPr>
        <p:spPr bwMode="auto">
          <a:xfrm>
            <a:off x="6597979" y="3100640"/>
            <a:ext cx="148138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2400" b="1" dirty="0">
                <a:solidFill>
                  <a:srgbClr val="EA5514"/>
                </a:solidFill>
                <a:latin typeface="微软雅黑" pitchFamily="34" charset="-122"/>
                <a:ea typeface="微软雅黑" pitchFamily="34" charset="-122"/>
                <a:cs typeface="宋体" pitchFamily="2" charset="-122"/>
              </a:rPr>
              <a:t>参考资料</a:t>
            </a:r>
            <a:endParaRPr lang="en-US" altLang="zh-CN" sz="2400" b="1" dirty="0">
              <a:solidFill>
                <a:srgbClr val="EA5514"/>
              </a:solidFill>
              <a:latin typeface="微软雅黑" pitchFamily="34" charset="-122"/>
              <a:ea typeface="微软雅黑" pitchFamily="34" charset="-122"/>
              <a:cs typeface="宋体" pitchFamily="2" charset="-122"/>
            </a:endParaRPr>
          </a:p>
          <a:p>
            <a:pPr>
              <a:buFont typeface="Arial" pitchFamily="34" charset="0"/>
              <a:buNone/>
            </a:pPr>
            <a:r>
              <a:rPr lang="en-US" altLang="zh-CN" sz="1200" dirty="0">
                <a:solidFill>
                  <a:schemeClr val="tx1">
                    <a:lumMod val="50000"/>
                    <a:lumOff val="50000"/>
                  </a:schemeClr>
                </a:solidFill>
              </a:rPr>
              <a:t>P26</a:t>
            </a:r>
            <a:endParaRPr lang="zh-CN" altLang="en-US" sz="1200" dirty="0">
              <a:solidFill>
                <a:schemeClr val="tx1">
                  <a:lumMod val="50000"/>
                  <a:lumOff val="50000"/>
                </a:schemeClr>
              </a:solidFill>
            </a:endParaRPr>
          </a:p>
        </p:txBody>
      </p:sp>
      <p:sp>
        <p:nvSpPr>
          <p:cNvPr id="84" name="Oval 14">
            <a:extLst>
              <a:ext uri="{FF2B5EF4-FFF2-40B4-BE49-F238E27FC236}">
                <a16:creationId xmlns:a16="http://schemas.microsoft.com/office/drawing/2014/main" id="{17F95085-A62F-438A-A6FA-7CF3E1CBE7D9}"/>
              </a:ext>
            </a:extLst>
          </p:cNvPr>
          <p:cNvSpPr>
            <a:spLocks noChangeArrowheads="1"/>
          </p:cNvSpPr>
          <p:nvPr/>
        </p:nvSpPr>
        <p:spPr bwMode="auto">
          <a:xfrm>
            <a:off x="5833449" y="3890039"/>
            <a:ext cx="520573" cy="520573"/>
          </a:xfrm>
          <a:prstGeom prst="ellipse">
            <a:avLst/>
          </a:prstGeom>
          <a:noFill/>
          <a:ln>
            <a:solidFill>
              <a:srgbClr val="EA5514"/>
            </a:solidFill>
          </a:ln>
        </p:spPr>
        <p:txBody>
          <a:bodyPr vert="horz" wrap="square" lIns="91440" tIns="45720" rIns="91440" bIns="45720" numCol="1" anchor="t" anchorCtr="0" compatLnSpc="1">
            <a:prstTxWarp prst="textNoShape">
              <a:avLst/>
            </a:prstTxWarp>
          </a:bodyPr>
          <a:lstStyle/>
          <a:p>
            <a:endParaRPr lang="zh-CN" altLang="en-US"/>
          </a:p>
        </p:txBody>
      </p:sp>
      <p:sp>
        <p:nvSpPr>
          <p:cNvPr id="85" name="Rectangle 39">
            <a:extLst>
              <a:ext uri="{FF2B5EF4-FFF2-40B4-BE49-F238E27FC236}">
                <a16:creationId xmlns:a16="http://schemas.microsoft.com/office/drawing/2014/main" id="{774685D8-ED1F-47DE-9049-76D79BA794D4}"/>
              </a:ext>
            </a:extLst>
          </p:cNvPr>
          <p:cNvSpPr>
            <a:spLocks noChangeArrowheads="1"/>
          </p:cNvSpPr>
          <p:nvPr/>
        </p:nvSpPr>
        <p:spPr bwMode="auto">
          <a:xfrm>
            <a:off x="5833448" y="3975519"/>
            <a:ext cx="5205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CN" sz="2400" dirty="0">
                <a:solidFill>
                  <a:srgbClr val="EA5514"/>
                </a:solidFill>
                <a:latin typeface="Impact" panose="020B0806030902050204" pitchFamily="34" charset="0"/>
                <a:ea typeface="微软雅黑" panose="020B0503020204020204" pitchFamily="34" charset="-122"/>
              </a:rPr>
              <a:t>08</a:t>
            </a:r>
          </a:p>
        </p:txBody>
      </p:sp>
      <p:sp>
        <p:nvSpPr>
          <p:cNvPr id="86" name="Rectangle 39">
            <a:extLst>
              <a:ext uri="{FF2B5EF4-FFF2-40B4-BE49-F238E27FC236}">
                <a16:creationId xmlns:a16="http://schemas.microsoft.com/office/drawing/2014/main" id="{1AABE1BF-E84E-4DC8-9A21-15E13BD52580}"/>
              </a:ext>
            </a:extLst>
          </p:cNvPr>
          <p:cNvSpPr>
            <a:spLocks noChangeArrowheads="1"/>
          </p:cNvSpPr>
          <p:nvPr/>
        </p:nvSpPr>
        <p:spPr bwMode="auto">
          <a:xfrm>
            <a:off x="6597979" y="3950270"/>
            <a:ext cx="194421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buFont typeface="Arial" pitchFamily="34" charset="0"/>
              <a:buNone/>
            </a:pPr>
            <a:r>
              <a:rPr lang="zh-CN" altLang="en-US" sz="2400" b="1" dirty="0">
                <a:solidFill>
                  <a:srgbClr val="EA5514"/>
                </a:solidFill>
                <a:latin typeface="微软雅黑" pitchFamily="34" charset="-122"/>
                <a:ea typeface="微软雅黑" pitchFamily="34" charset="-122"/>
                <a:cs typeface="宋体" pitchFamily="2" charset="-122"/>
              </a:rPr>
              <a:t>组员分工</a:t>
            </a:r>
            <a:endParaRPr lang="en-US" altLang="zh-CN" sz="2400" b="1" dirty="0">
              <a:solidFill>
                <a:srgbClr val="EA5514"/>
              </a:solidFill>
              <a:latin typeface="微软雅黑" pitchFamily="34" charset="-122"/>
              <a:ea typeface="微软雅黑" pitchFamily="34" charset="-122"/>
              <a:cs typeface="宋体" pitchFamily="2" charset="-122"/>
            </a:endParaRPr>
          </a:p>
          <a:p>
            <a:r>
              <a:rPr lang="en-US" altLang="zh-CN" sz="1200" dirty="0">
                <a:solidFill>
                  <a:schemeClr val="tx1">
                    <a:lumMod val="50000"/>
                    <a:lumOff val="50000"/>
                  </a:schemeClr>
                </a:solidFill>
              </a:rPr>
              <a:t>P28</a:t>
            </a:r>
            <a:endParaRPr lang="zh-CN" altLang="en-US" sz="1200" dirty="0">
              <a:solidFill>
                <a:schemeClr val="tx1">
                  <a:lumMod val="50000"/>
                  <a:lumOff val="50000"/>
                </a:schemeClr>
              </a:solidFill>
            </a:endParaRPr>
          </a:p>
        </p:txBody>
      </p:sp>
    </p:spTree>
    <p:extLst>
      <p:ext uri="{BB962C8B-B14F-4D97-AF65-F5344CB8AC3E}">
        <p14:creationId xmlns:p14="http://schemas.microsoft.com/office/powerpoint/2010/main" val="2297304105"/>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9"/>
                                            </p:tgtEl>
                                            <p:attrNameLst>
                                              <p:attrName>style.visibility</p:attrName>
                                            </p:attrNameLst>
                                          </p:cBhvr>
                                          <p:to>
                                            <p:strVal val="visible"/>
                                          </p:to>
                                        </p:set>
                                        <p:anim calcmode="lin" valueType="num">
                                          <p:cBhvr>
                                            <p:cTn id="28" dur="300" fill="hold"/>
                                            <p:tgtEl>
                                              <p:spTgt spid="9"/>
                                            </p:tgtEl>
                                            <p:attrNameLst>
                                              <p:attrName>ppt_w</p:attrName>
                                            </p:attrNameLst>
                                          </p:cBhvr>
                                          <p:tavLst>
                                            <p:tav tm="0">
                                              <p:val>
                                                <p:fltVal val="0"/>
                                              </p:val>
                                            </p:tav>
                                            <p:tav tm="100000">
                                              <p:val>
                                                <p:strVal val="#ppt_w"/>
                                              </p:val>
                                            </p:tav>
                                          </p:tavLst>
                                        </p:anim>
                                        <p:anim calcmode="lin" valueType="num">
                                          <p:cBhvr>
                                            <p:cTn id="29" dur="300" fill="hold"/>
                                            <p:tgtEl>
                                              <p:spTgt spid="9"/>
                                            </p:tgtEl>
                                            <p:attrNameLst>
                                              <p:attrName>ppt_h</p:attrName>
                                            </p:attrNameLst>
                                          </p:cBhvr>
                                          <p:tavLst>
                                            <p:tav tm="0">
                                              <p:val>
                                                <p:fltVal val="0"/>
                                              </p:val>
                                            </p:tav>
                                            <p:tav tm="100000">
                                              <p:val>
                                                <p:strVal val="#ppt_h"/>
                                              </p:val>
                                            </p:tav>
                                          </p:tavLst>
                                        </p:anim>
                                        <p:animEffect transition="in" filter="fade">
                                          <p:cBhvr>
                                            <p:cTn id="30" dur="300"/>
                                            <p:tgtEl>
                                              <p:spTgt spid="9"/>
                                            </p:tgtEl>
                                          </p:cBhvr>
                                        </p:animEffect>
                                      </p:childTnLst>
                                    </p:cTn>
                                  </p:par>
                                  <p:par>
                                    <p:cTn id="31" presetID="6" presetClass="emph" presetSubtype="0" autoRev="1" fill="hold" grpId="1" nodeType="withEffect">
                                      <p:stCondLst>
                                        <p:cond delay="800"/>
                                      </p:stCondLst>
                                      <p:childTnLst>
                                        <p:animScale>
                                          <p:cBhvr>
                                            <p:cTn id="32" dur="150" fill="hold"/>
                                            <p:tgtEl>
                                              <p:spTgt spid="9"/>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0"/>
                                            </p:tgtEl>
                                            <p:attrNameLst>
                                              <p:attrName>style.visibility</p:attrName>
                                            </p:attrNameLst>
                                          </p:cBhvr>
                                          <p:to>
                                            <p:strVal val="visible"/>
                                          </p:to>
                                        </p:set>
                                        <p:anim calcmode="lin" valueType="num">
                                          <p:cBhvr>
                                            <p:cTn id="35" dur="300" fill="hold"/>
                                            <p:tgtEl>
                                              <p:spTgt spid="10"/>
                                            </p:tgtEl>
                                            <p:attrNameLst>
                                              <p:attrName>ppt_w</p:attrName>
                                            </p:attrNameLst>
                                          </p:cBhvr>
                                          <p:tavLst>
                                            <p:tav tm="0">
                                              <p:val>
                                                <p:fltVal val="0"/>
                                              </p:val>
                                            </p:tav>
                                            <p:tav tm="100000">
                                              <p:val>
                                                <p:strVal val="#ppt_w"/>
                                              </p:val>
                                            </p:tav>
                                          </p:tavLst>
                                        </p:anim>
                                        <p:anim calcmode="lin" valueType="num">
                                          <p:cBhvr>
                                            <p:cTn id="36" dur="300" fill="hold"/>
                                            <p:tgtEl>
                                              <p:spTgt spid="10"/>
                                            </p:tgtEl>
                                            <p:attrNameLst>
                                              <p:attrName>ppt_h</p:attrName>
                                            </p:attrNameLst>
                                          </p:cBhvr>
                                          <p:tavLst>
                                            <p:tav tm="0">
                                              <p:val>
                                                <p:fltVal val="0"/>
                                              </p:val>
                                            </p:tav>
                                            <p:tav tm="100000">
                                              <p:val>
                                                <p:strVal val="#ppt_h"/>
                                              </p:val>
                                            </p:tav>
                                          </p:tavLst>
                                        </p:anim>
                                        <p:animEffect transition="in" filter="fade">
                                          <p:cBhvr>
                                            <p:cTn id="37" dur="300"/>
                                            <p:tgtEl>
                                              <p:spTgt spid="10"/>
                                            </p:tgtEl>
                                          </p:cBhvr>
                                        </p:animEffect>
                                      </p:childTnLst>
                                    </p:cTn>
                                  </p:par>
                                  <p:par>
                                    <p:cTn id="38" presetID="6" presetClass="emph" presetSubtype="0" autoRev="1" fill="hold" grpId="1" nodeType="withEffect">
                                      <p:stCondLst>
                                        <p:cond delay="600"/>
                                      </p:stCondLst>
                                      <p:childTnLst>
                                        <p:animScale>
                                          <p:cBhvr>
                                            <p:cTn id="39" dur="150" fill="hold"/>
                                            <p:tgtEl>
                                              <p:spTgt spid="10"/>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7"/>
                                            </p:tgtEl>
                                            <p:attrNameLst>
                                              <p:attrName>style.visibility</p:attrName>
                                            </p:attrNameLst>
                                          </p:cBhvr>
                                          <p:to>
                                            <p:strVal val="visible"/>
                                          </p:to>
                                        </p:set>
                                        <p:anim calcmode="lin" valueType="num">
                                          <p:cBhvr>
                                            <p:cTn id="42" dur="300" fill="hold"/>
                                            <p:tgtEl>
                                              <p:spTgt spid="7"/>
                                            </p:tgtEl>
                                            <p:attrNameLst>
                                              <p:attrName>ppt_w</p:attrName>
                                            </p:attrNameLst>
                                          </p:cBhvr>
                                          <p:tavLst>
                                            <p:tav tm="0">
                                              <p:val>
                                                <p:fltVal val="0"/>
                                              </p:val>
                                            </p:tav>
                                            <p:tav tm="100000">
                                              <p:val>
                                                <p:strVal val="#ppt_w"/>
                                              </p:val>
                                            </p:tav>
                                          </p:tavLst>
                                        </p:anim>
                                        <p:anim calcmode="lin" valueType="num">
                                          <p:cBhvr>
                                            <p:cTn id="43" dur="300" fill="hold"/>
                                            <p:tgtEl>
                                              <p:spTgt spid="7"/>
                                            </p:tgtEl>
                                            <p:attrNameLst>
                                              <p:attrName>ppt_h</p:attrName>
                                            </p:attrNameLst>
                                          </p:cBhvr>
                                          <p:tavLst>
                                            <p:tav tm="0">
                                              <p:val>
                                                <p:fltVal val="0"/>
                                              </p:val>
                                            </p:tav>
                                            <p:tav tm="100000">
                                              <p:val>
                                                <p:strVal val="#ppt_h"/>
                                              </p:val>
                                            </p:tav>
                                          </p:tavLst>
                                        </p:anim>
                                        <p:animEffect transition="in" filter="fade">
                                          <p:cBhvr>
                                            <p:cTn id="44" dur="300"/>
                                            <p:tgtEl>
                                              <p:spTgt spid="7"/>
                                            </p:tgtEl>
                                          </p:cBhvr>
                                        </p:animEffect>
                                      </p:childTnLst>
                                    </p:cTn>
                                  </p:par>
                                  <p:par>
                                    <p:cTn id="45" presetID="6" presetClass="emph" presetSubtype="0" autoRev="1" fill="hold" grpId="1" nodeType="withEffect">
                                      <p:stCondLst>
                                        <p:cond delay="500"/>
                                      </p:stCondLst>
                                      <p:childTnLst>
                                        <p:animScale>
                                          <p:cBhvr>
                                            <p:cTn id="46" dur="150" fill="hold"/>
                                            <p:tgtEl>
                                              <p:spTgt spid="7"/>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p:cTn id="63" dur="300" fill="hold"/>
                                            <p:tgtEl>
                                              <p:spTgt spid="12"/>
                                            </p:tgtEl>
                                            <p:attrNameLst>
                                              <p:attrName>ppt_w</p:attrName>
                                            </p:attrNameLst>
                                          </p:cBhvr>
                                          <p:tavLst>
                                            <p:tav tm="0">
                                              <p:val>
                                                <p:fltVal val="0"/>
                                              </p:val>
                                            </p:tav>
                                            <p:tav tm="100000">
                                              <p:val>
                                                <p:strVal val="#ppt_w"/>
                                              </p:val>
                                            </p:tav>
                                          </p:tavLst>
                                        </p:anim>
                                        <p:anim calcmode="lin" valueType="num">
                                          <p:cBhvr>
                                            <p:cTn id="64" dur="300" fill="hold"/>
                                            <p:tgtEl>
                                              <p:spTgt spid="12"/>
                                            </p:tgtEl>
                                            <p:attrNameLst>
                                              <p:attrName>ppt_h</p:attrName>
                                            </p:attrNameLst>
                                          </p:cBhvr>
                                          <p:tavLst>
                                            <p:tav tm="0">
                                              <p:val>
                                                <p:fltVal val="0"/>
                                              </p:val>
                                            </p:tav>
                                            <p:tav tm="100000">
                                              <p:val>
                                                <p:strVal val="#ppt_h"/>
                                              </p:val>
                                            </p:tav>
                                          </p:tavLst>
                                        </p:anim>
                                        <p:animEffect transition="in" filter="fade">
                                          <p:cBhvr>
                                            <p:cTn id="65" dur="300"/>
                                            <p:tgtEl>
                                              <p:spTgt spid="12"/>
                                            </p:tgtEl>
                                          </p:cBhvr>
                                        </p:animEffect>
                                      </p:childTnLst>
                                    </p:cTn>
                                  </p:par>
                                  <p:par>
                                    <p:cTn id="66" presetID="6" presetClass="emph" presetSubtype="0" autoRev="1" fill="hold" grpId="1" nodeType="withEffect">
                                      <p:stCondLst>
                                        <p:cond delay="300"/>
                                      </p:stCondLst>
                                      <p:childTnLst>
                                        <p:animScale>
                                          <p:cBhvr>
                                            <p:cTn id="67" dur="150" fill="hold"/>
                                            <p:tgtEl>
                                              <p:spTgt spid="12"/>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1"/>
                                            </p:tgtEl>
                                            <p:attrNameLst>
                                              <p:attrName>style.visibility</p:attrName>
                                            </p:attrNameLst>
                                          </p:cBhvr>
                                          <p:to>
                                            <p:strVal val="visible"/>
                                          </p:to>
                                        </p:set>
                                        <p:anim calcmode="lin" valueType="num">
                                          <p:cBhvr>
                                            <p:cTn id="70" dur="300" fill="hold"/>
                                            <p:tgtEl>
                                              <p:spTgt spid="11"/>
                                            </p:tgtEl>
                                            <p:attrNameLst>
                                              <p:attrName>ppt_w</p:attrName>
                                            </p:attrNameLst>
                                          </p:cBhvr>
                                          <p:tavLst>
                                            <p:tav tm="0">
                                              <p:val>
                                                <p:fltVal val="0"/>
                                              </p:val>
                                            </p:tav>
                                            <p:tav tm="100000">
                                              <p:val>
                                                <p:strVal val="#ppt_w"/>
                                              </p:val>
                                            </p:tav>
                                          </p:tavLst>
                                        </p:anim>
                                        <p:anim calcmode="lin" valueType="num">
                                          <p:cBhvr>
                                            <p:cTn id="71" dur="300" fill="hold"/>
                                            <p:tgtEl>
                                              <p:spTgt spid="11"/>
                                            </p:tgtEl>
                                            <p:attrNameLst>
                                              <p:attrName>ppt_h</p:attrName>
                                            </p:attrNameLst>
                                          </p:cBhvr>
                                          <p:tavLst>
                                            <p:tav tm="0">
                                              <p:val>
                                                <p:fltVal val="0"/>
                                              </p:val>
                                            </p:tav>
                                            <p:tav tm="100000">
                                              <p:val>
                                                <p:strVal val="#ppt_h"/>
                                              </p:val>
                                            </p:tav>
                                          </p:tavLst>
                                        </p:anim>
                                        <p:animEffect transition="in" filter="fade">
                                          <p:cBhvr>
                                            <p:cTn id="72" dur="300"/>
                                            <p:tgtEl>
                                              <p:spTgt spid="11"/>
                                            </p:tgtEl>
                                          </p:cBhvr>
                                        </p:animEffect>
                                      </p:childTnLst>
                                    </p:cTn>
                                  </p:par>
                                  <p:par>
                                    <p:cTn id="73" presetID="6" presetClass="emph" presetSubtype="0" autoRev="1" fill="hold" grpId="1" nodeType="withEffect">
                                      <p:stCondLst>
                                        <p:cond delay="300"/>
                                      </p:stCondLst>
                                      <p:childTnLst>
                                        <p:animScale>
                                          <p:cBhvr>
                                            <p:cTn id="74" dur="150" fill="hold"/>
                                            <p:tgtEl>
                                              <p:spTgt spid="11"/>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p:cTn id="77" dur="300" fill="hold"/>
                                            <p:tgtEl>
                                              <p:spTgt spid="16"/>
                                            </p:tgtEl>
                                            <p:attrNameLst>
                                              <p:attrName>ppt_w</p:attrName>
                                            </p:attrNameLst>
                                          </p:cBhvr>
                                          <p:tavLst>
                                            <p:tav tm="0">
                                              <p:val>
                                                <p:fltVal val="0"/>
                                              </p:val>
                                            </p:tav>
                                            <p:tav tm="100000">
                                              <p:val>
                                                <p:strVal val="#ppt_w"/>
                                              </p:val>
                                            </p:tav>
                                          </p:tavLst>
                                        </p:anim>
                                        <p:anim calcmode="lin" valueType="num">
                                          <p:cBhvr>
                                            <p:cTn id="78" dur="300" fill="hold"/>
                                            <p:tgtEl>
                                              <p:spTgt spid="16"/>
                                            </p:tgtEl>
                                            <p:attrNameLst>
                                              <p:attrName>ppt_h</p:attrName>
                                            </p:attrNameLst>
                                          </p:cBhvr>
                                          <p:tavLst>
                                            <p:tav tm="0">
                                              <p:val>
                                                <p:fltVal val="0"/>
                                              </p:val>
                                            </p:tav>
                                            <p:tav tm="100000">
                                              <p:val>
                                                <p:strVal val="#ppt_h"/>
                                              </p:val>
                                            </p:tav>
                                          </p:tavLst>
                                        </p:anim>
                                        <p:animEffect transition="in" filter="fade">
                                          <p:cBhvr>
                                            <p:cTn id="79" dur="300"/>
                                            <p:tgtEl>
                                              <p:spTgt spid="16"/>
                                            </p:tgtEl>
                                          </p:cBhvr>
                                        </p:animEffect>
                                      </p:childTnLst>
                                    </p:cTn>
                                  </p:par>
                                  <p:par>
                                    <p:cTn id="80" presetID="6" presetClass="emph" presetSubtype="0" autoRev="1" fill="hold" grpId="1" nodeType="withEffect">
                                      <p:stCondLst>
                                        <p:cond delay="300"/>
                                      </p:stCondLst>
                                      <p:childTnLst>
                                        <p:animScale>
                                          <p:cBhvr>
                                            <p:cTn id="81" dur="150" fill="hold"/>
                                            <p:tgtEl>
                                              <p:spTgt spid="16"/>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 calcmode="lin" valueType="num">
                                          <p:cBhvr>
                                            <p:cTn id="84" dur="300" fill="hold"/>
                                            <p:tgtEl>
                                              <p:spTgt spid="17"/>
                                            </p:tgtEl>
                                            <p:attrNameLst>
                                              <p:attrName>ppt_w</p:attrName>
                                            </p:attrNameLst>
                                          </p:cBhvr>
                                          <p:tavLst>
                                            <p:tav tm="0">
                                              <p:val>
                                                <p:fltVal val="0"/>
                                              </p:val>
                                            </p:tav>
                                            <p:tav tm="100000">
                                              <p:val>
                                                <p:strVal val="#ppt_w"/>
                                              </p:val>
                                            </p:tav>
                                          </p:tavLst>
                                        </p:anim>
                                        <p:anim calcmode="lin" valueType="num">
                                          <p:cBhvr>
                                            <p:cTn id="85" dur="300" fill="hold"/>
                                            <p:tgtEl>
                                              <p:spTgt spid="17"/>
                                            </p:tgtEl>
                                            <p:attrNameLst>
                                              <p:attrName>ppt_h</p:attrName>
                                            </p:attrNameLst>
                                          </p:cBhvr>
                                          <p:tavLst>
                                            <p:tav tm="0">
                                              <p:val>
                                                <p:fltVal val="0"/>
                                              </p:val>
                                            </p:tav>
                                            <p:tav tm="100000">
                                              <p:val>
                                                <p:strVal val="#ppt_h"/>
                                              </p:val>
                                            </p:tav>
                                          </p:tavLst>
                                        </p:anim>
                                        <p:animEffect transition="in" filter="fade">
                                          <p:cBhvr>
                                            <p:cTn id="86" dur="300"/>
                                            <p:tgtEl>
                                              <p:spTgt spid="17"/>
                                            </p:tgtEl>
                                          </p:cBhvr>
                                        </p:animEffect>
                                      </p:childTnLst>
                                    </p:cTn>
                                  </p:par>
                                  <p:par>
                                    <p:cTn id="87" presetID="6" presetClass="emph" presetSubtype="0" autoRev="1" fill="hold" grpId="1" nodeType="withEffect">
                                      <p:stCondLst>
                                        <p:cond delay="300"/>
                                      </p:stCondLst>
                                      <p:childTnLst>
                                        <p:animScale>
                                          <p:cBhvr>
                                            <p:cTn id="88" dur="150" fill="hold"/>
                                            <p:tgtEl>
                                              <p:spTgt spid="17"/>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15"/>
                                            </p:tgtEl>
                                            <p:attrNameLst>
                                              <p:attrName>style.visibility</p:attrName>
                                            </p:attrNameLst>
                                          </p:cBhvr>
                                          <p:to>
                                            <p:strVal val="visible"/>
                                          </p:to>
                                        </p:set>
                                        <p:anim calcmode="lin" valueType="num">
                                          <p:cBhvr>
                                            <p:cTn id="91" dur="300" fill="hold"/>
                                            <p:tgtEl>
                                              <p:spTgt spid="15"/>
                                            </p:tgtEl>
                                            <p:attrNameLst>
                                              <p:attrName>ppt_w</p:attrName>
                                            </p:attrNameLst>
                                          </p:cBhvr>
                                          <p:tavLst>
                                            <p:tav tm="0">
                                              <p:val>
                                                <p:fltVal val="0"/>
                                              </p:val>
                                            </p:tav>
                                            <p:tav tm="100000">
                                              <p:val>
                                                <p:strVal val="#ppt_w"/>
                                              </p:val>
                                            </p:tav>
                                          </p:tavLst>
                                        </p:anim>
                                        <p:anim calcmode="lin" valueType="num">
                                          <p:cBhvr>
                                            <p:cTn id="92" dur="300" fill="hold"/>
                                            <p:tgtEl>
                                              <p:spTgt spid="15"/>
                                            </p:tgtEl>
                                            <p:attrNameLst>
                                              <p:attrName>ppt_h</p:attrName>
                                            </p:attrNameLst>
                                          </p:cBhvr>
                                          <p:tavLst>
                                            <p:tav tm="0">
                                              <p:val>
                                                <p:fltVal val="0"/>
                                              </p:val>
                                            </p:tav>
                                            <p:tav tm="100000">
                                              <p:val>
                                                <p:strVal val="#ppt_h"/>
                                              </p:val>
                                            </p:tav>
                                          </p:tavLst>
                                        </p:anim>
                                        <p:animEffect transition="in" filter="fade">
                                          <p:cBhvr>
                                            <p:cTn id="93" dur="300"/>
                                            <p:tgtEl>
                                              <p:spTgt spid="15"/>
                                            </p:tgtEl>
                                          </p:cBhvr>
                                        </p:animEffect>
                                      </p:childTnLst>
                                    </p:cTn>
                                  </p:par>
                                  <p:par>
                                    <p:cTn id="94" presetID="6" presetClass="emph" presetSubtype="0" autoRev="1" fill="hold" grpId="1" nodeType="withEffect">
                                      <p:stCondLst>
                                        <p:cond delay="300"/>
                                      </p:stCondLst>
                                      <p:childTnLst>
                                        <p:animScale>
                                          <p:cBhvr>
                                            <p:cTn id="95" dur="150" fill="hold"/>
                                            <p:tgtEl>
                                              <p:spTgt spid="15"/>
                                            </p:tgtEl>
                                          </p:cBhvr>
                                          <p:by x="110000" y="110000"/>
                                        </p:animScale>
                                      </p:childTnLst>
                                    </p:cTn>
                                  </p:par>
                                  <p:par>
                                    <p:cTn id="96" presetID="53" presetClass="entr" presetSubtype="16" fill="hold" grpId="0" nodeType="withEffect">
                                      <p:stCondLst>
                                        <p:cond delay="100"/>
                                      </p:stCondLst>
                                      <p:childTnLst>
                                        <p:set>
                                          <p:cBhvr>
                                            <p:cTn id="97" dur="1" fill="hold">
                                              <p:stCondLst>
                                                <p:cond delay="0"/>
                                              </p:stCondLst>
                                            </p:cTn>
                                            <p:tgtEl>
                                              <p:spTgt spid="13"/>
                                            </p:tgtEl>
                                            <p:attrNameLst>
                                              <p:attrName>style.visibility</p:attrName>
                                            </p:attrNameLst>
                                          </p:cBhvr>
                                          <p:to>
                                            <p:strVal val="visible"/>
                                          </p:to>
                                        </p:set>
                                        <p:anim calcmode="lin" valueType="num">
                                          <p:cBhvr>
                                            <p:cTn id="98" dur="300" fill="hold"/>
                                            <p:tgtEl>
                                              <p:spTgt spid="13"/>
                                            </p:tgtEl>
                                            <p:attrNameLst>
                                              <p:attrName>ppt_w</p:attrName>
                                            </p:attrNameLst>
                                          </p:cBhvr>
                                          <p:tavLst>
                                            <p:tav tm="0">
                                              <p:val>
                                                <p:fltVal val="0"/>
                                              </p:val>
                                            </p:tav>
                                            <p:tav tm="100000">
                                              <p:val>
                                                <p:strVal val="#ppt_w"/>
                                              </p:val>
                                            </p:tav>
                                          </p:tavLst>
                                        </p:anim>
                                        <p:anim calcmode="lin" valueType="num">
                                          <p:cBhvr>
                                            <p:cTn id="99" dur="300" fill="hold"/>
                                            <p:tgtEl>
                                              <p:spTgt spid="13"/>
                                            </p:tgtEl>
                                            <p:attrNameLst>
                                              <p:attrName>ppt_h</p:attrName>
                                            </p:attrNameLst>
                                          </p:cBhvr>
                                          <p:tavLst>
                                            <p:tav tm="0">
                                              <p:val>
                                                <p:fltVal val="0"/>
                                              </p:val>
                                            </p:tav>
                                            <p:tav tm="100000">
                                              <p:val>
                                                <p:strVal val="#ppt_h"/>
                                              </p:val>
                                            </p:tav>
                                          </p:tavLst>
                                        </p:anim>
                                        <p:animEffect transition="in" filter="fade">
                                          <p:cBhvr>
                                            <p:cTn id="100" dur="300"/>
                                            <p:tgtEl>
                                              <p:spTgt spid="13"/>
                                            </p:tgtEl>
                                          </p:cBhvr>
                                        </p:animEffect>
                                      </p:childTnLst>
                                    </p:cTn>
                                  </p:par>
                                  <p:par>
                                    <p:cTn id="101" presetID="6" presetClass="emph" presetSubtype="0" autoRev="1" fill="hold" grpId="1" nodeType="withEffect">
                                      <p:stCondLst>
                                        <p:cond delay="400"/>
                                      </p:stCondLst>
                                      <p:childTnLst>
                                        <p:animScale>
                                          <p:cBhvr>
                                            <p:cTn id="102" dur="150" fill="hold"/>
                                            <p:tgtEl>
                                              <p:spTgt spid="13"/>
                                            </p:tgtEl>
                                          </p:cBhvr>
                                          <p:by x="110000" y="110000"/>
                                        </p:animScale>
                                      </p:childTnLst>
                                    </p:cTn>
                                  </p:par>
                                  <p:par>
                                    <p:cTn id="103" presetID="53" presetClass="entr" presetSubtype="16" fill="hold" grpId="0" nodeType="withEffect">
                                      <p:stCondLst>
                                        <p:cond delay="200"/>
                                      </p:stCondLst>
                                      <p:childTnLst>
                                        <p:set>
                                          <p:cBhvr>
                                            <p:cTn id="104" dur="1" fill="hold">
                                              <p:stCondLst>
                                                <p:cond delay="0"/>
                                              </p:stCondLst>
                                            </p:cTn>
                                            <p:tgtEl>
                                              <p:spTgt spid="18"/>
                                            </p:tgtEl>
                                            <p:attrNameLst>
                                              <p:attrName>style.visibility</p:attrName>
                                            </p:attrNameLst>
                                          </p:cBhvr>
                                          <p:to>
                                            <p:strVal val="visible"/>
                                          </p:to>
                                        </p:set>
                                        <p:anim calcmode="lin" valueType="num">
                                          <p:cBhvr>
                                            <p:cTn id="105" dur="300" fill="hold"/>
                                            <p:tgtEl>
                                              <p:spTgt spid="18"/>
                                            </p:tgtEl>
                                            <p:attrNameLst>
                                              <p:attrName>ppt_w</p:attrName>
                                            </p:attrNameLst>
                                          </p:cBhvr>
                                          <p:tavLst>
                                            <p:tav tm="0">
                                              <p:val>
                                                <p:fltVal val="0"/>
                                              </p:val>
                                            </p:tav>
                                            <p:tav tm="100000">
                                              <p:val>
                                                <p:strVal val="#ppt_w"/>
                                              </p:val>
                                            </p:tav>
                                          </p:tavLst>
                                        </p:anim>
                                        <p:anim calcmode="lin" valueType="num">
                                          <p:cBhvr>
                                            <p:cTn id="106" dur="300" fill="hold"/>
                                            <p:tgtEl>
                                              <p:spTgt spid="18"/>
                                            </p:tgtEl>
                                            <p:attrNameLst>
                                              <p:attrName>ppt_h</p:attrName>
                                            </p:attrNameLst>
                                          </p:cBhvr>
                                          <p:tavLst>
                                            <p:tav tm="0">
                                              <p:val>
                                                <p:fltVal val="0"/>
                                              </p:val>
                                            </p:tav>
                                            <p:tav tm="100000">
                                              <p:val>
                                                <p:strVal val="#ppt_h"/>
                                              </p:val>
                                            </p:tav>
                                          </p:tavLst>
                                        </p:anim>
                                        <p:animEffect transition="in" filter="fade">
                                          <p:cBhvr>
                                            <p:cTn id="107" dur="300"/>
                                            <p:tgtEl>
                                              <p:spTgt spid="18"/>
                                            </p:tgtEl>
                                          </p:cBhvr>
                                        </p:animEffect>
                                      </p:childTnLst>
                                    </p:cTn>
                                  </p:par>
                                  <p:par>
                                    <p:cTn id="108" presetID="6" presetClass="emph" presetSubtype="0" autoRev="1" fill="hold" grpId="1" nodeType="withEffect">
                                      <p:stCondLst>
                                        <p:cond delay="500"/>
                                      </p:stCondLst>
                                      <p:childTnLst>
                                        <p:animScale>
                                          <p:cBhvr>
                                            <p:cTn id="109" dur="150" fill="hold"/>
                                            <p:tgtEl>
                                              <p:spTgt spid="18"/>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34"/>
                                            </p:tgtEl>
                                            <p:attrNameLst>
                                              <p:attrName>style.visibility</p:attrName>
                                            </p:attrNameLst>
                                          </p:cBhvr>
                                          <p:to>
                                            <p:strVal val="visible"/>
                                          </p:to>
                                        </p:set>
                                        <p:anim calcmode="lin" valueType="num">
                                          <p:cBhvr>
                                            <p:cTn id="112" dur="300" fill="hold"/>
                                            <p:tgtEl>
                                              <p:spTgt spid="34"/>
                                            </p:tgtEl>
                                            <p:attrNameLst>
                                              <p:attrName>ppt_w</p:attrName>
                                            </p:attrNameLst>
                                          </p:cBhvr>
                                          <p:tavLst>
                                            <p:tav tm="0">
                                              <p:val>
                                                <p:fltVal val="0"/>
                                              </p:val>
                                            </p:tav>
                                            <p:tav tm="100000">
                                              <p:val>
                                                <p:strVal val="#ppt_w"/>
                                              </p:val>
                                            </p:tav>
                                          </p:tavLst>
                                        </p:anim>
                                        <p:anim calcmode="lin" valueType="num">
                                          <p:cBhvr>
                                            <p:cTn id="113" dur="300" fill="hold"/>
                                            <p:tgtEl>
                                              <p:spTgt spid="34"/>
                                            </p:tgtEl>
                                            <p:attrNameLst>
                                              <p:attrName>ppt_h</p:attrName>
                                            </p:attrNameLst>
                                          </p:cBhvr>
                                          <p:tavLst>
                                            <p:tav tm="0">
                                              <p:val>
                                                <p:fltVal val="0"/>
                                              </p:val>
                                            </p:tav>
                                            <p:tav tm="100000">
                                              <p:val>
                                                <p:strVal val="#ppt_h"/>
                                              </p:val>
                                            </p:tav>
                                          </p:tavLst>
                                        </p:anim>
                                        <p:animEffect transition="in" filter="fade">
                                          <p:cBhvr>
                                            <p:cTn id="114" dur="300"/>
                                            <p:tgtEl>
                                              <p:spTgt spid="34"/>
                                            </p:tgtEl>
                                          </p:cBhvr>
                                        </p:animEffect>
                                      </p:childTnLst>
                                    </p:cTn>
                                  </p:par>
                                  <p:par>
                                    <p:cTn id="115" presetID="6" presetClass="emph" presetSubtype="0" autoRev="1" fill="hold" grpId="1" nodeType="withEffect">
                                      <p:stCondLst>
                                        <p:cond delay="500"/>
                                      </p:stCondLst>
                                      <p:childTnLst>
                                        <p:animScale>
                                          <p:cBhvr>
                                            <p:cTn id="116" dur="150" fill="hold"/>
                                            <p:tgtEl>
                                              <p:spTgt spid="34"/>
                                            </p:tgtEl>
                                          </p:cBhvr>
                                          <p:by x="110000" y="110000"/>
                                        </p:animScale>
                                      </p:childTnLst>
                                    </p:cTn>
                                  </p:par>
                                  <p:par>
                                    <p:cTn id="117" presetID="53" presetClass="entr" presetSubtype="16" fill="hold" grpId="0" nodeType="withEffect">
                                      <p:stCondLst>
                                        <p:cond delay="0"/>
                                      </p:stCondLst>
                                      <p:childTnLst>
                                        <p:set>
                                          <p:cBhvr>
                                            <p:cTn id="118" dur="1" fill="hold">
                                              <p:stCondLst>
                                                <p:cond delay="0"/>
                                              </p:stCondLst>
                                            </p:cTn>
                                            <p:tgtEl>
                                              <p:spTgt spid="14"/>
                                            </p:tgtEl>
                                            <p:attrNameLst>
                                              <p:attrName>style.visibility</p:attrName>
                                            </p:attrNameLst>
                                          </p:cBhvr>
                                          <p:to>
                                            <p:strVal val="visible"/>
                                          </p:to>
                                        </p:set>
                                        <p:anim calcmode="lin" valueType="num">
                                          <p:cBhvr>
                                            <p:cTn id="119" dur="300" fill="hold"/>
                                            <p:tgtEl>
                                              <p:spTgt spid="14"/>
                                            </p:tgtEl>
                                            <p:attrNameLst>
                                              <p:attrName>ppt_w</p:attrName>
                                            </p:attrNameLst>
                                          </p:cBhvr>
                                          <p:tavLst>
                                            <p:tav tm="0">
                                              <p:val>
                                                <p:fltVal val="0"/>
                                              </p:val>
                                            </p:tav>
                                            <p:tav tm="100000">
                                              <p:val>
                                                <p:strVal val="#ppt_w"/>
                                              </p:val>
                                            </p:tav>
                                          </p:tavLst>
                                        </p:anim>
                                        <p:anim calcmode="lin" valueType="num">
                                          <p:cBhvr>
                                            <p:cTn id="120" dur="300" fill="hold"/>
                                            <p:tgtEl>
                                              <p:spTgt spid="14"/>
                                            </p:tgtEl>
                                            <p:attrNameLst>
                                              <p:attrName>ppt_h</p:attrName>
                                            </p:attrNameLst>
                                          </p:cBhvr>
                                          <p:tavLst>
                                            <p:tav tm="0">
                                              <p:val>
                                                <p:fltVal val="0"/>
                                              </p:val>
                                            </p:tav>
                                            <p:tav tm="100000">
                                              <p:val>
                                                <p:strVal val="#ppt_h"/>
                                              </p:val>
                                            </p:tav>
                                          </p:tavLst>
                                        </p:anim>
                                        <p:animEffect transition="in" filter="fade">
                                          <p:cBhvr>
                                            <p:cTn id="121" dur="300"/>
                                            <p:tgtEl>
                                              <p:spTgt spid="14"/>
                                            </p:tgtEl>
                                          </p:cBhvr>
                                        </p:animEffect>
                                      </p:childTnLst>
                                    </p:cTn>
                                  </p:par>
                                  <p:par>
                                    <p:cTn id="122" presetID="6" presetClass="emph" presetSubtype="0" autoRev="1" fill="hold" grpId="1" nodeType="withEffect">
                                      <p:stCondLst>
                                        <p:cond delay="300"/>
                                      </p:stCondLst>
                                      <p:childTnLst>
                                        <p:animScale>
                                          <p:cBhvr>
                                            <p:cTn id="123" dur="150" fill="hold"/>
                                            <p:tgtEl>
                                              <p:spTgt spid="14"/>
                                            </p:tgtEl>
                                          </p:cBhvr>
                                          <p:by x="110000" y="110000"/>
                                        </p:animScale>
                                      </p:childTnLst>
                                    </p:cTn>
                                  </p:par>
                                  <p:par>
                                    <p:cTn id="124" presetID="53" presetClass="entr" presetSubtype="16" fill="hold" grpId="0" nodeType="withEffect">
                                      <p:stCondLst>
                                        <p:cond delay="400"/>
                                      </p:stCondLst>
                                      <p:childTnLst>
                                        <p:set>
                                          <p:cBhvr>
                                            <p:cTn id="125" dur="1" fill="hold">
                                              <p:stCondLst>
                                                <p:cond delay="0"/>
                                              </p:stCondLst>
                                            </p:cTn>
                                            <p:tgtEl>
                                              <p:spTgt spid="31"/>
                                            </p:tgtEl>
                                            <p:attrNameLst>
                                              <p:attrName>style.visibility</p:attrName>
                                            </p:attrNameLst>
                                          </p:cBhvr>
                                          <p:to>
                                            <p:strVal val="visible"/>
                                          </p:to>
                                        </p:set>
                                        <p:anim calcmode="lin" valueType="num">
                                          <p:cBhvr>
                                            <p:cTn id="126" dur="300" fill="hold"/>
                                            <p:tgtEl>
                                              <p:spTgt spid="31"/>
                                            </p:tgtEl>
                                            <p:attrNameLst>
                                              <p:attrName>ppt_w</p:attrName>
                                            </p:attrNameLst>
                                          </p:cBhvr>
                                          <p:tavLst>
                                            <p:tav tm="0">
                                              <p:val>
                                                <p:fltVal val="0"/>
                                              </p:val>
                                            </p:tav>
                                            <p:tav tm="100000">
                                              <p:val>
                                                <p:strVal val="#ppt_w"/>
                                              </p:val>
                                            </p:tav>
                                          </p:tavLst>
                                        </p:anim>
                                        <p:anim calcmode="lin" valueType="num">
                                          <p:cBhvr>
                                            <p:cTn id="127" dur="300" fill="hold"/>
                                            <p:tgtEl>
                                              <p:spTgt spid="31"/>
                                            </p:tgtEl>
                                            <p:attrNameLst>
                                              <p:attrName>ppt_h</p:attrName>
                                            </p:attrNameLst>
                                          </p:cBhvr>
                                          <p:tavLst>
                                            <p:tav tm="0">
                                              <p:val>
                                                <p:fltVal val="0"/>
                                              </p:val>
                                            </p:tav>
                                            <p:tav tm="100000">
                                              <p:val>
                                                <p:strVal val="#ppt_h"/>
                                              </p:val>
                                            </p:tav>
                                          </p:tavLst>
                                        </p:anim>
                                        <p:animEffect transition="in" filter="fade">
                                          <p:cBhvr>
                                            <p:cTn id="128" dur="300"/>
                                            <p:tgtEl>
                                              <p:spTgt spid="31"/>
                                            </p:tgtEl>
                                          </p:cBhvr>
                                        </p:animEffect>
                                      </p:childTnLst>
                                    </p:cTn>
                                  </p:par>
                                  <p:par>
                                    <p:cTn id="129" presetID="6" presetClass="emph" presetSubtype="0" autoRev="1" fill="hold" grpId="1" nodeType="withEffect">
                                      <p:stCondLst>
                                        <p:cond delay="700"/>
                                      </p:stCondLst>
                                      <p:childTnLst>
                                        <p:animScale>
                                          <p:cBhvr>
                                            <p:cTn id="130" dur="150" fill="hold"/>
                                            <p:tgtEl>
                                              <p:spTgt spid="31"/>
                                            </p:tgtEl>
                                          </p:cBhvr>
                                          <p:by x="110000" y="110000"/>
                                        </p:animScale>
                                      </p:childTnLst>
                                    </p:cTn>
                                  </p:par>
                                  <p:par>
                                    <p:cTn id="131" presetID="53" presetClass="entr" presetSubtype="16" fill="hold" grpId="0" nodeType="withEffect">
                                      <p:stCondLst>
                                        <p:cond delay="100"/>
                                      </p:stCondLst>
                                      <p:childTnLst>
                                        <p:set>
                                          <p:cBhvr>
                                            <p:cTn id="132" dur="1" fill="hold">
                                              <p:stCondLst>
                                                <p:cond delay="0"/>
                                              </p:stCondLst>
                                            </p:cTn>
                                            <p:tgtEl>
                                              <p:spTgt spid="32"/>
                                            </p:tgtEl>
                                            <p:attrNameLst>
                                              <p:attrName>style.visibility</p:attrName>
                                            </p:attrNameLst>
                                          </p:cBhvr>
                                          <p:to>
                                            <p:strVal val="visible"/>
                                          </p:to>
                                        </p:set>
                                        <p:anim calcmode="lin" valueType="num">
                                          <p:cBhvr>
                                            <p:cTn id="133" dur="300" fill="hold"/>
                                            <p:tgtEl>
                                              <p:spTgt spid="32"/>
                                            </p:tgtEl>
                                            <p:attrNameLst>
                                              <p:attrName>ppt_w</p:attrName>
                                            </p:attrNameLst>
                                          </p:cBhvr>
                                          <p:tavLst>
                                            <p:tav tm="0">
                                              <p:val>
                                                <p:fltVal val="0"/>
                                              </p:val>
                                            </p:tav>
                                            <p:tav tm="100000">
                                              <p:val>
                                                <p:strVal val="#ppt_w"/>
                                              </p:val>
                                            </p:tav>
                                          </p:tavLst>
                                        </p:anim>
                                        <p:anim calcmode="lin" valueType="num">
                                          <p:cBhvr>
                                            <p:cTn id="134" dur="300" fill="hold"/>
                                            <p:tgtEl>
                                              <p:spTgt spid="32"/>
                                            </p:tgtEl>
                                            <p:attrNameLst>
                                              <p:attrName>ppt_h</p:attrName>
                                            </p:attrNameLst>
                                          </p:cBhvr>
                                          <p:tavLst>
                                            <p:tav tm="0">
                                              <p:val>
                                                <p:fltVal val="0"/>
                                              </p:val>
                                            </p:tav>
                                            <p:tav tm="100000">
                                              <p:val>
                                                <p:strVal val="#ppt_h"/>
                                              </p:val>
                                            </p:tav>
                                          </p:tavLst>
                                        </p:anim>
                                        <p:animEffect transition="in" filter="fade">
                                          <p:cBhvr>
                                            <p:cTn id="135" dur="300"/>
                                            <p:tgtEl>
                                              <p:spTgt spid="32"/>
                                            </p:tgtEl>
                                          </p:cBhvr>
                                        </p:animEffect>
                                      </p:childTnLst>
                                    </p:cTn>
                                  </p:par>
                                  <p:par>
                                    <p:cTn id="136" presetID="6" presetClass="emph" presetSubtype="0" autoRev="1" fill="hold" grpId="1" nodeType="withEffect">
                                      <p:stCondLst>
                                        <p:cond delay="400"/>
                                      </p:stCondLst>
                                      <p:childTnLst>
                                        <p:animScale>
                                          <p:cBhvr>
                                            <p:cTn id="137" dur="150" fill="hold"/>
                                            <p:tgtEl>
                                              <p:spTgt spid="32"/>
                                            </p:tgtEl>
                                          </p:cBhvr>
                                          <p:by x="110000" y="110000"/>
                                        </p:animScale>
                                      </p:childTnLst>
                                    </p:cTn>
                                  </p:par>
                                  <p:par>
                                    <p:cTn id="138" presetID="53" presetClass="entr" presetSubtype="16" fill="hold" grpId="0" nodeType="withEffect">
                                      <p:stCondLst>
                                        <p:cond delay="300"/>
                                      </p:stCondLst>
                                      <p:childTnLst>
                                        <p:set>
                                          <p:cBhvr>
                                            <p:cTn id="139" dur="1" fill="hold">
                                              <p:stCondLst>
                                                <p:cond delay="0"/>
                                              </p:stCondLst>
                                            </p:cTn>
                                            <p:tgtEl>
                                              <p:spTgt spid="22"/>
                                            </p:tgtEl>
                                            <p:attrNameLst>
                                              <p:attrName>style.visibility</p:attrName>
                                            </p:attrNameLst>
                                          </p:cBhvr>
                                          <p:to>
                                            <p:strVal val="visible"/>
                                          </p:to>
                                        </p:set>
                                        <p:anim calcmode="lin" valueType="num">
                                          <p:cBhvr>
                                            <p:cTn id="140" dur="300" fill="hold"/>
                                            <p:tgtEl>
                                              <p:spTgt spid="22"/>
                                            </p:tgtEl>
                                            <p:attrNameLst>
                                              <p:attrName>ppt_w</p:attrName>
                                            </p:attrNameLst>
                                          </p:cBhvr>
                                          <p:tavLst>
                                            <p:tav tm="0">
                                              <p:val>
                                                <p:fltVal val="0"/>
                                              </p:val>
                                            </p:tav>
                                            <p:tav tm="100000">
                                              <p:val>
                                                <p:strVal val="#ppt_w"/>
                                              </p:val>
                                            </p:tav>
                                          </p:tavLst>
                                        </p:anim>
                                        <p:anim calcmode="lin" valueType="num">
                                          <p:cBhvr>
                                            <p:cTn id="141" dur="300" fill="hold"/>
                                            <p:tgtEl>
                                              <p:spTgt spid="22"/>
                                            </p:tgtEl>
                                            <p:attrNameLst>
                                              <p:attrName>ppt_h</p:attrName>
                                            </p:attrNameLst>
                                          </p:cBhvr>
                                          <p:tavLst>
                                            <p:tav tm="0">
                                              <p:val>
                                                <p:fltVal val="0"/>
                                              </p:val>
                                            </p:tav>
                                            <p:tav tm="100000">
                                              <p:val>
                                                <p:strVal val="#ppt_h"/>
                                              </p:val>
                                            </p:tav>
                                          </p:tavLst>
                                        </p:anim>
                                        <p:animEffect transition="in" filter="fade">
                                          <p:cBhvr>
                                            <p:cTn id="142" dur="300"/>
                                            <p:tgtEl>
                                              <p:spTgt spid="22"/>
                                            </p:tgtEl>
                                          </p:cBhvr>
                                        </p:animEffect>
                                      </p:childTnLst>
                                    </p:cTn>
                                  </p:par>
                                  <p:par>
                                    <p:cTn id="143" presetID="6" presetClass="emph" presetSubtype="0" autoRev="1" fill="hold" grpId="1" nodeType="withEffect">
                                      <p:stCondLst>
                                        <p:cond delay="600"/>
                                      </p:stCondLst>
                                      <p:childTnLst>
                                        <p:animScale>
                                          <p:cBhvr>
                                            <p:cTn id="144" dur="150" fill="hold"/>
                                            <p:tgtEl>
                                              <p:spTgt spid="22"/>
                                            </p:tgtEl>
                                          </p:cBhvr>
                                          <p:by x="110000" y="110000"/>
                                        </p:animScale>
                                      </p:childTnLst>
                                    </p:cTn>
                                  </p:par>
                                  <p:par>
                                    <p:cTn id="145" presetID="53" presetClass="entr" presetSubtype="16" fill="hold" grpId="0" nodeType="withEffect">
                                      <p:stCondLst>
                                        <p:cond delay="0"/>
                                      </p:stCondLst>
                                      <p:childTnLst>
                                        <p:set>
                                          <p:cBhvr>
                                            <p:cTn id="146" dur="1" fill="hold">
                                              <p:stCondLst>
                                                <p:cond delay="0"/>
                                              </p:stCondLst>
                                            </p:cTn>
                                            <p:tgtEl>
                                              <p:spTgt spid="33"/>
                                            </p:tgtEl>
                                            <p:attrNameLst>
                                              <p:attrName>style.visibility</p:attrName>
                                            </p:attrNameLst>
                                          </p:cBhvr>
                                          <p:to>
                                            <p:strVal val="visible"/>
                                          </p:to>
                                        </p:set>
                                        <p:anim calcmode="lin" valueType="num">
                                          <p:cBhvr>
                                            <p:cTn id="147" dur="300" fill="hold"/>
                                            <p:tgtEl>
                                              <p:spTgt spid="33"/>
                                            </p:tgtEl>
                                            <p:attrNameLst>
                                              <p:attrName>ppt_w</p:attrName>
                                            </p:attrNameLst>
                                          </p:cBhvr>
                                          <p:tavLst>
                                            <p:tav tm="0">
                                              <p:val>
                                                <p:fltVal val="0"/>
                                              </p:val>
                                            </p:tav>
                                            <p:tav tm="100000">
                                              <p:val>
                                                <p:strVal val="#ppt_w"/>
                                              </p:val>
                                            </p:tav>
                                          </p:tavLst>
                                        </p:anim>
                                        <p:anim calcmode="lin" valueType="num">
                                          <p:cBhvr>
                                            <p:cTn id="148" dur="300" fill="hold"/>
                                            <p:tgtEl>
                                              <p:spTgt spid="33"/>
                                            </p:tgtEl>
                                            <p:attrNameLst>
                                              <p:attrName>ppt_h</p:attrName>
                                            </p:attrNameLst>
                                          </p:cBhvr>
                                          <p:tavLst>
                                            <p:tav tm="0">
                                              <p:val>
                                                <p:fltVal val="0"/>
                                              </p:val>
                                            </p:tav>
                                            <p:tav tm="100000">
                                              <p:val>
                                                <p:strVal val="#ppt_h"/>
                                              </p:val>
                                            </p:tav>
                                          </p:tavLst>
                                        </p:anim>
                                        <p:animEffect transition="in" filter="fade">
                                          <p:cBhvr>
                                            <p:cTn id="149" dur="300"/>
                                            <p:tgtEl>
                                              <p:spTgt spid="33"/>
                                            </p:tgtEl>
                                          </p:cBhvr>
                                        </p:animEffect>
                                      </p:childTnLst>
                                    </p:cTn>
                                  </p:par>
                                  <p:par>
                                    <p:cTn id="150" presetID="6" presetClass="emph" presetSubtype="0" autoRev="1" fill="hold" grpId="1" nodeType="withEffect">
                                      <p:stCondLst>
                                        <p:cond delay="300"/>
                                      </p:stCondLst>
                                      <p:childTnLst>
                                        <p:animScale>
                                          <p:cBhvr>
                                            <p:cTn id="151" dur="150" fill="hold"/>
                                            <p:tgtEl>
                                              <p:spTgt spid="33"/>
                                            </p:tgtEl>
                                          </p:cBhvr>
                                          <p:by x="110000" y="110000"/>
                                        </p:animScale>
                                      </p:childTnLst>
                                    </p:cTn>
                                  </p:par>
                                  <p:par>
                                    <p:cTn id="152" presetID="53" presetClass="entr" presetSubtype="16" fill="hold" grpId="0" nodeType="withEffect">
                                      <p:stCondLst>
                                        <p:cond delay="200"/>
                                      </p:stCondLst>
                                      <p:childTnLst>
                                        <p:set>
                                          <p:cBhvr>
                                            <p:cTn id="153" dur="1" fill="hold">
                                              <p:stCondLst>
                                                <p:cond delay="0"/>
                                              </p:stCondLst>
                                            </p:cTn>
                                            <p:tgtEl>
                                              <p:spTgt spid="23"/>
                                            </p:tgtEl>
                                            <p:attrNameLst>
                                              <p:attrName>style.visibility</p:attrName>
                                            </p:attrNameLst>
                                          </p:cBhvr>
                                          <p:to>
                                            <p:strVal val="visible"/>
                                          </p:to>
                                        </p:set>
                                        <p:anim calcmode="lin" valueType="num">
                                          <p:cBhvr>
                                            <p:cTn id="154" dur="300" fill="hold"/>
                                            <p:tgtEl>
                                              <p:spTgt spid="23"/>
                                            </p:tgtEl>
                                            <p:attrNameLst>
                                              <p:attrName>ppt_w</p:attrName>
                                            </p:attrNameLst>
                                          </p:cBhvr>
                                          <p:tavLst>
                                            <p:tav tm="0">
                                              <p:val>
                                                <p:fltVal val="0"/>
                                              </p:val>
                                            </p:tav>
                                            <p:tav tm="100000">
                                              <p:val>
                                                <p:strVal val="#ppt_w"/>
                                              </p:val>
                                            </p:tav>
                                          </p:tavLst>
                                        </p:anim>
                                        <p:anim calcmode="lin" valueType="num">
                                          <p:cBhvr>
                                            <p:cTn id="155" dur="300" fill="hold"/>
                                            <p:tgtEl>
                                              <p:spTgt spid="23"/>
                                            </p:tgtEl>
                                            <p:attrNameLst>
                                              <p:attrName>ppt_h</p:attrName>
                                            </p:attrNameLst>
                                          </p:cBhvr>
                                          <p:tavLst>
                                            <p:tav tm="0">
                                              <p:val>
                                                <p:fltVal val="0"/>
                                              </p:val>
                                            </p:tav>
                                            <p:tav tm="100000">
                                              <p:val>
                                                <p:strVal val="#ppt_h"/>
                                              </p:val>
                                            </p:tav>
                                          </p:tavLst>
                                        </p:anim>
                                        <p:animEffect transition="in" filter="fade">
                                          <p:cBhvr>
                                            <p:cTn id="156" dur="300"/>
                                            <p:tgtEl>
                                              <p:spTgt spid="23"/>
                                            </p:tgtEl>
                                          </p:cBhvr>
                                        </p:animEffect>
                                      </p:childTnLst>
                                    </p:cTn>
                                  </p:par>
                                  <p:par>
                                    <p:cTn id="157" presetID="6" presetClass="emph" presetSubtype="0" autoRev="1" fill="hold" grpId="1" nodeType="withEffect">
                                      <p:stCondLst>
                                        <p:cond delay="500"/>
                                      </p:stCondLst>
                                      <p:childTnLst>
                                        <p:animScale>
                                          <p:cBhvr>
                                            <p:cTn id="158" dur="150" fill="hold"/>
                                            <p:tgtEl>
                                              <p:spTgt spid="23"/>
                                            </p:tgtEl>
                                          </p:cBhvr>
                                          <p:by x="110000" y="110000"/>
                                        </p:animScale>
                                      </p:childTnLst>
                                    </p:cTn>
                                  </p:par>
                                  <p:par>
                                    <p:cTn id="159" presetID="53" presetClass="entr" presetSubtype="16" fill="hold" grpId="0" nodeType="withEffect">
                                      <p:stCondLst>
                                        <p:cond delay="600"/>
                                      </p:stCondLst>
                                      <p:childTnLst>
                                        <p:set>
                                          <p:cBhvr>
                                            <p:cTn id="160" dur="1" fill="hold">
                                              <p:stCondLst>
                                                <p:cond delay="0"/>
                                              </p:stCondLst>
                                            </p:cTn>
                                            <p:tgtEl>
                                              <p:spTgt spid="24"/>
                                            </p:tgtEl>
                                            <p:attrNameLst>
                                              <p:attrName>style.visibility</p:attrName>
                                            </p:attrNameLst>
                                          </p:cBhvr>
                                          <p:to>
                                            <p:strVal val="visible"/>
                                          </p:to>
                                        </p:set>
                                        <p:anim calcmode="lin" valueType="num">
                                          <p:cBhvr>
                                            <p:cTn id="161" dur="300" fill="hold"/>
                                            <p:tgtEl>
                                              <p:spTgt spid="24"/>
                                            </p:tgtEl>
                                            <p:attrNameLst>
                                              <p:attrName>ppt_w</p:attrName>
                                            </p:attrNameLst>
                                          </p:cBhvr>
                                          <p:tavLst>
                                            <p:tav tm="0">
                                              <p:val>
                                                <p:fltVal val="0"/>
                                              </p:val>
                                            </p:tav>
                                            <p:tav tm="100000">
                                              <p:val>
                                                <p:strVal val="#ppt_w"/>
                                              </p:val>
                                            </p:tav>
                                          </p:tavLst>
                                        </p:anim>
                                        <p:anim calcmode="lin" valueType="num">
                                          <p:cBhvr>
                                            <p:cTn id="162" dur="300" fill="hold"/>
                                            <p:tgtEl>
                                              <p:spTgt spid="24"/>
                                            </p:tgtEl>
                                            <p:attrNameLst>
                                              <p:attrName>ppt_h</p:attrName>
                                            </p:attrNameLst>
                                          </p:cBhvr>
                                          <p:tavLst>
                                            <p:tav tm="0">
                                              <p:val>
                                                <p:fltVal val="0"/>
                                              </p:val>
                                            </p:tav>
                                            <p:tav tm="100000">
                                              <p:val>
                                                <p:strVal val="#ppt_h"/>
                                              </p:val>
                                            </p:tav>
                                          </p:tavLst>
                                        </p:anim>
                                        <p:animEffect transition="in" filter="fade">
                                          <p:cBhvr>
                                            <p:cTn id="163" dur="300"/>
                                            <p:tgtEl>
                                              <p:spTgt spid="24"/>
                                            </p:tgtEl>
                                          </p:cBhvr>
                                        </p:animEffect>
                                      </p:childTnLst>
                                    </p:cTn>
                                  </p:par>
                                  <p:par>
                                    <p:cTn id="164" presetID="6" presetClass="emph" presetSubtype="0" autoRev="1" fill="hold" grpId="1" nodeType="withEffect">
                                      <p:stCondLst>
                                        <p:cond delay="900"/>
                                      </p:stCondLst>
                                      <p:childTnLst>
                                        <p:animScale>
                                          <p:cBhvr>
                                            <p:cTn id="165" dur="150" fill="hold"/>
                                            <p:tgtEl>
                                              <p:spTgt spid="24"/>
                                            </p:tgtEl>
                                          </p:cBhvr>
                                          <p:by x="110000" y="110000"/>
                                        </p:animScale>
                                      </p:childTnLst>
                                    </p:cTn>
                                  </p:par>
                                  <p:par>
                                    <p:cTn id="166" presetID="53" presetClass="entr" presetSubtype="16" fill="hold" grpId="0" nodeType="withEffect">
                                      <p:stCondLst>
                                        <p:cond delay="100"/>
                                      </p:stCondLst>
                                      <p:childTnLst>
                                        <p:set>
                                          <p:cBhvr>
                                            <p:cTn id="167" dur="1" fill="hold">
                                              <p:stCondLst>
                                                <p:cond delay="0"/>
                                              </p:stCondLst>
                                            </p:cTn>
                                            <p:tgtEl>
                                              <p:spTgt spid="29"/>
                                            </p:tgtEl>
                                            <p:attrNameLst>
                                              <p:attrName>style.visibility</p:attrName>
                                            </p:attrNameLst>
                                          </p:cBhvr>
                                          <p:to>
                                            <p:strVal val="visible"/>
                                          </p:to>
                                        </p:set>
                                        <p:anim calcmode="lin" valueType="num">
                                          <p:cBhvr>
                                            <p:cTn id="168" dur="300" fill="hold"/>
                                            <p:tgtEl>
                                              <p:spTgt spid="29"/>
                                            </p:tgtEl>
                                            <p:attrNameLst>
                                              <p:attrName>ppt_w</p:attrName>
                                            </p:attrNameLst>
                                          </p:cBhvr>
                                          <p:tavLst>
                                            <p:tav tm="0">
                                              <p:val>
                                                <p:fltVal val="0"/>
                                              </p:val>
                                            </p:tav>
                                            <p:tav tm="100000">
                                              <p:val>
                                                <p:strVal val="#ppt_w"/>
                                              </p:val>
                                            </p:tav>
                                          </p:tavLst>
                                        </p:anim>
                                        <p:anim calcmode="lin" valueType="num">
                                          <p:cBhvr>
                                            <p:cTn id="169" dur="300" fill="hold"/>
                                            <p:tgtEl>
                                              <p:spTgt spid="29"/>
                                            </p:tgtEl>
                                            <p:attrNameLst>
                                              <p:attrName>ppt_h</p:attrName>
                                            </p:attrNameLst>
                                          </p:cBhvr>
                                          <p:tavLst>
                                            <p:tav tm="0">
                                              <p:val>
                                                <p:fltVal val="0"/>
                                              </p:val>
                                            </p:tav>
                                            <p:tav tm="100000">
                                              <p:val>
                                                <p:strVal val="#ppt_h"/>
                                              </p:val>
                                            </p:tav>
                                          </p:tavLst>
                                        </p:anim>
                                        <p:animEffect transition="in" filter="fade">
                                          <p:cBhvr>
                                            <p:cTn id="170" dur="300"/>
                                            <p:tgtEl>
                                              <p:spTgt spid="29"/>
                                            </p:tgtEl>
                                          </p:cBhvr>
                                        </p:animEffect>
                                      </p:childTnLst>
                                    </p:cTn>
                                  </p:par>
                                  <p:par>
                                    <p:cTn id="171" presetID="6" presetClass="emph" presetSubtype="0" autoRev="1" fill="hold" grpId="1" nodeType="withEffect">
                                      <p:stCondLst>
                                        <p:cond delay="400"/>
                                      </p:stCondLst>
                                      <p:childTnLst>
                                        <p:animScale>
                                          <p:cBhvr>
                                            <p:cTn id="172" dur="150" fill="hold"/>
                                            <p:tgtEl>
                                              <p:spTgt spid="29"/>
                                            </p:tgtEl>
                                          </p:cBhvr>
                                          <p:by x="110000" y="110000"/>
                                        </p:animScale>
                                      </p:childTnLst>
                                    </p:cTn>
                                  </p:par>
                                  <p:par>
                                    <p:cTn id="173" presetID="53" presetClass="entr" presetSubtype="16" fill="hold" grpId="0" nodeType="withEffect">
                                      <p:stCondLst>
                                        <p:cond delay="0"/>
                                      </p:stCondLst>
                                      <p:childTnLst>
                                        <p:set>
                                          <p:cBhvr>
                                            <p:cTn id="174" dur="1" fill="hold">
                                              <p:stCondLst>
                                                <p:cond delay="0"/>
                                              </p:stCondLst>
                                            </p:cTn>
                                            <p:tgtEl>
                                              <p:spTgt spid="25"/>
                                            </p:tgtEl>
                                            <p:attrNameLst>
                                              <p:attrName>style.visibility</p:attrName>
                                            </p:attrNameLst>
                                          </p:cBhvr>
                                          <p:to>
                                            <p:strVal val="visible"/>
                                          </p:to>
                                        </p:set>
                                        <p:anim calcmode="lin" valueType="num">
                                          <p:cBhvr>
                                            <p:cTn id="175" dur="300" fill="hold"/>
                                            <p:tgtEl>
                                              <p:spTgt spid="25"/>
                                            </p:tgtEl>
                                            <p:attrNameLst>
                                              <p:attrName>ppt_w</p:attrName>
                                            </p:attrNameLst>
                                          </p:cBhvr>
                                          <p:tavLst>
                                            <p:tav tm="0">
                                              <p:val>
                                                <p:fltVal val="0"/>
                                              </p:val>
                                            </p:tav>
                                            <p:tav tm="100000">
                                              <p:val>
                                                <p:strVal val="#ppt_w"/>
                                              </p:val>
                                            </p:tav>
                                          </p:tavLst>
                                        </p:anim>
                                        <p:anim calcmode="lin" valueType="num">
                                          <p:cBhvr>
                                            <p:cTn id="176" dur="300" fill="hold"/>
                                            <p:tgtEl>
                                              <p:spTgt spid="25"/>
                                            </p:tgtEl>
                                            <p:attrNameLst>
                                              <p:attrName>ppt_h</p:attrName>
                                            </p:attrNameLst>
                                          </p:cBhvr>
                                          <p:tavLst>
                                            <p:tav tm="0">
                                              <p:val>
                                                <p:fltVal val="0"/>
                                              </p:val>
                                            </p:tav>
                                            <p:tav tm="100000">
                                              <p:val>
                                                <p:strVal val="#ppt_h"/>
                                              </p:val>
                                            </p:tav>
                                          </p:tavLst>
                                        </p:anim>
                                        <p:animEffect transition="in" filter="fade">
                                          <p:cBhvr>
                                            <p:cTn id="177" dur="300"/>
                                            <p:tgtEl>
                                              <p:spTgt spid="25"/>
                                            </p:tgtEl>
                                          </p:cBhvr>
                                        </p:animEffect>
                                      </p:childTnLst>
                                    </p:cTn>
                                  </p:par>
                                  <p:par>
                                    <p:cTn id="178" presetID="6" presetClass="emph" presetSubtype="0" autoRev="1" fill="hold" grpId="1" nodeType="withEffect">
                                      <p:stCondLst>
                                        <p:cond delay="300"/>
                                      </p:stCondLst>
                                      <p:childTnLst>
                                        <p:animScale>
                                          <p:cBhvr>
                                            <p:cTn id="179" dur="150" fill="hold"/>
                                            <p:tgtEl>
                                              <p:spTgt spid="25"/>
                                            </p:tgtEl>
                                          </p:cBhvr>
                                          <p:by x="110000" y="110000"/>
                                        </p:animScale>
                                      </p:childTnLst>
                                    </p:cTn>
                                  </p:par>
                                  <p:par>
                                    <p:cTn id="180" presetID="53" presetClass="entr" presetSubtype="16" fill="hold" grpId="0" nodeType="withEffect">
                                      <p:stCondLst>
                                        <p:cond delay="500"/>
                                      </p:stCondLst>
                                      <p:childTnLst>
                                        <p:set>
                                          <p:cBhvr>
                                            <p:cTn id="181" dur="1" fill="hold">
                                              <p:stCondLst>
                                                <p:cond delay="0"/>
                                              </p:stCondLst>
                                            </p:cTn>
                                            <p:tgtEl>
                                              <p:spTgt spid="27"/>
                                            </p:tgtEl>
                                            <p:attrNameLst>
                                              <p:attrName>style.visibility</p:attrName>
                                            </p:attrNameLst>
                                          </p:cBhvr>
                                          <p:to>
                                            <p:strVal val="visible"/>
                                          </p:to>
                                        </p:set>
                                        <p:anim calcmode="lin" valueType="num">
                                          <p:cBhvr>
                                            <p:cTn id="182" dur="300" fill="hold"/>
                                            <p:tgtEl>
                                              <p:spTgt spid="27"/>
                                            </p:tgtEl>
                                            <p:attrNameLst>
                                              <p:attrName>ppt_w</p:attrName>
                                            </p:attrNameLst>
                                          </p:cBhvr>
                                          <p:tavLst>
                                            <p:tav tm="0">
                                              <p:val>
                                                <p:fltVal val="0"/>
                                              </p:val>
                                            </p:tav>
                                            <p:tav tm="100000">
                                              <p:val>
                                                <p:strVal val="#ppt_w"/>
                                              </p:val>
                                            </p:tav>
                                          </p:tavLst>
                                        </p:anim>
                                        <p:anim calcmode="lin" valueType="num">
                                          <p:cBhvr>
                                            <p:cTn id="183" dur="300" fill="hold"/>
                                            <p:tgtEl>
                                              <p:spTgt spid="27"/>
                                            </p:tgtEl>
                                            <p:attrNameLst>
                                              <p:attrName>ppt_h</p:attrName>
                                            </p:attrNameLst>
                                          </p:cBhvr>
                                          <p:tavLst>
                                            <p:tav tm="0">
                                              <p:val>
                                                <p:fltVal val="0"/>
                                              </p:val>
                                            </p:tav>
                                            <p:tav tm="100000">
                                              <p:val>
                                                <p:strVal val="#ppt_h"/>
                                              </p:val>
                                            </p:tav>
                                          </p:tavLst>
                                        </p:anim>
                                        <p:animEffect transition="in" filter="fade">
                                          <p:cBhvr>
                                            <p:cTn id="184" dur="300"/>
                                            <p:tgtEl>
                                              <p:spTgt spid="27"/>
                                            </p:tgtEl>
                                          </p:cBhvr>
                                        </p:animEffect>
                                      </p:childTnLst>
                                    </p:cTn>
                                  </p:par>
                                  <p:par>
                                    <p:cTn id="185" presetID="6" presetClass="emph" presetSubtype="0" autoRev="1" fill="hold" grpId="1" nodeType="withEffect">
                                      <p:stCondLst>
                                        <p:cond delay="800"/>
                                      </p:stCondLst>
                                      <p:childTnLst>
                                        <p:animScale>
                                          <p:cBhvr>
                                            <p:cTn id="186" dur="150" fill="hold"/>
                                            <p:tgtEl>
                                              <p:spTgt spid="27"/>
                                            </p:tgtEl>
                                          </p:cBhvr>
                                          <p:by x="110000" y="110000"/>
                                        </p:animScale>
                                      </p:childTnLst>
                                    </p:cTn>
                                  </p:par>
                                  <p:par>
                                    <p:cTn id="187" presetID="53" presetClass="entr" presetSubtype="16" fill="hold" grpId="0" nodeType="withEffect">
                                      <p:stCondLst>
                                        <p:cond delay="30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600"/>
                                      </p:stCondLst>
                                      <p:childTnLst>
                                        <p:animScale>
                                          <p:cBhvr>
                                            <p:cTn id="193" dur="150" fill="hold"/>
                                            <p:tgtEl>
                                              <p:spTgt spid="28"/>
                                            </p:tgtEl>
                                          </p:cBhvr>
                                          <p:by x="110000" y="110000"/>
                                        </p:animScale>
                                      </p:childTnLst>
                                    </p:cTn>
                                  </p:par>
                                  <p:par>
                                    <p:cTn id="194" presetID="53" presetClass="entr" presetSubtype="16" fill="hold" grpId="0" nodeType="withEffect">
                                      <p:stCondLst>
                                        <p:cond delay="0"/>
                                      </p:stCondLst>
                                      <p:childTnLst>
                                        <p:set>
                                          <p:cBhvr>
                                            <p:cTn id="195" dur="1" fill="hold">
                                              <p:stCondLst>
                                                <p:cond delay="0"/>
                                              </p:stCondLst>
                                            </p:cTn>
                                            <p:tgtEl>
                                              <p:spTgt spid="26"/>
                                            </p:tgtEl>
                                            <p:attrNameLst>
                                              <p:attrName>style.visibility</p:attrName>
                                            </p:attrNameLst>
                                          </p:cBhvr>
                                          <p:to>
                                            <p:strVal val="visible"/>
                                          </p:to>
                                        </p:set>
                                        <p:anim calcmode="lin" valueType="num">
                                          <p:cBhvr>
                                            <p:cTn id="196" dur="300" fill="hold"/>
                                            <p:tgtEl>
                                              <p:spTgt spid="26"/>
                                            </p:tgtEl>
                                            <p:attrNameLst>
                                              <p:attrName>ppt_w</p:attrName>
                                            </p:attrNameLst>
                                          </p:cBhvr>
                                          <p:tavLst>
                                            <p:tav tm="0">
                                              <p:val>
                                                <p:fltVal val="0"/>
                                              </p:val>
                                            </p:tav>
                                            <p:tav tm="100000">
                                              <p:val>
                                                <p:strVal val="#ppt_w"/>
                                              </p:val>
                                            </p:tav>
                                          </p:tavLst>
                                        </p:anim>
                                        <p:anim calcmode="lin" valueType="num">
                                          <p:cBhvr>
                                            <p:cTn id="197" dur="300" fill="hold"/>
                                            <p:tgtEl>
                                              <p:spTgt spid="26"/>
                                            </p:tgtEl>
                                            <p:attrNameLst>
                                              <p:attrName>ppt_h</p:attrName>
                                            </p:attrNameLst>
                                          </p:cBhvr>
                                          <p:tavLst>
                                            <p:tav tm="0">
                                              <p:val>
                                                <p:fltVal val="0"/>
                                              </p:val>
                                            </p:tav>
                                            <p:tav tm="100000">
                                              <p:val>
                                                <p:strVal val="#ppt_h"/>
                                              </p:val>
                                            </p:tav>
                                          </p:tavLst>
                                        </p:anim>
                                        <p:animEffect transition="in" filter="fade">
                                          <p:cBhvr>
                                            <p:cTn id="198" dur="300"/>
                                            <p:tgtEl>
                                              <p:spTgt spid="26"/>
                                            </p:tgtEl>
                                          </p:cBhvr>
                                        </p:animEffect>
                                      </p:childTnLst>
                                    </p:cTn>
                                  </p:par>
                                  <p:par>
                                    <p:cTn id="199" presetID="6" presetClass="emph" presetSubtype="0" autoRev="1" fill="hold" grpId="1" nodeType="withEffect">
                                      <p:stCondLst>
                                        <p:cond delay="300"/>
                                      </p:stCondLst>
                                      <p:childTnLst>
                                        <p:animScale>
                                          <p:cBhvr>
                                            <p:cTn id="200" dur="150" fill="hold"/>
                                            <p:tgtEl>
                                              <p:spTgt spid="26"/>
                                            </p:tgtEl>
                                          </p:cBhvr>
                                          <p:by x="110000" y="110000"/>
                                        </p:animScale>
                                      </p:childTnLst>
                                    </p:cTn>
                                  </p:par>
                                  <p:par>
                                    <p:cTn id="201" presetID="53" presetClass="entr" presetSubtype="16" fill="hold" grpId="0" nodeType="withEffect">
                                      <p:stCondLst>
                                        <p:cond delay="600"/>
                                      </p:stCondLst>
                                      <p:childTnLst>
                                        <p:set>
                                          <p:cBhvr>
                                            <p:cTn id="202" dur="1" fill="hold">
                                              <p:stCondLst>
                                                <p:cond delay="0"/>
                                              </p:stCondLst>
                                            </p:cTn>
                                            <p:tgtEl>
                                              <p:spTgt spid="35"/>
                                            </p:tgtEl>
                                            <p:attrNameLst>
                                              <p:attrName>style.visibility</p:attrName>
                                            </p:attrNameLst>
                                          </p:cBhvr>
                                          <p:to>
                                            <p:strVal val="visible"/>
                                          </p:to>
                                        </p:set>
                                        <p:anim calcmode="lin" valueType="num">
                                          <p:cBhvr>
                                            <p:cTn id="203" dur="300" fill="hold"/>
                                            <p:tgtEl>
                                              <p:spTgt spid="35"/>
                                            </p:tgtEl>
                                            <p:attrNameLst>
                                              <p:attrName>ppt_w</p:attrName>
                                            </p:attrNameLst>
                                          </p:cBhvr>
                                          <p:tavLst>
                                            <p:tav tm="0">
                                              <p:val>
                                                <p:fltVal val="0"/>
                                              </p:val>
                                            </p:tav>
                                            <p:tav tm="100000">
                                              <p:val>
                                                <p:strVal val="#ppt_w"/>
                                              </p:val>
                                            </p:tav>
                                          </p:tavLst>
                                        </p:anim>
                                        <p:anim calcmode="lin" valueType="num">
                                          <p:cBhvr>
                                            <p:cTn id="204" dur="300" fill="hold"/>
                                            <p:tgtEl>
                                              <p:spTgt spid="35"/>
                                            </p:tgtEl>
                                            <p:attrNameLst>
                                              <p:attrName>ppt_h</p:attrName>
                                            </p:attrNameLst>
                                          </p:cBhvr>
                                          <p:tavLst>
                                            <p:tav tm="0">
                                              <p:val>
                                                <p:fltVal val="0"/>
                                              </p:val>
                                            </p:tav>
                                            <p:tav tm="100000">
                                              <p:val>
                                                <p:strVal val="#ppt_h"/>
                                              </p:val>
                                            </p:tav>
                                          </p:tavLst>
                                        </p:anim>
                                        <p:animEffect transition="in" filter="fade">
                                          <p:cBhvr>
                                            <p:cTn id="205" dur="300"/>
                                            <p:tgtEl>
                                              <p:spTgt spid="35"/>
                                            </p:tgtEl>
                                          </p:cBhvr>
                                        </p:animEffect>
                                      </p:childTnLst>
                                    </p:cTn>
                                  </p:par>
                                  <p:par>
                                    <p:cTn id="206" presetID="6" presetClass="emph" presetSubtype="0" autoRev="1" fill="hold" grpId="1" nodeType="withEffect">
                                      <p:stCondLst>
                                        <p:cond delay="900"/>
                                      </p:stCondLst>
                                      <p:childTnLst>
                                        <p:animScale>
                                          <p:cBhvr>
                                            <p:cTn id="207" dur="150" fill="hold"/>
                                            <p:tgtEl>
                                              <p:spTgt spid="35"/>
                                            </p:tgtEl>
                                          </p:cBhvr>
                                          <p:by x="110000" y="110000"/>
                                        </p:animScale>
                                      </p:childTnLst>
                                    </p:cTn>
                                  </p:par>
                                  <p:par>
                                    <p:cTn id="208" presetID="53" presetClass="entr" presetSubtype="16" fill="hold" grpId="0" nodeType="withEffect">
                                      <p:stCondLst>
                                        <p:cond delay="1200"/>
                                      </p:stCondLst>
                                      <p:childTnLst>
                                        <p:set>
                                          <p:cBhvr>
                                            <p:cTn id="209" dur="1" fill="hold">
                                              <p:stCondLst>
                                                <p:cond delay="0"/>
                                              </p:stCondLst>
                                            </p:cTn>
                                            <p:tgtEl>
                                              <p:spTgt spid="36"/>
                                            </p:tgtEl>
                                            <p:attrNameLst>
                                              <p:attrName>style.visibility</p:attrName>
                                            </p:attrNameLst>
                                          </p:cBhvr>
                                          <p:to>
                                            <p:strVal val="visible"/>
                                          </p:to>
                                        </p:set>
                                        <p:anim calcmode="lin" valueType="num">
                                          <p:cBhvr>
                                            <p:cTn id="210" dur="300" fill="hold"/>
                                            <p:tgtEl>
                                              <p:spTgt spid="36"/>
                                            </p:tgtEl>
                                            <p:attrNameLst>
                                              <p:attrName>ppt_w</p:attrName>
                                            </p:attrNameLst>
                                          </p:cBhvr>
                                          <p:tavLst>
                                            <p:tav tm="0">
                                              <p:val>
                                                <p:fltVal val="0"/>
                                              </p:val>
                                            </p:tav>
                                            <p:tav tm="100000">
                                              <p:val>
                                                <p:strVal val="#ppt_w"/>
                                              </p:val>
                                            </p:tav>
                                          </p:tavLst>
                                        </p:anim>
                                        <p:anim calcmode="lin" valueType="num">
                                          <p:cBhvr>
                                            <p:cTn id="211" dur="300" fill="hold"/>
                                            <p:tgtEl>
                                              <p:spTgt spid="36"/>
                                            </p:tgtEl>
                                            <p:attrNameLst>
                                              <p:attrName>ppt_h</p:attrName>
                                            </p:attrNameLst>
                                          </p:cBhvr>
                                          <p:tavLst>
                                            <p:tav tm="0">
                                              <p:val>
                                                <p:fltVal val="0"/>
                                              </p:val>
                                            </p:tav>
                                            <p:tav tm="100000">
                                              <p:val>
                                                <p:strVal val="#ppt_h"/>
                                              </p:val>
                                            </p:tav>
                                          </p:tavLst>
                                        </p:anim>
                                        <p:animEffect transition="in" filter="fade">
                                          <p:cBhvr>
                                            <p:cTn id="212" dur="300"/>
                                            <p:tgtEl>
                                              <p:spTgt spid="36"/>
                                            </p:tgtEl>
                                          </p:cBhvr>
                                        </p:animEffect>
                                      </p:childTnLst>
                                    </p:cTn>
                                  </p:par>
                                  <p:par>
                                    <p:cTn id="213" presetID="6" presetClass="emph" presetSubtype="0" autoRev="1" fill="hold" grpId="1" nodeType="withEffect">
                                      <p:stCondLst>
                                        <p:cond delay="1500"/>
                                      </p:stCondLst>
                                      <p:childTnLst>
                                        <p:animScale>
                                          <p:cBhvr>
                                            <p:cTn id="214" dur="150" fill="hold"/>
                                            <p:tgtEl>
                                              <p:spTgt spid="36"/>
                                            </p:tgtEl>
                                          </p:cBhvr>
                                          <p:by x="110000" y="110000"/>
                                        </p:animScale>
                                      </p:childTnLst>
                                    </p:cTn>
                                  </p:par>
                                  <p:par>
                                    <p:cTn id="215" presetID="53" presetClass="entr" presetSubtype="16" fill="hold" grpId="0" nodeType="withEffect">
                                      <p:stCondLst>
                                        <p:cond delay="1800"/>
                                      </p:stCondLst>
                                      <p:childTnLst>
                                        <p:set>
                                          <p:cBhvr>
                                            <p:cTn id="216" dur="1" fill="hold">
                                              <p:stCondLst>
                                                <p:cond delay="0"/>
                                              </p:stCondLst>
                                            </p:cTn>
                                            <p:tgtEl>
                                              <p:spTgt spid="40"/>
                                            </p:tgtEl>
                                            <p:attrNameLst>
                                              <p:attrName>style.visibility</p:attrName>
                                            </p:attrNameLst>
                                          </p:cBhvr>
                                          <p:to>
                                            <p:strVal val="visible"/>
                                          </p:to>
                                        </p:set>
                                        <p:anim calcmode="lin" valueType="num">
                                          <p:cBhvr>
                                            <p:cTn id="217" dur="300" fill="hold"/>
                                            <p:tgtEl>
                                              <p:spTgt spid="40"/>
                                            </p:tgtEl>
                                            <p:attrNameLst>
                                              <p:attrName>ppt_w</p:attrName>
                                            </p:attrNameLst>
                                          </p:cBhvr>
                                          <p:tavLst>
                                            <p:tav tm="0">
                                              <p:val>
                                                <p:fltVal val="0"/>
                                              </p:val>
                                            </p:tav>
                                            <p:tav tm="100000">
                                              <p:val>
                                                <p:strVal val="#ppt_w"/>
                                              </p:val>
                                            </p:tav>
                                          </p:tavLst>
                                        </p:anim>
                                        <p:anim calcmode="lin" valueType="num">
                                          <p:cBhvr>
                                            <p:cTn id="218" dur="300" fill="hold"/>
                                            <p:tgtEl>
                                              <p:spTgt spid="40"/>
                                            </p:tgtEl>
                                            <p:attrNameLst>
                                              <p:attrName>ppt_h</p:attrName>
                                            </p:attrNameLst>
                                          </p:cBhvr>
                                          <p:tavLst>
                                            <p:tav tm="0">
                                              <p:val>
                                                <p:fltVal val="0"/>
                                              </p:val>
                                            </p:tav>
                                            <p:tav tm="100000">
                                              <p:val>
                                                <p:strVal val="#ppt_h"/>
                                              </p:val>
                                            </p:tav>
                                          </p:tavLst>
                                        </p:anim>
                                        <p:animEffect transition="in" filter="fade">
                                          <p:cBhvr>
                                            <p:cTn id="219" dur="300"/>
                                            <p:tgtEl>
                                              <p:spTgt spid="40"/>
                                            </p:tgtEl>
                                          </p:cBhvr>
                                        </p:animEffect>
                                      </p:childTnLst>
                                    </p:cTn>
                                  </p:par>
                                  <p:par>
                                    <p:cTn id="220" presetID="6" presetClass="emph" presetSubtype="0" autoRev="1" fill="hold" grpId="1" nodeType="withEffect">
                                      <p:stCondLst>
                                        <p:cond delay="2100"/>
                                      </p:stCondLst>
                                      <p:childTnLst>
                                        <p:animScale>
                                          <p:cBhvr>
                                            <p:cTn id="221" dur="150" fill="hold"/>
                                            <p:tgtEl>
                                              <p:spTgt spid="40"/>
                                            </p:tgtEl>
                                          </p:cBhvr>
                                          <p:by x="110000" y="110000"/>
                                        </p:animScale>
                                      </p:childTnLst>
                                    </p:cTn>
                                  </p:par>
                                  <p:par>
                                    <p:cTn id="222" presetID="2" presetClass="entr" presetSubtype="2" fill="hold" grpId="0" nodeType="withEffect" p14:presetBounceEnd="50000">
                                      <p:stCondLst>
                                        <p:cond delay="1500"/>
                                      </p:stCondLst>
                                      <p:childTnLst>
                                        <p:set>
                                          <p:cBhvr>
                                            <p:cTn id="223" dur="1" fill="hold">
                                              <p:stCondLst>
                                                <p:cond delay="0"/>
                                              </p:stCondLst>
                                            </p:cTn>
                                            <p:tgtEl>
                                              <p:spTgt spid="41"/>
                                            </p:tgtEl>
                                            <p:attrNameLst>
                                              <p:attrName>style.visibility</p:attrName>
                                            </p:attrNameLst>
                                          </p:cBhvr>
                                          <p:to>
                                            <p:strVal val="visible"/>
                                          </p:to>
                                        </p:set>
                                        <p:anim calcmode="lin" valueType="num" p14:bounceEnd="50000">
                                          <p:cBhvr additive="base">
                                            <p:cTn id="224" dur="500" fill="hold"/>
                                            <p:tgtEl>
                                              <p:spTgt spid="41"/>
                                            </p:tgtEl>
                                            <p:attrNameLst>
                                              <p:attrName>ppt_x</p:attrName>
                                            </p:attrNameLst>
                                          </p:cBhvr>
                                          <p:tavLst>
                                            <p:tav tm="0">
                                              <p:val>
                                                <p:strVal val="1+#ppt_w/2"/>
                                              </p:val>
                                            </p:tav>
                                            <p:tav tm="100000">
                                              <p:val>
                                                <p:strVal val="#ppt_x"/>
                                              </p:val>
                                            </p:tav>
                                          </p:tavLst>
                                        </p:anim>
                                        <p:anim calcmode="lin" valueType="num" p14:bounceEnd="50000">
                                          <p:cBhvr additive="base">
                                            <p:cTn id="225" dur="500" fill="hold"/>
                                            <p:tgtEl>
                                              <p:spTgt spid="41"/>
                                            </p:tgtEl>
                                            <p:attrNameLst>
                                              <p:attrName>ppt_y</p:attrName>
                                            </p:attrNameLst>
                                          </p:cBhvr>
                                          <p:tavLst>
                                            <p:tav tm="0">
                                              <p:val>
                                                <p:strVal val="#ppt_y"/>
                                              </p:val>
                                            </p:tav>
                                            <p:tav tm="100000">
                                              <p:val>
                                                <p:strVal val="#ppt_y"/>
                                              </p:val>
                                            </p:tav>
                                          </p:tavLst>
                                        </p:anim>
                                      </p:childTnLst>
                                    </p:cTn>
                                  </p:par>
                                  <p:par>
                                    <p:cTn id="226" presetID="53" presetClass="entr" presetSubtype="16" fill="hold" grpId="0" nodeType="withEffect">
                                      <p:stCondLst>
                                        <p:cond delay="1300"/>
                                      </p:stCondLst>
                                      <p:childTnLst>
                                        <p:set>
                                          <p:cBhvr>
                                            <p:cTn id="227" dur="1" fill="hold">
                                              <p:stCondLst>
                                                <p:cond delay="0"/>
                                              </p:stCondLst>
                                            </p:cTn>
                                            <p:tgtEl>
                                              <p:spTgt spid="42"/>
                                            </p:tgtEl>
                                            <p:attrNameLst>
                                              <p:attrName>style.visibility</p:attrName>
                                            </p:attrNameLst>
                                          </p:cBhvr>
                                          <p:to>
                                            <p:strVal val="visible"/>
                                          </p:to>
                                        </p:set>
                                        <p:anim calcmode="lin" valueType="num">
                                          <p:cBhvr>
                                            <p:cTn id="228" dur="300" fill="hold"/>
                                            <p:tgtEl>
                                              <p:spTgt spid="42"/>
                                            </p:tgtEl>
                                            <p:attrNameLst>
                                              <p:attrName>ppt_w</p:attrName>
                                            </p:attrNameLst>
                                          </p:cBhvr>
                                          <p:tavLst>
                                            <p:tav tm="0">
                                              <p:val>
                                                <p:fltVal val="0"/>
                                              </p:val>
                                            </p:tav>
                                            <p:tav tm="100000">
                                              <p:val>
                                                <p:strVal val="#ppt_w"/>
                                              </p:val>
                                            </p:tav>
                                          </p:tavLst>
                                        </p:anim>
                                        <p:anim calcmode="lin" valueType="num">
                                          <p:cBhvr>
                                            <p:cTn id="229" dur="300" fill="hold"/>
                                            <p:tgtEl>
                                              <p:spTgt spid="42"/>
                                            </p:tgtEl>
                                            <p:attrNameLst>
                                              <p:attrName>ppt_h</p:attrName>
                                            </p:attrNameLst>
                                          </p:cBhvr>
                                          <p:tavLst>
                                            <p:tav tm="0">
                                              <p:val>
                                                <p:fltVal val="0"/>
                                              </p:val>
                                            </p:tav>
                                            <p:tav tm="100000">
                                              <p:val>
                                                <p:strVal val="#ppt_h"/>
                                              </p:val>
                                            </p:tav>
                                          </p:tavLst>
                                        </p:anim>
                                        <p:animEffect transition="in" filter="fade">
                                          <p:cBhvr>
                                            <p:cTn id="230" dur="300"/>
                                            <p:tgtEl>
                                              <p:spTgt spid="42"/>
                                            </p:tgtEl>
                                          </p:cBhvr>
                                        </p:animEffect>
                                      </p:childTnLst>
                                    </p:cTn>
                                  </p:par>
                                  <p:par>
                                    <p:cTn id="231" presetID="6" presetClass="emph" presetSubtype="0" autoRev="1" fill="hold" grpId="1" nodeType="withEffect">
                                      <p:stCondLst>
                                        <p:cond delay="1700"/>
                                      </p:stCondLst>
                                      <p:childTnLst>
                                        <p:animScale>
                                          <p:cBhvr>
                                            <p:cTn id="232" dur="150" fill="hold"/>
                                            <p:tgtEl>
                                              <p:spTgt spid="42"/>
                                            </p:tgtEl>
                                          </p:cBhvr>
                                          <p:by x="110000" y="110000"/>
                                        </p:animScale>
                                      </p:childTnLst>
                                    </p:cTn>
                                  </p:par>
                                  <p:par>
                                    <p:cTn id="233" presetID="53" presetClass="entr" presetSubtype="16" fill="hold" grpId="0" nodeType="withEffect">
                                      <p:stCondLst>
                                        <p:cond delay="2000"/>
                                      </p:stCondLst>
                                      <p:childTnLst>
                                        <p:set>
                                          <p:cBhvr>
                                            <p:cTn id="234" dur="1" fill="hold">
                                              <p:stCondLst>
                                                <p:cond delay="0"/>
                                              </p:stCondLst>
                                            </p:cTn>
                                            <p:tgtEl>
                                              <p:spTgt spid="43"/>
                                            </p:tgtEl>
                                            <p:attrNameLst>
                                              <p:attrName>style.visibility</p:attrName>
                                            </p:attrNameLst>
                                          </p:cBhvr>
                                          <p:to>
                                            <p:strVal val="visible"/>
                                          </p:to>
                                        </p:set>
                                        <p:anim calcmode="lin" valueType="num">
                                          <p:cBhvr>
                                            <p:cTn id="235" dur="300" fill="hold"/>
                                            <p:tgtEl>
                                              <p:spTgt spid="43"/>
                                            </p:tgtEl>
                                            <p:attrNameLst>
                                              <p:attrName>ppt_w</p:attrName>
                                            </p:attrNameLst>
                                          </p:cBhvr>
                                          <p:tavLst>
                                            <p:tav tm="0">
                                              <p:val>
                                                <p:fltVal val="0"/>
                                              </p:val>
                                            </p:tav>
                                            <p:tav tm="100000">
                                              <p:val>
                                                <p:strVal val="#ppt_w"/>
                                              </p:val>
                                            </p:tav>
                                          </p:tavLst>
                                        </p:anim>
                                        <p:anim calcmode="lin" valueType="num">
                                          <p:cBhvr>
                                            <p:cTn id="236" dur="300" fill="hold"/>
                                            <p:tgtEl>
                                              <p:spTgt spid="43"/>
                                            </p:tgtEl>
                                            <p:attrNameLst>
                                              <p:attrName>ppt_h</p:attrName>
                                            </p:attrNameLst>
                                          </p:cBhvr>
                                          <p:tavLst>
                                            <p:tav tm="0">
                                              <p:val>
                                                <p:fltVal val="0"/>
                                              </p:val>
                                            </p:tav>
                                            <p:tav tm="100000">
                                              <p:val>
                                                <p:strVal val="#ppt_h"/>
                                              </p:val>
                                            </p:tav>
                                          </p:tavLst>
                                        </p:anim>
                                        <p:animEffect transition="in" filter="fade">
                                          <p:cBhvr>
                                            <p:cTn id="237" dur="300"/>
                                            <p:tgtEl>
                                              <p:spTgt spid="43"/>
                                            </p:tgtEl>
                                          </p:cBhvr>
                                        </p:animEffect>
                                      </p:childTnLst>
                                    </p:cTn>
                                  </p:par>
                                  <p:par>
                                    <p:cTn id="238" presetID="6" presetClass="emph" presetSubtype="0" autoRev="1" fill="hold" grpId="1" nodeType="withEffect">
                                      <p:stCondLst>
                                        <p:cond delay="2300"/>
                                      </p:stCondLst>
                                      <p:childTnLst>
                                        <p:animScale>
                                          <p:cBhvr>
                                            <p:cTn id="239" dur="150" fill="hold"/>
                                            <p:tgtEl>
                                              <p:spTgt spid="43"/>
                                            </p:tgtEl>
                                          </p:cBhvr>
                                          <p:by x="110000" y="110000"/>
                                        </p:animScale>
                                      </p:childTnLst>
                                    </p:cTn>
                                  </p:par>
                                  <p:par>
                                    <p:cTn id="240" presetID="2" presetClass="entr" presetSubtype="2" fill="hold" grpId="0" nodeType="withEffect" p14:presetBounceEnd="50000">
                                      <p:stCondLst>
                                        <p:cond delay="1700"/>
                                      </p:stCondLst>
                                      <p:childTnLst>
                                        <p:set>
                                          <p:cBhvr>
                                            <p:cTn id="241" dur="1" fill="hold">
                                              <p:stCondLst>
                                                <p:cond delay="0"/>
                                              </p:stCondLst>
                                            </p:cTn>
                                            <p:tgtEl>
                                              <p:spTgt spid="44"/>
                                            </p:tgtEl>
                                            <p:attrNameLst>
                                              <p:attrName>style.visibility</p:attrName>
                                            </p:attrNameLst>
                                          </p:cBhvr>
                                          <p:to>
                                            <p:strVal val="visible"/>
                                          </p:to>
                                        </p:set>
                                        <p:anim calcmode="lin" valueType="num" p14:bounceEnd="50000">
                                          <p:cBhvr additive="base">
                                            <p:cTn id="242" dur="500" fill="hold"/>
                                            <p:tgtEl>
                                              <p:spTgt spid="44"/>
                                            </p:tgtEl>
                                            <p:attrNameLst>
                                              <p:attrName>ppt_x</p:attrName>
                                            </p:attrNameLst>
                                          </p:cBhvr>
                                          <p:tavLst>
                                            <p:tav tm="0">
                                              <p:val>
                                                <p:strVal val="1+#ppt_w/2"/>
                                              </p:val>
                                            </p:tav>
                                            <p:tav tm="100000">
                                              <p:val>
                                                <p:strVal val="#ppt_x"/>
                                              </p:val>
                                            </p:tav>
                                          </p:tavLst>
                                        </p:anim>
                                        <p:anim calcmode="lin" valueType="num" p14:bounceEnd="50000">
                                          <p:cBhvr additive="base">
                                            <p:cTn id="243" dur="500" fill="hold"/>
                                            <p:tgtEl>
                                              <p:spTgt spid="44"/>
                                            </p:tgtEl>
                                            <p:attrNameLst>
                                              <p:attrName>ppt_y</p:attrName>
                                            </p:attrNameLst>
                                          </p:cBhvr>
                                          <p:tavLst>
                                            <p:tav tm="0">
                                              <p:val>
                                                <p:strVal val="#ppt_y"/>
                                              </p:val>
                                            </p:tav>
                                            <p:tav tm="100000">
                                              <p:val>
                                                <p:strVal val="#ppt_y"/>
                                              </p:val>
                                            </p:tav>
                                          </p:tavLst>
                                        </p:anim>
                                      </p:childTnLst>
                                    </p:cTn>
                                  </p:par>
                                  <p:par>
                                    <p:cTn id="244" presetID="53" presetClass="entr" presetSubtype="16" fill="hold" grpId="0" nodeType="withEffect">
                                      <p:stCondLst>
                                        <p:cond delay="1400"/>
                                      </p:stCondLst>
                                      <p:childTnLst>
                                        <p:set>
                                          <p:cBhvr>
                                            <p:cTn id="245" dur="1" fill="hold">
                                              <p:stCondLst>
                                                <p:cond delay="0"/>
                                              </p:stCondLst>
                                            </p:cTn>
                                            <p:tgtEl>
                                              <p:spTgt spid="69"/>
                                            </p:tgtEl>
                                            <p:attrNameLst>
                                              <p:attrName>style.visibility</p:attrName>
                                            </p:attrNameLst>
                                          </p:cBhvr>
                                          <p:to>
                                            <p:strVal val="visible"/>
                                          </p:to>
                                        </p:set>
                                        <p:anim calcmode="lin" valueType="num">
                                          <p:cBhvr>
                                            <p:cTn id="246" dur="300" fill="hold"/>
                                            <p:tgtEl>
                                              <p:spTgt spid="69"/>
                                            </p:tgtEl>
                                            <p:attrNameLst>
                                              <p:attrName>ppt_w</p:attrName>
                                            </p:attrNameLst>
                                          </p:cBhvr>
                                          <p:tavLst>
                                            <p:tav tm="0">
                                              <p:val>
                                                <p:fltVal val="0"/>
                                              </p:val>
                                            </p:tav>
                                            <p:tav tm="100000">
                                              <p:val>
                                                <p:strVal val="#ppt_w"/>
                                              </p:val>
                                            </p:tav>
                                          </p:tavLst>
                                        </p:anim>
                                        <p:anim calcmode="lin" valueType="num">
                                          <p:cBhvr>
                                            <p:cTn id="247" dur="300" fill="hold"/>
                                            <p:tgtEl>
                                              <p:spTgt spid="69"/>
                                            </p:tgtEl>
                                            <p:attrNameLst>
                                              <p:attrName>ppt_h</p:attrName>
                                            </p:attrNameLst>
                                          </p:cBhvr>
                                          <p:tavLst>
                                            <p:tav tm="0">
                                              <p:val>
                                                <p:fltVal val="0"/>
                                              </p:val>
                                            </p:tav>
                                            <p:tav tm="100000">
                                              <p:val>
                                                <p:strVal val="#ppt_h"/>
                                              </p:val>
                                            </p:tav>
                                          </p:tavLst>
                                        </p:anim>
                                        <p:animEffect transition="in" filter="fade">
                                          <p:cBhvr>
                                            <p:cTn id="248" dur="300"/>
                                            <p:tgtEl>
                                              <p:spTgt spid="69"/>
                                            </p:tgtEl>
                                          </p:cBhvr>
                                        </p:animEffect>
                                      </p:childTnLst>
                                    </p:cTn>
                                  </p:par>
                                  <p:par>
                                    <p:cTn id="249" presetID="6" presetClass="emph" presetSubtype="0" autoRev="1" fill="hold" grpId="1" nodeType="withEffect">
                                      <p:stCondLst>
                                        <p:cond delay="1700"/>
                                      </p:stCondLst>
                                      <p:childTnLst>
                                        <p:animScale>
                                          <p:cBhvr>
                                            <p:cTn id="250" dur="150" fill="hold"/>
                                            <p:tgtEl>
                                              <p:spTgt spid="69"/>
                                            </p:tgtEl>
                                          </p:cBhvr>
                                          <p:by x="110000" y="110000"/>
                                        </p:animScale>
                                      </p:childTnLst>
                                    </p:cTn>
                                  </p:par>
                                  <p:par>
                                    <p:cTn id="251" presetID="53" presetClass="entr" presetSubtype="16" fill="hold" grpId="0" nodeType="withEffect">
                                      <p:stCondLst>
                                        <p:cond delay="2000"/>
                                      </p:stCondLst>
                                      <p:childTnLst>
                                        <p:set>
                                          <p:cBhvr>
                                            <p:cTn id="252" dur="1" fill="hold">
                                              <p:stCondLst>
                                                <p:cond delay="0"/>
                                              </p:stCondLst>
                                            </p:cTn>
                                            <p:tgtEl>
                                              <p:spTgt spid="70"/>
                                            </p:tgtEl>
                                            <p:attrNameLst>
                                              <p:attrName>style.visibility</p:attrName>
                                            </p:attrNameLst>
                                          </p:cBhvr>
                                          <p:to>
                                            <p:strVal val="visible"/>
                                          </p:to>
                                        </p:set>
                                        <p:anim calcmode="lin" valueType="num">
                                          <p:cBhvr>
                                            <p:cTn id="253" dur="300" fill="hold"/>
                                            <p:tgtEl>
                                              <p:spTgt spid="70"/>
                                            </p:tgtEl>
                                            <p:attrNameLst>
                                              <p:attrName>ppt_w</p:attrName>
                                            </p:attrNameLst>
                                          </p:cBhvr>
                                          <p:tavLst>
                                            <p:tav tm="0">
                                              <p:val>
                                                <p:fltVal val="0"/>
                                              </p:val>
                                            </p:tav>
                                            <p:tav tm="100000">
                                              <p:val>
                                                <p:strVal val="#ppt_w"/>
                                              </p:val>
                                            </p:tav>
                                          </p:tavLst>
                                        </p:anim>
                                        <p:anim calcmode="lin" valueType="num">
                                          <p:cBhvr>
                                            <p:cTn id="254" dur="300" fill="hold"/>
                                            <p:tgtEl>
                                              <p:spTgt spid="70"/>
                                            </p:tgtEl>
                                            <p:attrNameLst>
                                              <p:attrName>ppt_h</p:attrName>
                                            </p:attrNameLst>
                                          </p:cBhvr>
                                          <p:tavLst>
                                            <p:tav tm="0">
                                              <p:val>
                                                <p:fltVal val="0"/>
                                              </p:val>
                                            </p:tav>
                                            <p:tav tm="100000">
                                              <p:val>
                                                <p:strVal val="#ppt_h"/>
                                              </p:val>
                                            </p:tav>
                                          </p:tavLst>
                                        </p:anim>
                                        <p:animEffect transition="in" filter="fade">
                                          <p:cBhvr>
                                            <p:cTn id="255" dur="300"/>
                                            <p:tgtEl>
                                              <p:spTgt spid="70"/>
                                            </p:tgtEl>
                                          </p:cBhvr>
                                        </p:animEffect>
                                      </p:childTnLst>
                                    </p:cTn>
                                  </p:par>
                                  <p:par>
                                    <p:cTn id="256" presetID="6" presetClass="emph" presetSubtype="0" autoRev="1" fill="hold" grpId="1" nodeType="withEffect">
                                      <p:stCondLst>
                                        <p:cond delay="2200"/>
                                      </p:stCondLst>
                                      <p:childTnLst>
                                        <p:animScale>
                                          <p:cBhvr>
                                            <p:cTn id="257" dur="150" fill="hold"/>
                                            <p:tgtEl>
                                              <p:spTgt spid="70"/>
                                            </p:tgtEl>
                                          </p:cBhvr>
                                          <p:by x="110000" y="110000"/>
                                        </p:animScale>
                                      </p:childTnLst>
                                    </p:cTn>
                                  </p:par>
                                  <p:par>
                                    <p:cTn id="258" presetID="2" presetClass="entr" presetSubtype="2" fill="hold" grpId="0" nodeType="withEffect" p14:presetBounceEnd="50000">
                                      <p:stCondLst>
                                        <p:cond delay="1900"/>
                                      </p:stCondLst>
                                      <p:childTnLst>
                                        <p:set>
                                          <p:cBhvr>
                                            <p:cTn id="259" dur="1" fill="hold">
                                              <p:stCondLst>
                                                <p:cond delay="0"/>
                                              </p:stCondLst>
                                            </p:cTn>
                                            <p:tgtEl>
                                              <p:spTgt spid="71"/>
                                            </p:tgtEl>
                                            <p:attrNameLst>
                                              <p:attrName>style.visibility</p:attrName>
                                            </p:attrNameLst>
                                          </p:cBhvr>
                                          <p:to>
                                            <p:strVal val="visible"/>
                                          </p:to>
                                        </p:set>
                                        <p:anim calcmode="lin" valueType="num" p14:bounceEnd="50000">
                                          <p:cBhvr additive="base">
                                            <p:cTn id="260" dur="500" fill="hold"/>
                                            <p:tgtEl>
                                              <p:spTgt spid="71"/>
                                            </p:tgtEl>
                                            <p:attrNameLst>
                                              <p:attrName>ppt_x</p:attrName>
                                            </p:attrNameLst>
                                          </p:cBhvr>
                                          <p:tavLst>
                                            <p:tav tm="0">
                                              <p:val>
                                                <p:strVal val="1+#ppt_w/2"/>
                                              </p:val>
                                            </p:tav>
                                            <p:tav tm="100000">
                                              <p:val>
                                                <p:strVal val="#ppt_x"/>
                                              </p:val>
                                            </p:tav>
                                          </p:tavLst>
                                        </p:anim>
                                        <p:anim calcmode="lin" valueType="num" p14:bounceEnd="50000">
                                          <p:cBhvr additive="base">
                                            <p:cTn id="261" dur="500" fill="hold"/>
                                            <p:tgtEl>
                                              <p:spTgt spid="71"/>
                                            </p:tgtEl>
                                            <p:attrNameLst>
                                              <p:attrName>ppt_y</p:attrName>
                                            </p:attrNameLst>
                                          </p:cBhvr>
                                          <p:tavLst>
                                            <p:tav tm="0">
                                              <p:val>
                                                <p:strVal val="#ppt_y"/>
                                              </p:val>
                                            </p:tav>
                                            <p:tav tm="100000">
                                              <p:val>
                                                <p:strVal val="#ppt_y"/>
                                              </p:val>
                                            </p:tav>
                                          </p:tavLst>
                                        </p:anim>
                                      </p:childTnLst>
                                    </p:cTn>
                                  </p:par>
                                  <p:par>
                                    <p:cTn id="262" presetID="53" presetClass="entr" presetSubtype="16" fill="hold" grpId="0" nodeType="withEffect">
                                      <p:stCondLst>
                                        <p:cond delay="1500"/>
                                      </p:stCondLst>
                                      <p:childTnLst>
                                        <p:set>
                                          <p:cBhvr>
                                            <p:cTn id="263" dur="1" fill="hold">
                                              <p:stCondLst>
                                                <p:cond delay="0"/>
                                              </p:stCondLst>
                                            </p:cTn>
                                            <p:tgtEl>
                                              <p:spTgt spid="72"/>
                                            </p:tgtEl>
                                            <p:attrNameLst>
                                              <p:attrName>style.visibility</p:attrName>
                                            </p:attrNameLst>
                                          </p:cBhvr>
                                          <p:to>
                                            <p:strVal val="visible"/>
                                          </p:to>
                                        </p:set>
                                        <p:anim calcmode="lin" valueType="num">
                                          <p:cBhvr>
                                            <p:cTn id="264" dur="300" fill="hold"/>
                                            <p:tgtEl>
                                              <p:spTgt spid="72"/>
                                            </p:tgtEl>
                                            <p:attrNameLst>
                                              <p:attrName>ppt_w</p:attrName>
                                            </p:attrNameLst>
                                          </p:cBhvr>
                                          <p:tavLst>
                                            <p:tav tm="0">
                                              <p:val>
                                                <p:fltVal val="0"/>
                                              </p:val>
                                            </p:tav>
                                            <p:tav tm="100000">
                                              <p:val>
                                                <p:strVal val="#ppt_w"/>
                                              </p:val>
                                            </p:tav>
                                          </p:tavLst>
                                        </p:anim>
                                        <p:anim calcmode="lin" valueType="num">
                                          <p:cBhvr>
                                            <p:cTn id="265" dur="300" fill="hold"/>
                                            <p:tgtEl>
                                              <p:spTgt spid="72"/>
                                            </p:tgtEl>
                                            <p:attrNameLst>
                                              <p:attrName>ppt_h</p:attrName>
                                            </p:attrNameLst>
                                          </p:cBhvr>
                                          <p:tavLst>
                                            <p:tav tm="0">
                                              <p:val>
                                                <p:fltVal val="0"/>
                                              </p:val>
                                            </p:tav>
                                            <p:tav tm="100000">
                                              <p:val>
                                                <p:strVal val="#ppt_h"/>
                                              </p:val>
                                            </p:tav>
                                          </p:tavLst>
                                        </p:anim>
                                        <p:animEffect transition="in" filter="fade">
                                          <p:cBhvr>
                                            <p:cTn id="266" dur="300"/>
                                            <p:tgtEl>
                                              <p:spTgt spid="72"/>
                                            </p:tgtEl>
                                          </p:cBhvr>
                                        </p:animEffect>
                                      </p:childTnLst>
                                    </p:cTn>
                                  </p:par>
                                  <p:par>
                                    <p:cTn id="267" presetID="6" presetClass="emph" presetSubtype="0" autoRev="1" fill="hold" grpId="1" nodeType="withEffect">
                                      <p:stCondLst>
                                        <p:cond delay="1800"/>
                                      </p:stCondLst>
                                      <p:childTnLst>
                                        <p:animScale>
                                          <p:cBhvr>
                                            <p:cTn id="268" dur="150" fill="hold"/>
                                            <p:tgtEl>
                                              <p:spTgt spid="72"/>
                                            </p:tgtEl>
                                          </p:cBhvr>
                                          <p:by x="110000" y="110000"/>
                                        </p:animScale>
                                      </p:childTnLst>
                                    </p:cTn>
                                  </p:par>
                                  <p:par>
                                    <p:cTn id="269" presetID="53" presetClass="entr" presetSubtype="16" fill="hold" grpId="0" nodeType="withEffect">
                                      <p:stCondLst>
                                        <p:cond delay="2000"/>
                                      </p:stCondLst>
                                      <p:childTnLst>
                                        <p:set>
                                          <p:cBhvr>
                                            <p:cTn id="270" dur="1" fill="hold">
                                              <p:stCondLst>
                                                <p:cond delay="0"/>
                                              </p:stCondLst>
                                            </p:cTn>
                                            <p:tgtEl>
                                              <p:spTgt spid="73"/>
                                            </p:tgtEl>
                                            <p:attrNameLst>
                                              <p:attrName>style.visibility</p:attrName>
                                            </p:attrNameLst>
                                          </p:cBhvr>
                                          <p:to>
                                            <p:strVal val="visible"/>
                                          </p:to>
                                        </p:set>
                                        <p:anim calcmode="lin" valueType="num">
                                          <p:cBhvr>
                                            <p:cTn id="271" dur="300" fill="hold"/>
                                            <p:tgtEl>
                                              <p:spTgt spid="73"/>
                                            </p:tgtEl>
                                            <p:attrNameLst>
                                              <p:attrName>ppt_w</p:attrName>
                                            </p:attrNameLst>
                                          </p:cBhvr>
                                          <p:tavLst>
                                            <p:tav tm="0">
                                              <p:val>
                                                <p:fltVal val="0"/>
                                              </p:val>
                                            </p:tav>
                                            <p:tav tm="100000">
                                              <p:val>
                                                <p:strVal val="#ppt_w"/>
                                              </p:val>
                                            </p:tav>
                                          </p:tavLst>
                                        </p:anim>
                                        <p:anim calcmode="lin" valueType="num">
                                          <p:cBhvr>
                                            <p:cTn id="272" dur="300" fill="hold"/>
                                            <p:tgtEl>
                                              <p:spTgt spid="73"/>
                                            </p:tgtEl>
                                            <p:attrNameLst>
                                              <p:attrName>ppt_h</p:attrName>
                                            </p:attrNameLst>
                                          </p:cBhvr>
                                          <p:tavLst>
                                            <p:tav tm="0">
                                              <p:val>
                                                <p:fltVal val="0"/>
                                              </p:val>
                                            </p:tav>
                                            <p:tav tm="100000">
                                              <p:val>
                                                <p:strVal val="#ppt_h"/>
                                              </p:val>
                                            </p:tav>
                                          </p:tavLst>
                                        </p:anim>
                                        <p:animEffect transition="in" filter="fade">
                                          <p:cBhvr>
                                            <p:cTn id="273" dur="300"/>
                                            <p:tgtEl>
                                              <p:spTgt spid="73"/>
                                            </p:tgtEl>
                                          </p:cBhvr>
                                        </p:animEffect>
                                      </p:childTnLst>
                                    </p:cTn>
                                  </p:par>
                                  <p:par>
                                    <p:cTn id="274" presetID="6" presetClass="emph" presetSubtype="0" autoRev="1" fill="hold" grpId="1" nodeType="withEffect">
                                      <p:stCondLst>
                                        <p:cond delay="2300"/>
                                      </p:stCondLst>
                                      <p:childTnLst>
                                        <p:animScale>
                                          <p:cBhvr>
                                            <p:cTn id="275" dur="150" fill="hold"/>
                                            <p:tgtEl>
                                              <p:spTgt spid="73"/>
                                            </p:tgtEl>
                                          </p:cBhvr>
                                          <p:by x="110000" y="110000"/>
                                        </p:animScale>
                                      </p:childTnLst>
                                    </p:cTn>
                                  </p:par>
                                  <p:par>
                                    <p:cTn id="276" presetID="2" presetClass="entr" presetSubtype="2" fill="hold" grpId="0" nodeType="withEffect" p14:presetBounceEnd="50000">
                                      <p:stCondLst>
                                        <p:cond delay="2000"/>
                                      </p:stCondLst>
                                      <p:childTnLst>
                                        <p:set>
                                          <p:cBhvr>
                                            <p:cTn id="277" dur="1" fill="hold">
                                              <p:stCondLst>
                                                <p:cond delay="0"/>
                                              </p:stCondLst>
                                            </p:cTn>
                                            <p:tgtEl>
                                              <p:spTgt spid="74"/>
                                            </p:tgtEl>
                                            <p:attrNameLst>
                                              <p:attrName>style.visibility</p:attrName>
                                            </p:attrNameLst>
                                          </p:cBhvr>
                                          <p:to>
                                            <p:strVal val="visible"/>
                                          </p:to>
                                        </p:set>
                                        <p:anim calcmode="lin" valueType="num" p14:bounceEnd="50000">
                                          <p:cBhvr additive="base">
                                            <p:cTn id="278" dur="500" fill="hold"/>
                                            <p:tgtEl>
                                              <p:spTgt spid="74"/>
                                            </p:tgtEl>
                                            <p:attrNameLst>
                                              <p:attrName>ppt_x</p:attrName>
                                            </p:attrNameLst>
                                          </p:cBhvr>
                                          <p:tavLst>
                                            <p:tav tm="0">
                                              <p:val>
                                                <p:strVal val="1+#ppt_w/2"/>
                                              </p:val>
                                            </p:tav>
                                            <p:tav tm="100000">
                                              <p:val>
                                                <p:strVal val="#ppt_x"/>
                                              </p:val>
                                            </p:tav>
                                          </p:tavLst>
                                        </p:anim>
                                        <p:anim calcmode="lin" valueType="num" p14:bounceEnd="50000">
                                          <p:cBhvr additive="base">
                                            <p:cTn id="279" dur="500" fill="hold"/>
                                            <p:tgtEl>
                                              <p:spTgt spid="74"/>
                                            </p:tgtEl>
                                            <p:attrNameLst>
                                              <p:attrName>ppt_y</p:attrName>
                                            </p:attrNameLst>
                                          </p:cBhvr>
                                          <p:tavLst>
                                            <p:tav tm="0">
                                              <p:val>
                                                <p:strVal val="#ppt_y"/>
                                              </p:val>
                                            </p:tav>
                                            <p:tav tm="100000">
                                              <p:val>
                                                <p:strVal val="#ppt_y"/>
                                              </p:val>
                                            </p:tav>
                                          </p:tavLst>
                                        </p:anim>
                                      </p:childTnLst>
                                    </p:cTn>
                                  </p:par>
                                  <p:par>
                                    <p:cTn id="280" presetID="53" presetClass="entr" presetSubtype="16" fill="hold" grpId="0" nodeType="withEffect">
                                      <p:stCondLst>
                                        <p:cond delay="1200"/>
                                      </p:stCondLst>
                                      <p:childTnLst>
                                        <p:set>
                                          <p:cBhvr>
                                            <p:cTn id="281" dur="1" fill="hold">
                                              <p:stCondLst>
                                                <p:cond delay="0"/>
                                              </p:stCondLst>
                                            </p:cTn>
                                            <p:tgtEl>
                                              <p:spTgt spid="75"/>
                                            </p:tgtEl>
                                            <p:attrNameLst>
                                              <p:attrName>style.visibility</p:attrName>
                                            </p:attrNameLst>
                                          </p:cBhvr>
                                          <p:to>
                                            <p:strVal val="visible"/>
                                          </p:to>
                                        </p:set>
                                        <p:anim calcmode="lin" valueType="num">
                                          <p:cBhvr>
                                            <p:cTn id="282" dur="300" fill="hold"/>
                                            <p:tgtEl>
                                              <p:spTgt spid="75"/>
                                            </p:tgtEl>
                                            <p:attrNameLst>
                                              <p:attrName>ppt_w</p:attrName>
                                            </p:attrNameLst>
                                          </p:cBhvr>
                                          <p:tavLst>
                                            <p:tav tm="0">
                                              <p:val>
                                                <p:fltVal val="0"/>
                                              </p:val>
                                            </p:tav>
                                            <p:tav tm="100000">
                                              <p:val>
                                                <p:strVal val="#ppt_w"/>
                                              </p:val>
                                            </p:tav>
                                          </p:tavLst>
                                        </p:anim>
                                        <p:anim calcmode="lin" valueType="num">
                                          <p:cBhvr>
                                            <p:cTn id="283" dur="300" fill="hold"/>
                                            <p:tgtEl>
                                              <p:spTgt spid="75"/>
                                            </p:tgtEl>
                                            <p:attrNameLst>
                                              <p:attrName>ppt_h</p:attrName>
                                            </p:attrNameLst>
                                          </p:cBhvr>
                                          <p:tavLst>
                                            <p:tav tm="0">
                                              <p:val>
                                                <p:fltVal val="0"/>
                                              </p:val>
                                            </p:tav>
                                            <p:tav tm="100000">
                                              <p:val>
                                                <p:strVal val="#ppt_h"/>
                                              </p:val>
                                            </p:tav>
                                          </p:tavLst>
                                        </p:anim>
                                        <p:animEffect transition="in" filter="fade">
                                          <p:cBhvr>
                                            <p:cTn id="284" dur="300"/>
                                            <p:tgtEl>
                                              <p:spTgt spid="75"/>
                                            </p:tgtEl>
                                          </p:cBhvr>
                                        </p:animEffect>
                                      </p:childTnLst>
                                    </p:cTn>
                                  </p:par>
                                  <p:par>
                                    <p:cTn id="285" presetID="6" presetClass="emph" presetSubtype="0" autoRev="1" fill="hold" grpId="1" nodeType="withEffect">
                                      <p:stCondLst>
                                        <p:cond delay="1500"/>
                                      </p:stCondLst>
                                      <p:childTnLst>
                                        <p:animScale>
                                          <p:cBhvr>
                                            <p:cTn id="286" dur="150" fill="hold"/>
                                            <p:tgtEl>
                                              <p:spTgt spid="75"/>
                                            </p:tgtEl>
                                          </p:cBhvr>
                                          <p:by x="110000" y="110000"/>
                                        </p:animScale>
                                      </p:childTnLst>
                                    </p:cTn>
                                  </p:par>
                                  <p:par>
                                    <p:cTn id="287" presetID="53" presetClass="entr" presetSubtype="16" fill="hold" grpId="0" nodeType="withEffect">
                                      <p:stCondLst>
                                        <p:cond delay="1800"/>
                                      </p:stCondLst>
                                      <p:childTnLst>
                                        <p:set>
                                          <p:cBhvr>
                                            <p:cTn id="288" dur="1" fill="hold">
                                              <p:stCondLst>
                                                <p:cond delay="0"/>
                                              </p:stCondLst>
                                            </p:cTn>
                                            <p:tgtEl>
                                              <p:spTgt spid="76"/>
                                            </p:tgtEl>
                                            <p:attrNameLst>
                                              <p:attrName>style.visibility</p:attrName>
                                            </p:attrNameLst>
                                          </p:cBhvr>
                                          <p:to>
                                            <p:strVal val="visible"/>
                                          </p:to>
                                        </p:set>
                                        <p:anim calcmode="lin" valueType="num">
                                          <p:cBhvr>
                                            <p:cTn id="289" dur="300" fill="hold"/>
                                            <p:tgtEl>
                                              <p:spTgt spid="76"/>
                                            </p:tgtEl>
                                            <p:attrNameLst>
                                              <p:attrName>ppt_w</p:attrName>
                                            </p:attrNameLst>
                                          </p:cBhvr>
                                          <p:tavLst>
                                            <p:tav tm="0">
                                              <p:val>
                                                <p:fltVal val="0"/>
                                              </p:val>
                                            </p:tav>
                                            <p:tav tm="100000">
                                              <p:val>
                                                <p:strVal val="#ppt_w"/>
                                              </p:val>
                                            </p:tav>
                                          </p:tavLst>
                                        </p:anim>
                                        <p:anim calcmode="lin" valueType="num">
                                          <p:cBhvr>
                                            <p:cTn id="290" dur="300" fill="hold"/>
                                            <p:tgtEl>
                                              <p:spTgt spid="76"/>
                                            </p:tgtEl>
                                            <p:attrNameLst>
                                              <p:attrName>ppt_h</p:attrName>
                                            </p:attrNameLst>
                                          </p:cBhvr>
                                          <p:tavLst>
                                            <p:tav tm="0">
                                              <p:val>
                                                <p:fltVal val="0"/>
                                              </p:val>
                                            </p:tav>
                                            <p:tav tm="100000">
                                              <p:val>
                                                <p:strVal val="#ppt_h"/>
                                              </p:val>
                                            </p:tav>
                                          </p:tavLst>
                                        </p:anim>
                                        <p:animEffect transition="in" filter="fade">
                                          <p:cBhvr>
                                            <p:cTn id="291" dur="300"/>
                                            <p:tgtEl>
                                              <p:spTgt spid="76"/>
                                            </p:tgtEl>
                                          </p:cBhvr>
                                        </p:animEffect>
                                      </p:childTnLst>
                                    </p:cTn>
                                  </p:par>
                                  <p:par>
                                    <p:cTn id="292" presetID="6" presetClass="emph" presetSubtype="0" autoRev="1" fill="hold" grpId="1" nodeType="withEffect">
                                      <p:stCondLst>
                                        <p:cond delay="2100"/>
                                      </p:stCondLst>
                                      <p:childTnLst>
                                        <p:animScale>
                                          <p:cBhvr>
                                            <p:cTn id="293" dur="150" fill="hold"/>
                                            <p:tgtEl>
                                              <p:spTgt spid="76"/>
                                            </p:tgtEl>
                                          </p:cBhvr>
                                          <p:by x="110000" y="110000"/>
                                        </p:animScale>
                                      </p:childTnLst>
                                    </p:cTn>
                                  </p:par>
                                  <p:par>
                                    <p:cTn id="294" presetID="2" presetClass="entr" presetSubtype="2" fill="hold" grpId="0" nodeType="withEffect" p14:presetBounceEnd="50000">
                                      <p:stCondLst>
                                        <p:cond delay="1500"/>
                                      </p:stCondLst>
                                      <p:childTnLst>
                                        <p:set>
                                          <p:cBhvr>
                                            <p:cTn id="295" dur="1" fill="hold">
                                              <p:stCondLst>
                                                <p:cond delay="0"/>
                                              </p:stCondLst>
                                            </p:cTn>
                                            <p:tgtEl>
                                              <p:spTgt spid="77"/>
                                            </p:tgtEl>
                                            <p:attrNameLst>
                                              <p:attrName>style.visibility</p:attrName>
                                            </p:attrNameLst>
                                          </p:cBhvr>
                                          <p:to>
                                            <p:strVal val="visible"/>
                                          </p:to>
                                        </p:set>
                                        <p:anim calcmode="lin" valueType="num" p14:bounceEnd="50000">
                                          <p:cBhvr additive="base">
                                            <p:cTn id="296" dur="500" fill="hold"/>
                                            <p:tgtEl>
                                              <p:spTgt spid="77"/>
                                            </p:tgtEl>
                                            <p:attrNameLst>
                                              <p:attrName>ppt_x</p:attrName>
                                            </p:attrNameLst>
                                          </p:cBhvr>
                                          <p:tavLst>
                                            <p:tav tm="0">
                                              <p:val>
                                                <p:strVal val="1+#ppt_w/2"/>
                                              </p:val>
                                            </p:tav>
                                            <p:tav tm="100000">
                                              <p:val>
                                                <p:strVal val="#ppt_x"/>
                                              </p:val>
                                            </p:tav>
                                          </p:tavLst>
                                        </p:anim>
                                        <p:anim calcmode="lin" valueType="num" p14:bounceEnd="50000">
                                          <p:cBhvr additive="base">
                                            <p:cTn id="297" dur="500" fill="hold"/>
                                            <p:tgtEl>
                                              <p:spTgt spid="77"/>
                                            </p:tgtEl>
                                            <p:attrNameLst>
                                              <p:attrName>ppt_y</p:attrName>
                                            </p:attrNameLst>
                                          </p:cBhvr>
                                          <p:tavLst>
                                            <p:tav tm="0">
                                              <p:val>
                                                <p:strVal val="#ppt_y"/>
                                              </p:val>
                                            </p:tav>
                                            <p:tav tm="100000">
                                              <p:val>
                                                <p:strVal val="#ppt_y"/>
                                              </p:val>
                                            </p:tav>
                                          </p:tavLst>
                                        </p:anim>
                                      </p:childTnLst>
                                    </p:cTn>
                                  </p:par>
                                  <p:par>
                                    <p:cTn id="298" presetID="53" presetClass="entr" presetSubtype="16" fill="hold" grpId="0" nodeType="withEffect">
                                      <p:stCondLst>
                                        <p:cond delay="1300"/>
                                      </p:stCondLst>
                                      <p:childTnLst>
                                        <p:set>
                                          <p:cBhvr>
                                            <p:cTn id="299" dur="1" fill="hold">
                                              <p:stCondLst>
                                                <p:cond delay="0"/>
                                              </p:stCondLst>
                                            </p:cTn>
                                            <p:tgtEl>
                                              <p:spTgt spid="78"/>
                                            </p:tgtEl>
                                            <p:attrNameLst>
                                              <p:attrName>style.visibility</p:attrName>
                                            </p:attrNameLst>
                                          </p:cBhvr>
                                          <p:to>
                                            <p:strVal val="visible"/>
                                          </p:to>
                                        </p:set>
                                        <p:anim calcmode="lin" valueType="num">
                                          <p:cBhvr>
                                            <p:cTn id="300" dur="300" fill="hold"/>
                                            <p:tgtEl>
                                              <p:spTgt spid="78"/>
                                            </p:tgtEl>
                                            <p:attrNameLst>
                                              <p:attrName>ppt_w</p:attrName>
                                            </p:attrNameLst>
                                          </p:cBhvr>
                                          <p:tavLst>
                                            <p:tav tm="0">
                                              <p:val>
                                                <p:fltVal val="0"/>
                                              </p:val>
                                            </p:tav>
                                            <p:tav tm="100000">
                                              <p:val>
                                                <p:strVal val="#ppt_w"/>
                                              </p:val>
                                            </p:tav>
                                          </p:tavLst>
                                        </p:anim>
                                        <p:anim calcmode="lin" valueType="num">
                                          <p:cBhvr>
                                            <p:cTn id="301" dur="300" fill="hold"/>
                                            <p:tgtEl>
                                              <p:spTgt spid="78"/>
                                            </p:tgtEl>
                                            <p:attrNameLst>
                                              <p:attrName>ppt_h</p:attrName>
                                            </p:attrNameLst>
                                          </p:cBhvr>
                                          <p:tavLst>
                                            <p:tav tm="0">
                                              <p:val>
                                                <p:fltVal val="0"/>
                                              </p:val>
                                            </p:tav>
                                            <p:tav tm="100000">
                                              <p:val>
                                                <p:strVal val="#ppt_h"/>
                                              </p:val>
                                            </p:tav>
                                          </p:tavLst>
                                        </p:anim>
                                        <p:animEffect transition="in" filter="fade">
                                          <p:cBhvr>
                                            <p:cTn id="302" dur="300"/>
                                            <p:tgtEl>
                                              <p:spTgt spid="78"/>
                                            </p:tgtEl>
                                          </p:cBhvr>
                                        </p:animEffect>
                                      </p:childTnLst>
                                    </p:cTn>
                                  </p:par>
                                  <p:par>
                                    <p:cTn id="303" presetID="6" presetClass="emph" presetSubtype="0" autoRev="1" fill="hold" grpId="1" nodeType="withEffect">
                                      <p:stCondLst>
                                        <p:cond delay="1700"/>
                                      </p:stCondLst>
                                      <p:childTnLst>
                                        <p:animScale>
                                          <p:cBhvr>
                                            <p:cTn id="304" dur="150" fill="hold"/>
                                            <p:tgtEl>
                                              <p:spTgt spid="78"/>
                                            </p:tgtEl>
                                          </p:cBhvr>
                                          <p:by x="110000" y="110000"/>
                                        </p:animScale>
                                      </p:childTnLst>
                                    </p:cTn>
                                  </p:par>
                                  <p:par>
                                    <p:cTn id="305" presetID="53" presetClass="entr" presetSubtype="16" fill="hold" grpId="0" nodeType="withEffect">
                                      <p:stCondLst>
                                        <p:cond delay="2000"/>
                                      </p:stCondLst>
                                      <p:childTnLst>
                                        <p:set>
                                          <p:cBhvr>
                                            <p:cTn id="306" dur="1" fill="hold">
                                              <p:stCondLst>
                                                <p:cond delay="0"/>
                                              </p:stCondLst>
                                            </p:cTn>
                                            <p:tgtEl>
                                              <p:spTgt spid="79"/>
                                            </p:tgtEl>
                                            <p:attrNameLst>
                                              <p:attrName>style.visibility</p:attrName>
                                            </p:attrNameLst>
                                          </p:cBhvr>
                                          <p:to>
                                            <p:strVal val="visible"/>
                                          </p:to>
                                        </p:set>
                                        <p:anim calcmode="lin" valueType="num">
                                          <p:cBhvr>
                                            <p:cTn id="307" dur="300" fill="hold"/>
                                            <p:tgtEl>
                                              <p:spTgt spid="79"/>
                                            </p:tgtEl>
                                            <p:attrNameLst>
                                              <p:attrName>ppt_w</p:attrName>
                                            </p:attrNameLst>
                                          </p:cBhvr>
                                          <p:tavLst>
                                            <p:tav tm="0">
                                              <p:val>
                                                <p:fltVal val="0"/>
                                              </p:val>
                                            </p:tav>
                                            <p:tav tm="100000">
                                              <p:val>
                                                <p:strVal val="#ppt_w"/>
                                              </p:val>
                                            </p:tav>
                                          </p:tavLst>
                                        </p:anim>
                                        <p:anim calcmode="lin" valueType="num">
                                          <p:cBhvr>
                                            <p:cTn id="308" dur="300" fill="hold"/>
                                            <p:tgtEl>
                                              <p:spTgt spid="79"/>
                                            </p:tgtEl>
                                            <p:attrNameLst>
                                              <p:attrName>ppt_h</p:attrName>
                                            </p:attrNameLst>
                                          </p:cBhvr>
                                          <p:tavLst>
                                            <p:tav tm="0">
                                              <p:val>
                                                <p:fltVal val="0"/>
                                              </p:val>
                                            </p:tav>
                                            <p:tav tm="100000">
                                              <p:val>
                                                <p:strVal val="#ppt_h"/>
                                              </p:val>
                                            </p:tav>
                                          </p:tavLst>
                                        </p:anim>
                                        <p:animEffect transition="in" filter="fade">
                                          <p:cBhvr>
                                            <p:cTn id="309" dur="300"/>
                                            <p:tgtEl>
                                              <p:spTgt spid="79"/>
                                            </p:tgtEl>
                                          </p:cBhvr>
                                        </p:animEffect>
                                      </p:childTnLst>
                                    </p:cTn>
                                  </p:par>
                                  <p:par>
                                    <p:cTn id="310" presetID="6" presetClass="emph" presetSubtype="0" autoRev="1" fill="hold" grpId="1" nodeType="withEffect">
                                      <p:stCondLst>
                                        <p:cond delay="2300"/>
                                      </p:stCondLst>
                                      <p:childTnLst>
                                        <p:animScale>
                                          <p:cBhvr>
                                            <p:cTn id="311" dur="150" fill="hold"/>
                                            <p:tgtEl>
                                              <p:spTgt spid="79"/>
                                            </p:tgtEl>
                                          </p:cBhvr>
                                          <p:by x="110000" y="110000"/>
                                        </p:animScale>
                                      </p:childTnLst>
                                    </p:cTn>
                                  </p:par>
                                  <p:par>
                                    <p:cTn id="312" presetID="2" presetClass="entr" presetSubtype="2" fill="hold" grpId="0" nodeType="withEffect" p14:presetBounceEnd="50000">
                                      <p:stCondLst>
                                        <p:cond delay="1700"/>
                                      </p:stCondLst>
                                      <p:childTnLst>
                                        <p:set>
                                          <p:cBhvr>
                                            <p:cTn id="313" dur="1" fill="hold">
                                              <p:stCondLst>
                                                <p:cond delay="0"/>
                                              </p:stCondLst>
                                            </p:cTn>
                                            <p:tgtEl>
                                              <p:spTgt spid="80"/>
                                            </p:tgtEl>
                                            <p:attrNameLst>
                                              <p:attrName>style.visibility</p:attrName>
                                            </p:attrNameLst>
                                          </p:cBhvr>
                                          <p:to>
                                            <p:strVal val="visible"/>
                                          </p:to>
                                        </p:set>
                                        <p:anim calcmode="lin" valueType="num" p14:bounceEnd="50000">
                                          <p:cBhvr additive="base">
                                            <p:cTn id="314" dur="500" fill="hold"/>
                                            <p:tgtEl>
                                              <p:spTgt spid="80"/>
                                            </p:tgtEl>
                                            <p:attrNameLst>
                                              <p:attrName>ppt_x</p:attrName>
                                            </p:attrNameLst>
                                          </p:cBhvr>
                                          <p:tavLst>
                                            <p:tav tm="0">
                                              <p:val>
                                                <p:strVal val="1+#ppt_w/2"/>
                                              </p:val>
                                            </p:tav>
                                            <p:tav tm="100000">
                                              <p:val>
                                                <p:strVal val="#ppt_x"/>
                                              </p:val>
                                            </p:tav>
                                          </p:tavLst>
                                        </p:anim>
                                        <p:anim calcmode="lin" valueType="num" p14:bounceEnd="50000">
                                          <p:cBhvr additive="base">
                                            <p:cTn id="315" dur="500" fill="hold"/>
                                            <p:tgtEl>
                                              <p:spTgt spid="80"/>
                                            </p:tgtEl>
                                            <p:attrNameLst>
                                              <p:attrName>ppt_y</p:attrName>
                                            </p:attrNameLst>
                                          </p:cBhvr>
                                          <p:tavLst>
                                            <p:tav tm="0">
                                              <p:val>
                                                <p:strVal val="#ppt_y"/>
                                              </p:val>
                                            </p:tav>
                                            <p:tav tm="100000">
                                              <p:val>
                                                <p:strVal val="#ppt_y"/>
                                              </p:val>
                                            </p:tav>
                                          </p:tavLst>
                                        </p:anim>
                                      </p:childTnLst>
                                    </p:cTn>
                                  </p:par>
                                  <p:par>
                                    <p:cTn id="316" presetID="53" presetClass="entr" presetSubtype="16" fill="hold" grpId="0" nodeType="withEffect">
                                      <p:stCondLst>
                                        <p:cond delay="1400"/>
                                      </p:stCondLst>
                                      <p:childTnLst>
                                        <p:set>
                                          <p:cBhvr>
                                            <p:cTn id="317" dur="1" fill="hold">
                                              <p:stCondLst>
                                                <p:cond delay="0"/>
                                              </p:stCondLst>
                                            </p:cTn>
                                            <p:tgtEl>
                                              <p:spTgt spid="81"/>
                                            </p:tgtEl>
                                            <p:attrNameLst>
                                              <p:attrName>style.visibility</p:attrName>
                                            </p:attrNameLst>
                                          </p:cBhvr>
                                          <p:to>
                                            <p:strVal val="visible"/>
                                          </p:to>
                                        </p:set>
                                        <p:anim calcmode="lin" valueType="num">
                                          <p:cBhvr>
                                            <p:cTn id="318" dur="300" fill="hold"/>
                                            <p:tgtEl>
                                              <p:spTgt spid="81"/>
                                            </p:tgtEl>
                                            <p:attrNameLst>
                                              <p:attrName>ppt_w</p:attrName>
                                            </p:attrNameLst>
                                          </p:cBhvr>
                                          <p:tavLst>
                                            <p:tav tm="0">
                                              <p:val>
                                                <p:fltVal val="0"/>
                                              </p:val>
                                            </p:tav>
                                            <p:tav tm="100000">
                                              <p:val>
                                                <p:strVal val="#ppt_w"/>
                                              </p:val>
                                            </p:tav>
                                          </p:tavLst>
                                        </p:anim>
                                        <p:anim calcmode="lin" valueType="num">
                                          <p:cBhvr>
                                            <p:cTn id="319" dur="300" fill="hold"/>
                                            <p:tgtEl>
                                              <p:spTgt spid="81"/>
                                            </p:tgtEl>
                                            <p:attrNameLst>
                                              <p:attrName>ppt_h</p:attrName>
                                            </p:attrNameLst>
                                          </p:cBhvr>
                                          <p:tavLst>
                                            <p:tav tm="0">
                                              <p:val>
                                                <p:fltVal val="0"/>
                                              </p:val>
                                            </p:tav>
                                            <p:tav tm="100000">
                                              <p:val>
                                                <p:strVal val="#ppt_h"/>
                                              </p:val>
                                            </p:tav>
                                          </p:tavLst>
                                        </p:anim>
                                        <p:animEffect transition="in" filter="fade">
                                          <p:cBhvr>
                                            <p:cTn id="320" dur="300"/>
                                            <p:tgtEl>
                                              <p:spTgt spid="81"/>
                                            </p:tgtEl>
                                          </p:cBhvr>
                                        </p:animEffect>
                                      </p:childTnLst>
                                    </p:cTn>
                                  </p:par>
                                  <p:par>
                                    <p:cTn id="321" presetID="6" presetClass="emph" presetSubtype="0" autoRev="1" fill="hold" grpId="1" nodeType="withEffect">
                                      <p:stCondLst>
                                        <p:cond delay="1700"/>
                                      </p:stCondLst>
                                      <p:childTnLst>
                                        <p:animScale>
                                          <p:cBhvr>
                                            <p:cTn id="322" dur="150" fill="hold"/>
                                            <p:tgtEl>
                                              <p:spTgt spid="81"/>
                                            </p:tgtEl>
                                          </p:cBhvr>
                                          <p:by x="110000" y="110000"/>
                                        </p:animScale>
                                      </p:childTnLst>
                                    </p:cTn>
                                  </p:par>
                                  <p:par>
                                    <p:cTn id="323" presetID="53" presetClass="entr" presetSubtype="16" fill="hold" grpId="0" nodeType="withEffect">
                                      <p:stCondLst>
                                        <p:cond delay="2000"/>
                                      </p:stCondLst>
                                      <p:childTnLst>
                                        <p:set>
                                          <p:cBhvr>
                                            <p:cTn id="324" dur="1" fill="hold">
                                              <p:stCondLst>
                                                <p:cond delay="0"/>
                                              </p:stCondLst>
                                            </p:cTn>
                                            <p:tgtEl>
                                              <p:spTgt spid="82"/>
                                            </p:tgtEl>
                                            <p:attrNameLst>
                                              <p:attrName>style.visibility</p:attrName>
                                            </p:attrNameLst>
                                          </p:cBhvr>
                                          <p:to>
                                            <p:strVal val="visible"/>
                                          </p:to>
                                        </p:set>
                                        <p:anim calcmode="lin" valueType="num">
                                          <p:cBhvr>
                                            <p:cTn id="325" dur="300" fill="hold"/>
                                            <p:tgtEl>
                                              <p:spTgt spid="82"/>
                                            </p:tgtEl>
                                            <p:attrNameLst>
                                              <p:attrName>ppt_w</p:attrName>
                                            </p:attrNameLst>
                                          </p:cBhvr>
                                          <p:tavLst>
                                            <p:tav tm="0">
                                              <p:val>
                                                <p:fltVal val="0"/>
                                              </p:val>
                                            </p:tav>
                                            <p:tav tm="100000">
                                              <p:val>
                                                <p:strVal val="#ppt_w"/>
                                              </p:val>
                                            </p:tav>
                                          </p:tavLst>
                                        </p:anim>
                                        <p:anim calcmode="lin" valueType="num">
                                          <p:cBhvr>
                                            <p:cTn id="326" dur="300" fill="hold"/>
                                            <p:tgtEl>
                                              <p:spTgt spid="82"/>
                                            </p:tgtEl>
                                            <p:attrNameLst>
                                              <p:attrName>ppt_h</p:attrName>
                                            </p:attrNameLst>
                                          </p:cBhvr>
                                          <p:tavLst>
                                            <p:tav tm="0">
                                              <p:val>
                                                <p:fltVal val="0"/>
                                              </p:val>
                                            </p:tav>
                                            <p:tav tm="100000">
                                              <p:val>
                                                <p:strVal val="#ppt_h"/>
                                              </p:val>
                                            </p:tav>
                                          </p:tavLst>
                                        </p:anim>
                                        <p:animEffect transition="in" filter="fade">
                                          <p:cBhvr>
                                            <p:cTn id="327" dur="300"/>
                                            <p:tgtEl>
                                              <p:spTgt spid="82"/>
                                            </p:tgtEl>
                                          </p:cBhvr>
                                        </p:animEffect>
                                      </p:childTnLst>
                                    </p:cTn>
                                  </p:par>
                                  <p:par>
                                    <p:cTn id="328" presetID="6" presetClass="emph" presetSubtype="0" autoRev="1" fill="hold" grpId="1" nodeType="withEffect">
                                      <p:stCondLst>
                                        <p:cond delay="2200"/>
                                      </p:stCondLst>
                                      <p:childTnLst>
                                        <p:animScale>
                                          <p:cBhvr>
                                            <p:cTn id="329" dur="150" fill="hold"/>
                                            <p:tgtEl>
                                              <p:spTgt spid="82"/>
                                            </p:tgtEl>
                                          </p:cBhvr>
                                          <p:by x="110000" y="110000"/>
                                        </p:animScale>
                                      </p:childTnLst>
                                    </p:cTn>
                                  </p:par>
                                  <p:par>
                                    <p:cTn id="330" presetID="2" presetClass="entr" presetSubtype="2" fill="hold" grpId="0" nodeType="withEffect" p14:presetBounceEnd="50000">
                                      <p:stCondLst>
                                        <p:cond delay="1900"/>
                                      </p:stCondLst>
                                      <p:childTnLst>
                                        <p:set>
                                          <p:cBhvr>
                                            <p:cTn id="331" dur="1" fill="hold">
                                              <p:stCondLst>
                                                <p:cond delay="0"/>
                                              </p:stCondLst>
                                            </p:cTn>
                                            <p:tgtEl>
                                              <p:spTgt spid="83"/>
                                            </p:tgtEl>
                                            <p:attrNameLst>
                                              <p:attrName>style.visibility</p:attrName>
                                            </p:attrNameLst>
                                          </p:cBhvr>
                                          <p:to>
                                            <p:strVal val="visible"/>
                                          </p:to>
                                        </p:set>
                                        <p:anim calcmode="lin" valueType="num" p14:bounceEnd="50000">
                                          <p:cBhvr additive="base">
                                            <p:cTn id="332" dur="500" fill="hold"/>
                                            <p:tgtEl>
                                              <p:spTgt spid="83"/>
                                            </p:tgtEl>
                                            <p:attrNameLst>
                                              <p:attrName>ppt_x</p:attrName>
                                            </p:attrNameLst>
                                          </p:cBhvr>
                                          <p:tavLst>
                                            <p:tav tm="0">
                                              <p:val>
                                                <p:strVal val="1+#ppt_w/2"/>
                                              </p:val>
                                            </p:tav>
                                            <p:tav tm="100000">
                                              <p:val>
                                                <p:strVal val="#ppt_x"/>
                                              </p:val>
                                            </p:tav>
                                          </p:tavLst>
                                        </p:anim>
                                        <p:anim calcmode="lin" valueType="num" p14:bounceEnd="50000">
                                          <p:cBhvr additive="base">
                                            <p:cTn id="333" dur="500" fill="hold"/>
                                            <p:tgtEl>
                                              <p:spTgt spid="83"/>
                                            </p:tgtEl>
                                            <p:attrNameLst>
                                              <p:attrName>ppt_y</p:attrName>
                                            </p:attrNameLst>
                                          </p:cBhvr>
                                          <p:tavLst>
                                            <p:tav tm="0">
                                              <p:val>
                                                <p:strVal val="#ppt_y"/>
                                              </p:val>
                                            </p:tav>
                                            <p:tav tm="100000">
                                              <p:val>
                                                <p:strVal val="#ppt_y"/>
                                              </p:val>
                                            </p:tav>
                                          </p:tavLst>
                                        </p:anim>
                                      </p:childTnLst>
                                    </p:cTn>
                                  </p:par>
                                  <p:par>
                                    <p:cTn id="334" presetID="53" presetClass="entr" presetSubtype="16" fill="hold" grpId="0" nodeType="withEffect">
                                      <p:stCondLst>
                                        <p:cond delay="1500"/>
                                      </p:stCondLst>
                                      <p:childTnLst>
                                        <p:set>
                                          <p:cBhvr>
                                            <p:cTn id="335" dur="1" fill="hold">
                                              <p:stCondLst>
                                                <p:cond delay="0"/>
                                              </p:stCondLst>
                                            </p:cTn>
                                            <p:tgtEl>
                                              <p:spTgt spid="84"/>
                                            </p:tgtEl>
                                            <p:attrNameLst>
                                              <p:attrName>style.visibility</p:attrName>
                                            </p:attrNameLst>
                                          </p:cBhvr>
                                          <p:to>
                                            <p:strVal val="visible"/>
                                          </p:to>
                                        </p:set>
                                        <p:anim calcmode="lin" valueType="num">
                                          <p:cBhvr>
                                            <p:cTn id="336" dur="300" fill="hold"/>
                                            <p:tgtEl>
                                              <p:spTgt spid="84"/>
                                            </p:tgtEl>
                                            <p:attrNameLst>
                                              <p:attrName>ppt_w</p:attrName>
                                            </p:attrNameLst>
                                          </p:cBhvr>
                                          <p:tavLst>
                                            <p:tav tm="0">
                                              <p:val>
                                                <p:fltVal val="0"/>
                                              </p:val>
                                            </p:tav>
                                            <p:tav tm="100000">
                                              <p:val>
                                                <p:strVal val="#ppt_w"/>
                                              </p:val>
                                            </p:tav>
                                          </p:tavLst>
                                        </p:anim>
                                        <p:anim calcmode="lin" valueType="num">
                                          <p:cBhvr>
                                            <p:cTn id="337" dur="300" fill="hold"/>
                                            <p:tgtEl>
                                              <p:spTgt spid="84"/>
                                            </p:tgtEl>
                                            <p:attrNameLst>
                                              <p:attrName>ppt_h</p:attrName>
                                            </p:attrNameLst>
                                          </p:cBhvr>
                                          <p:tavLst>
                                            <p:tav tm="0">
                                              <p:val>
                                                <p:fltVal val="0"/>
                                              </p:val>
                                            </p:tav>
                                            <p:tav tm="100000">
                                              <p:val>
                                                <p:strVal val="#ppt_h"/>
                                              </p:val>
                                            </p:tav>
                                          </p:tavLst>
                                        </p:anim>
                                        <p:animEffect transition="in" filter="fade">
                                          <p:cBhvr>
                                            <p:cTn id="338" dur="300"/>
                                            <p:tgtEl>
                                              <p:spTgt spid="84"/>
                                            </p:tgtEl>
                                          </p:cBhvr>
                                        </p:animEffect>
                                      </p:childTnLst>
                                    </p:cTn>
                                  </p:par>
                                  <p:par>
                                    <p:cTn id="339" presetID="6" presetClass="emph" presetSubtype="0" autoRev="1" fill="hold" grpId="1" nodeType="withEffect">
                                      <p:stCondLst>
                                        <p:cond delay="1800"/>
                                      </p:stCondLst>
                                      <p:childTnLst>
                                        <p:animScale>
                                          <p:cBhvr>
                                            <p:cTn id="340" dur="150" fill="hold"/>
                                            <p:tgtEl>
                                              <p:spTgt spid="84"/>
                                            </p:tgtEl>
                                          </p:cBhvr>
                                          <p:by x="110000" y="110000"/>
                                        </p:animScale>
                                      </p:childTnLst>
                                    </p:cTn>
                                  </p:par>
                                  <p:par>
                                    <p:cTn id="341" presetID="53" presetClass="entr" presetSubtype="16" fill="hold" grpId="0" nodeType="withEffect">
                                      <p:stCondLst>
                                        <p:cond delay="2000"/>
                                      </p:stCondLst>
                                      <p:childTnLst>
                                        <p:set>
                                          <p:cBhvr>
                                            <p:cTn id="342" dur="1" fill="hold">
                                              <p:stCondLst>
                                                <p:cond delay="0"/>
                                              </p:stCondLst>
                                            </p:cTn>
                                            <p:tgtEl>
                                              <p:spTgt spid="85"/>
                                            </p:tgtEl>
                                            <p:attrNameLst>
                                              <p:attrName>style.visibility</p:attrName>
                                            </p:attrNameLst>
                                          </p:cBhvr>
                                          <p:to>
                                            <p:strVal val="visible"/>
                                          </p:to>
                                        </p:set>
                                        <p:anim calcmode="lin" valueType="num">
                                          <p:cBhvr>
                                            <p:cTn id="343" dur="300" fill="hold"/>
                                            <p:tgtEl>
                                              <p:spTgt spid="85"/>
                                            </p:tgtEl>
                                            <p:attrNameLst>
                                              <p:attrName>ppt_w</p:attrName>
                                            </p:attrNameLst>
                                          </p:cBhvr>
                                          <p:tavLst>
                                            <p:tav tm="0">
                                              <p:val>
                                                <p:fltVal val="0"/>
                                              </p:val>
                                            </p:tav>
                                            <p:tav tm="100000">
                                              <p:val>
                                                <p:strVal val="#ppt_w"/>
                                              </p:val>
                                            </p:tav>
                                          </p:tavLst>
                                        </p:anim>
                                        <p:anim calcmode="lin" valueType="num">
                                          <p:cBhvr>
                                            <p:cTn id="344" dur="300" fill="hold"/>
                                            <p:tgtEl>
                                              <p:spTgt spid="85"/>
                                            </p:tgtEl>
                                            <p:attrNameLst>
                                              <p:attrName>ppt_h</p:attrName>
                                            </p:attrNameLst>
                                          </p:cBhvr>
                                          <p:tavLst>
                                            <p:tav tm="0">
                                              <p:val>
                                                <p:fltVal val="0"/>
                                              </p:val>
                                            </p:tav>
                                            <p:tav tm="100000">
                                              <p:val>
                                                <p:strVal val="#ppt_h"/>
                                              </p:val>
                                            </p:tav>
                                          </p:tavLst>
                                        </p:anim>
                                        <p:animEffect transition="in" filter="fade">
                                          <p:cBhvr>
                                            <p:cTn id="345" dur="300"/>
                                            <p:tgtEl>
                                              <p:spTgt spid="85"/>
                                            </p:tgtEl>
                                          </p:cBhvr>
                                        </p:animEffect>
                                      </p:childTnLst>
                                    </p:cTn>
                                  </p:par>
                                  <p:par>
                                    <p:cTn id="346" presetID="6" presetClass="emph" presetSubtype="0" autoRev="1" fill="hold" grpId="1" nodeType="withEffect">
                                      <p:stCondLst>
                                        <p:cond delay="2300"/>
                                      </p:stCondLst>
                                      <p:childTnLst>
                                        <p:animScale>
                                          <p:cBhvr>
                                            <p:cTn id="347" dur="150" fill="hold"/>
                                            <p:tgtEl>
                                              <p:spTgt spid="85"/>
                                            </p:tgtEl>
                                          </p:cBhvr>
                                          <p:by x="110000" y="110000"/>
                                        </p:animScale>
                                      </p:childTnLst>
                                    </p:cTn>
                                  </p:par>
                                  <p:par>
                                    <p:cTn id="348" presetID="2" presetClass="entr" presetSubtype="2" fill="hold" grpId="0" nodeType="withEffect" p14:presetBounceEnd="50000">
                                      <p:stCondLst>
                                        <p:cond delay="2000"/>
                                      </p:stCondLst>
                                      <p:childTnLst>
                                        <p:set>
                                          <p:cBhvr>
                                            <p:cTn id="349" dur="1" fill="hold">
                                              <p:stCondLst>
                                                <p:cond delay="0"/>
                                              </p:stCondLst>
                                            </p:cTn>
                                            <p:tgtEl>
                                              <p:spTgt spid="86"/>
                                            </p:tgtEl>
                                            <p:attrNameLst>
                                              <p:attrName>style.visibility</p:attrName>
                                            </p:attrNameLst>
                                          </p:cBhvr>
                                          <p:to>
                                            <p:strVal val="visible"/>
                                          </p:to>
                                        </p:set>
                                        <p:anim calcmode="lin" valueType="num" p14:bounceEnd="50000">
                                          <p:cBhvr additive="base">
                                            <p:cTn id="350" dur="500" fill="hold"/>
                                            <p:tgtEl>
                                              <p:spTgt spid="86"/>
                                            </p:tgtEl>
                                            <p:attrNameLst>
                                              <p:attrName>ppt_x</p:attrName>
                                            </p:attrNameLst>
                                          </p:cBhvr>
                                          <p:tavLst>
                                            <p:tav tm="0">
                                              <p:val>
                                                <p:strVal val="1+#ppt_w/2"/>
                                              </p:val>
                                            </p:tav>
                                            <p:tav tm="100000">
                                              <p:val>
                                                <p:strVal val="#ppt_x"/>
                                              </p:val>
                                            </p:tav>
                                          </p:tavLst>
                                        </p:anim>
                                        <p:anim calcmode="lin" valueType="num" p14:bounceEnd="50000">
                                          <p:cBhvr additive="base">
                                            <p:cTn id="351" dur="500" fill="hold"/>
                                            <p:tgtEl>
                                              <p:spTgt spid="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animBg="1"/>
          <p:bldP spid="36" grpId="1" animBg="1"/>
          <p:bldP spid="40" grpId="0"/>
          <p:bldP spid="40" grpId="1"/>
          <p:bldP spid="41" grpId="0"/>
          <p:bldP spid="42" grpId="0" animBg="1"/>
          <p:bldP spid="42" grpId="1" animBg="1"/>
          <p:bldP spid="43" grpId="0"/>
          <p:bldP spid="43" grpId="1"/>
          <p:bldP spid="44" grpId="0"/>
          <p:bldP spid="69" grpId="0" animBg="1"/>
          <p:bldP spid="69" grpId="1" animBg="1"/>
          <p:bldP spid="70" grpId="0"/>
          <p:bldP spid="70" grpId="1"/>
          <p:bldP spid="71" grpId="0"/>
          <p:bldP spid="72" grpId="0" animBg="1"/>
          <p:bldP spid="72" grpId="1" animBg="1"/>
          <p:bldP spid="73" grpId="0"/>
          <p:bldP spid="73" grpId="1"/>
          <p:bldP spid="74" grpId="0"/>
          <p:bldP spid="75" grpId="0" animBg="1"/>
          <p:bldP spid="75" grpId="1" animBg="1"/>
          <p:bldP spid="76" grpId="0"/>
          <p:bldP spid="76" grpId="1"/>
          <p:bldP spid="77" grpId="0"/>
          <p:bldP spid="78" grpId="0" animBg="1"/>
          <p:bldP spid="78" grpId="1" animBg="1"/>
          <p:bldP spid="79" grpId="0"/>
          <p:bldP spid="79" grpId="1"/>
          <p:bldP spid="80" grpId="0"/>
          <p:bldP spid="81" grpId="0" animBg="1"/>
          <p:bldP spid="81" grpId="1" animBg="1"/>
          <p:bldP spid="82" grpId="0"/>
          <p:bldP spid="82" grpId="1"/>
          <p:bldP spid="83" grpId="0"/>
          <p:bldP spid="84" grpId="0" animBg="1"/>
          <p:bldP spid="84" grpId="1" animBg="1"/>
          <p:bldP spid="85" grpId="0"/>
          <p:bldP spid="85" grpId="1"/>
          <p:bldP spid="8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9"/>
                                            </p:tgtEl>
                                            <p:attrNameLst>
                                              <p:attrName>style.visibility</p:attrName>
                                            </p:attrNameLst>
                                          </p:cBhvr>
                                          <p:to>
                                            <p:strVal val="visible"/>
                                          </p:to>
                                        </p:set>
                                        <p:anim calcmode="lin" valueType="num">
                                          <p:cBhvr>
                                            <p:cTn id="28" dur="300" fill="hold"/>
                                            <p:tgtEl>
                                              <p:spTgt spid="9"/>
                                            </p:tgtEl>
                                            <p:attrNameLst>
                                              <p:attrName>ppt_w</p:attrName>
                                            </p:attrNameLst>
                                          </p:cBhvr>
                                          <p:tavLst>
                                            <p:tav tm="0">
                                              <p:val>
                                                <p:fltVal val="0"/>
                                              </p:val>
                                            </p:tav>
                                            <p:tav tm="100000">
                                              <p:val>
                                                <p:strVal val="#ppt_w"/>
                                              </p:val>
                                            </p:tav>
                                          </p:tavLst>
                                        </p:anim>
                                        <p:anim calcmode="lin" valueType="num">
                                          <p:cBhvr>
                                            <p:cTn id="29" dur="300" fill="hold"/>
                                            <p:tgtEl>
                                              <p:spTgt spid="9"/>
                                            </p:tgtEl>
                                            <p:attrNameLst>
                                              <p:attrName>ppt_h</p:attrName>
                                            </p:attrNameLst>
                                          </p:cBhvr>
                                          <p:tavLst>
                                            <p:tav tm="0">
                                              <p:val>
                                                <p:fltVal val="0"/>
                                              </p:val>
                                            </p:tav>
                                            <p:tav tm="100000">
                                              <p:val>
                                                <p:strVal val="#ppt_h"/>
                                              </p:val>
                                            </p:tav>
                                          </p:tavLst>
                                        </p:anim>
                                        <p:animEffect transition="in" filter="fade">
                                          <p:cBhvr>
                                            <p:cTn id="30" dur="300"/>
                                            <p:tgtEl>
                                              <p:spTgt spid="9"/>
                                            </p:tgtEl>
                                          </p:cBhvr>
                                        </p:animEffect>
                                      </p:childTnLst>
                                    </p:cTn>
                                  </p:par>
                                  <p:par>
                                    <p:cTn id="31" presetID="6" presetClass="emph" presetSubtype="0" autoRev="1" fill="hold" grpId="1" nodeType="withEffect">
                                      <p:stCondLst>
                                        <p:cond delay="800"/>
                                      </p:stCondLst>
                                      <p:childTnLst>
                                        <p:animScale>
                                          <p:cBhvr>
                                            <p:cTn id="32" dur="150" fill="hold"/>
                                            <p:tgtEl>
                                              <p:spTgt spid="9"/>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0"/>
                                            </p:tgtEl>
                                            <p:attrNameLst>
                                              <p:attrName>style.visibility</p:attrName>
                                            </p:attrNameLst>
                                          </p:cBhvr>
                                          <p:to>
                                            <p:strVal val="visible"/>
                                          </p:to>
                                        </p:set>
                                        <p:anim calcmode="lin" valueType="num">
                                          <p:cBhvr>
                                            <p:cTn id="35" dur="300" fill="hold"/>
                                            <p:tgtEl>
                                              <p:spTgt spid="10"/>
                                            </p:tgtEl>
                                            <p:attrNameLst>
                                              <p:attrName>ppt_w</p:attrName>
                                            </p:attrNameLst>
                                          </p:cBhvr>
                                          <p:tavLst>
                                            <p:tav tm="0">
                                              <p:val>
                                                <p:fltVal val="0"/>
                                              </p:val>
                                            </p:tav>
                                            <p:tav tm="100000">
                                              <p:val>
                                                <p:strVal val="#ppt_w"/>
                                              </p:val>
                                            </p:tav>
                                          </p:tavLst>
                                        </p:anim>
                                        <p:anim calcmode="lin" valueType="num">
                                          <p:cBhvr>
                                            <p:cTn id="36" dur="300" fill="hold"/>
                                            <p:tgtEl>
                                              <p:spTgt spid="10"/>
                                            </p:tgtEl>
                                            <p:attrNameLst>
                                              <p:attrName>ppt_h</p:attrName>
                                            </p:attrNameLst>
                                          </p:cBhvr>
                                          <p:tavLst>
                                            <p:tav tm="0">
                                              <p:val>
                                                <p:fltVal val="0"/>
                                              </p:val>
                                            </p:tav>
                                            <p:tav tm="100000">
                                              <p:val>
                                                <p:strVal val="#ppt_h"/>
                                              </p:val>
                                            </p:tav>
                                          </p:tavLst>
                                        </p:anim>
                                        <p:animEffect transition="in" filter="fade">
                                          <p:cBhvr>
                                            <p:cTn id="37" dur="300"/>
                                            <p:tgtEl>
                                              <p:spTgt spid="10"/>
                                            </p:tgtEl>
                                          </p:cBhvr>
                                        </p:animEffect>
                                      </p:childTnLst>
                                    </p:cTn>
                                  </p:par>
                                  <p:par>
                                    <p:cTn id="38" presetID="6" presetClass="emph" presetSubtype="0" autoRev="1" fill="hold" grpId="1" nodeType="withEffect">
                                      <p:stCondLst>
                                        <p:cond delay="600"/>
                                      </p:stCondLst>
                                      <p:childTnLst>
                                        <p:animScale>
                                          <p:cBhvr>
                                            <p:cTn id="39" dur="150" fill="hold"/>
                                            <p:tgtEl>
                                              <p:spTgt spid="10"/>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7"/>
                                            </p:tgtEl>
                                            <p:attrNameLst>
                                              <p:attrName>style.visibility</p:attrName>
                                            </p:attrNameLst>
                                          </p:cBhvr>
                                          <p:to>
                                            <p:strVal val="visible"/>
                                          </p:to>
                                        </p:set>
                                        <p:anim calcmode="lin" valueType="num">
                                          <p:cBhvr>
                                            <p:cTn id="42" dur="300" fill="hold"/>
                                            <p:tgtEl>
                                              <p:spTgt spid="7"/>
                                            </p:tgtEl>
                                            <p:attrNameLst>
                                              <p:attrName>ppt_w</p:attrName>
                                            </p:attrNameLst>
                                          </p:cBhvr>
                                          <p:tavLst>
                                            <p:tav tm="0">
                                              <p:val>
                                                <p:fltVal val="0"/>
                                              </p:val>
                                            </p:tav>
                                            <p:tav tm="100000">
                                              <p:val>
                                                <p:strVal val="#ppt_w"/>
                                              </p:val>
                                            </p:tav>
                                          </p:tavLst>
                                        </p:anim>
                                        <p:anim calcmode="lin" valueType="num">
                                          <p:cBhvr>
                                            <p:cTn id="43" dur="300" fill="hold"/>
                                            <p:tgtEl>
                                              <p:spTgt spid="7"/>
                                            </p:tgtEl>
                                            <p:attrNameLst>
                                              <p:attrName>ppt_h</p:attrName>
                                            </p:attrNameLst>
                                          </p:cBhvr>
                                          <p:tavLst>
                                            <p:tav tm="0">
                                              <p:val>
                                                <p:fltVal val="0"/>
                                              </p:val>
                                            </p:tav>
                                            <p:tav tm="100000">
                                              <p:val>
                                                <p:strVal val="#ppt_h"/>
                                              </p:val>
                                            </p:tav>
                                          </p:tavLst>
                                        </p:anim>
                                        <p:animEffect transition="in" filter="fade">
                                          <p:cBhvr>
                                            <p:cTn id="44" dur="300"/>
                                            <p:tgtEl>
                                              <p:spTgt spid="7"/>
                                            </p:tgtEl>
                                          </p:cBhvr>
                                        </p:animEffect>
                                      </p:childTnLst>
                                    </p:cTn>
                                  </p:par>
                                  <p:par>
                                    <p:cTn id="45" presetID="6" presetClass="emph" presetSubtype="0" autoRev="1" fill="hold" grpId="1" nodeType="withEffect">
                                      <p:stCondLst>
                                        <p:cond delay="500"/>
                                      </p:stCondLst>
                                      <p:childTnLst>
                                        <p:animScale>
                                          <p:cBhvr>
                                            <p:cTn id="46" dur="150" fill="hold"/>
                                            <p:tgtEl>
                                              <p:spTgt spid="7"/>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p:cTn id="63" dur="300" fill="hold"/>
                                            <p:tgtEl>
                                              <p:spTgt spid="12"/>
                                            </p:tgtEl>
                                            <p:attrNameLst>
                                              <p:attrName>ppt_w</p:attrName>
                                            </p:attrNameLst>
                                          </p:cBhvr>
                                          <p:tavLst>
                                            <p:tav tm="0">
                                              <p:val>
                                                <p:fltVal val="0"/>
                                              </p:val>
                                            </p:tav>
                                            <p:tav tm="100000">
                                              <p:val>
                                                <p:strVal val="#ppt_w"/>
                                              </p:val>
                                            </p:tav>
                                          </p:tavLst>
                                        </p:anim>
                                        <p:anim calcmode="lin" valueType="num">
                                          <p:cBhvr>
                                            <p:cTn id="64" dur="300" fill="hold"/>
                                            <p:tgtEl>
                                              <p:spTgt spid="12"/>
                                            </p:tgtEl>
                                            <p:attrNameLst>
                                              <p:attrName>ppt_h</p:attrName>
                                            </p:attrNameLst>
                                          </p:cBhvr>
                                          <p:tavLst>
                                            <p:tav tm="0">
                                              <p:val>
                                                <p:fltVal val="0"/>
                                              </p:val>
                                            </p:tav>
                                            <p:tav tm="100000">
                                              <p:val>
                                                <p:strVal val="#ppt_h"/>
                                              </p:val>
                                            </p:tav>
                                          </p:tavLst>
                                        </p:anim>
                                        <p:animEffect transition="in" filter="fade">
                                          <p:cBhvr>
                                            <p:cTn id="65" dur="300"/>
                                            <p:tgtEl>
                                              <p:spTgt spid="12"/>
                                            </p:tgtEl>
                                          </p:cBhvr>
                                        </p:animEffect>
                                      </p:childTnLst>
                                    </p:cTn>
                                  </p:par>
                                  <p:par>
                                    <p:cTn id="66" presetID="6" presetClass="emph" presetSubtype="0" autoRev="1" fill="hold" grpId="1" nodeType="withEffect">
                                      <p:stCondLst>
                                        <p:cond delay="300"/>
                                      </p:stCondLst>
                                      <p:childTnLst>
                                        <p:animScale>
                                          <p:cBhvr>
                                            <p:cTn id="67" dur="150" fill="hold"/>
                                            <p:tgtEl>
                                              <p:spTgt spid="12"/>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1"/>
                                            </p:tgtEl>
                                            <p:attrNameLst>
                                              <p:attrName>style.visibility</p:attrName>
                                            </p:attrNameLst>
                                          </p:cBhvr>
                                          <p:to>
                                            <p:strVal val="visible"/>
                                          </p:to>
                                        </p:set>
                                        <p:anim calcmode="lin" valueType="num">
                                          <p:cBhvr>
                                            <p:cTn id="70" dur="300" fill="hold"/>
                                            <p:tgtEl>
                                              <p:spTgt spid="11"/>
                                            </p:tgtEl>
                                            <p:attrNameLst>
                                              <p:attrName>ppt_w</p:attrName>
                                            </p:attrNameLst>
                                          </p:cBhvr>
                                          <p:tavLst>
                                            <p:tav tm="0">
                                              <p:val>
                                                <p:fltVal val="0"/>
                                              </p:val>
                                            </p:tav>
                                            <p:tav tm="100000">
                                              <p:val>
                                                <p:strVal val="#ppt_w"/>
                                              </p:val>
                                            </p:tav>
                                          </p:tavLst>
                                        </p:anim>
                                        <p:anim calcmode="lin" valueType="num">
                                          <p:cBhvr>
                                            <p:cTn id="71" dur="300" fill="hold"/>
                                            <p:tgtEl>
                                              <p:spTgt spid="11"/>
                                            </p:tgtEl>
                                            <p:attrNameLst>
                                              <p:attrName>ppt_h</p:attrName>
                                            </p:attrNameLst>
                                          </p:cBhvr>
                                          <p:tavLst>
                                            <p:tav tm="0">
                                              <p:val>
                                                <p:fltVal val="0"/>
                                              </p:val>
                                            </p:tav>
                                            <p:tav tm="100000">
                                              <p:val>
                                                <p:strVal val="#ppt_h"/>
                                              </p:val>
                                            </p:tav>
                                          </p:tavLst>
                                        </p:anim>
                                        <p:animEffect transition="in" filter="fade">
                                          <p:cBhvr>
                                            <p:cTn id="72" dur="300"/>
                                            <p:tgtEl>
                                              <p:spTgt spid="11"/>
                                            </p:tgtEl>
                                          </p:cBhvr>
                                        </p:animEffect>
                                      </p:childTnLst>
                                    </p:cTn>
                                  </p:par>
                                  <p:par>
                                    <p:cTn id="73" presetID="6" presetClass="emph" presetSubtype="0" autoRev="1" fill="hold" grpId="1" nodeType="withEffect">
                                      <p:stCondLst>
                                        <p:cond delay="300"/>
                                      </p:stCondLst>
                                      <p:childTnLst>
                                        <p:animScale>
                                          <p:cBhvr>
                                            <p:cTn id="74" dur="150" fill="hold"/>
                                            <p:tgtEl>
                                              <p:spTgt spid="11"/>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p:cTn id="77" dur="300" fill="hold"/>
                                            <p:tgtEl>
                                              <p:spTgt spid="16"/>
                                            </p:tgtEl>
                                            <p:attrNameLst>
                                              <p:attrName>ppt_w</p:attrName>
                                            </p:attrNameLst>
                                          </p:cBhvr>
                                          <p:tavLst>
                                            <p:tav tm="0">
                                              <p:val>
                                                <p:fltVal val="0"/>
                                              </p:val>
                                            </p:tav>
                                            <p:tav tm="100000">
                                              <p:val>
                                                <p:strVal val="#ppt_w"/>
                                              </p:val>
                                            </p:tav>
                                          </p:tavLst>
                                        </p:anim>
                                        <p:anim calcmode="lin" valueType="num">
                                          <p:cBhvr>
                                            <p:cTn id="78" dur="300" fill="hold"/>
                                            <p:tgtEl>
                                              <p:spTgt spid="16"/>
                                            </p:tgtEl>
                                            <p:attrNameLst>
                                              <p:attrName>ppt_h</p:attrName>
                                            </p:attrNameLst>
                                          </p:cBhvr>
                                          <p:tavLst>
                                            <p:tav tm="0">
                                              <p:val>
                                                <p:fltVal val="0"/>
                                              </p:val>
                                            </p:tav>
                                            <p:tav tm="100000">
                                              <p:val>
                                                <p:strVal val="#ppt_h"/>
                                              </p:val>
                                            </p:tav>
                                          </p:tavLst>
                                        </p:anim>
                                        <p:animEffect transition="in" filter="fade">
                                          <p:cBhvr>
                                            <p:cTn id="79" dur="300"/>
                                            <p:tgtEl>
                                              <p:spTgt spid="16"/>
                                            </p:tgtEl>
                                          </p:cBhvr>
                                        </p:animEffect>
                                      </p:childTnLst>
                                    </p:cTn>
                                  </p:par>
                                  <p:par>
                                    <p:cTn id="80" presetID="6" presetClass="emph" presetSubtype="0" autoRev="1" fill="hold" grpId="1" nodeType="withEffect">
                                      <p:stCondLst>
                                        <p:cond delay="300"/>
                                      </p:stCondLst>
                                      <p:childTnLst>
                                        <p:animScale>
                                          <p:cBhvr>
                                            <p:cTn id="81" dur="150" fill="hold"/>
                                            <p:tgtEl>
                                              <p:spTgt spid="16"/>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7"/>
                                            </p:tgtEl>
                                            <p:attrNameLst>
                                              <p:attrName>style.visibility</p:attrName>
                                            </p:attrNameLst>
                                          </p:cBhvr>
                                          <p:to>
                                            <p:strVal val="visible"/>
                                          </p:to>
                                        </p:set>
                                        <p:anim calcmode="lin" valueType="num">
                                          <p:cBhvr>
                                            <p:cTn id="84" dur="300" fill="hold"/>
                                            <p:tgtEl>
                                              <p:spTgt spid="17"/>
                                            </p:tgtEl>
                                            <p:attrNameLst>
                                              <p:attrName>ppt_w</p:attrName>
                                            </p:attrNameLst>
                                          </p:cBhvr>
                                          <p:tavLst>
                                            <p:tav tm="0">
                                              <p:val>
                                                <p:fltVal val="0"/>
                                              </p:val>
                                            </p:tav>
                                            <p:tav tm="100000">
                                              <p:val>
                                                <p:strVal val="#ppt_w"/>
                                              </p:val>
                                            </p:tav>
                                          </p:tavLst>
                                        </p:anim>
                                        <p:anim calcmode="lin" valueType="num">
                                          <p:cBhvr>
                                            <p:cTn id="85" dur="300" fill="hold"/>
                                            <p:tgtEl>
                                              <p:spTgt spid="17"/>
                                            </p:tgtEl>
                                            <p:attrNameLst>
                                              <p:attrName>ppt_h</p:attrName>
                                            </p:attrNameLst>
                                          </p:cBhvr>
                                          <p:tavLst>
                                            <p:tav tm="0">
                                              <p:val>
                                                <p:fltVal val="0"/>
                                              </p:val>
                                            </p:tav>
                                            <p:tav tm="100000">
                                              <p:val>
                                                <p:strVal val="#ppt_h"/>
                                              </p:val>
                                            </p:tav>
                                          </p:tavLst>
                                        </p:anim>
                                        <p:animEffect transition="in" filter="fade">
                                          <p:cBhvr>
                                            <p:cTn id="86" dur="300"/>
                                            <p:tgtEl>
                                              <p:spTgt spid="17"/>
                                            </p:tgtEl>
                                          </p:cBhvr>
                                        </p:animEffect>
                                      </p:childTnLst>
                                    </p:cTn>
                                  </p:par>
                                  <p:par>
                                    <p:cTn id="87" presetID="6" presetClass="emph" presetSubtype="0" autoRev="1" fill="hold" grpId="1" nodeType="withEffect">
                                      <p:stCondLst>
                                        <p:cond delay="300"/>
                                      </p:stCondLst>
                                      <p:childTnLst>
                                        <p:animScale>
                                          <p:cBhvr>
                                            <p:cTn id="88" dur="150" fill="hold"/>
                                            <p:tgtEl>
                                              <p:spTgt spid="17"/>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15"/>
                                            </p:tgtEl>
                                            <p:attrNameLst>
                                              <p:attrName>style.visibility</p:attrName>
                                            </p:attrNameLst>
                                          </p:cBhvr>
                                          <p:to>
                                            <p:strVal val="visible"/>
                                          </p:to>
                                        </p:set>
                                        <p:anim calcmode="lin" valueType="num">
                                          <p:cBhvr>
                                            <p:cTn id="91" dur="300" fill="hold"/>
                                            <p:tgtEl>
                                              <p:spTgt spid="15"/>
                                            </p:tgtEl>
                                            <p:attrNameLst>
                                              <p:attrName>ppt_w</p:attrName>
                                            </p:attrNameLst>
                                          </p:cBhvr>
                                          <p:tavLst>
                                            <p:tav tm="0">
                                              <p:val>
                                                <p:fltVal val="0"/>
                                              </p:val>
                                            </p:tav>
                                            <p:tav tm="100000">
                                              <p:val>
                                                <p:strVal val="#ppt_w"/>
                                              </p:val>
                                            </p:tav>
                                          </p:tavLst>
                                        </p:anim>
                                        <p:anim calcmode="lin" valueType="num">
                                          <p:cBhvr>
                                            <p:cTn id="92" dur="300" fill="hold"/>
                                            <p:tgtEl>
                                              <p:spTgt spid="15"/>
                                            </p:tgtEl>
                                            <p:attrNameLst>
                                              <p:attrName>ppt_h</p:attrName>
                                            </p:attrNameLst>
                                          </p:cBhvr>
                                          <p:tavLst>
                                            <p:tav tm="0">
                                              <p:val>
                                                <p:fltVal val="0"/>
                                              </p:val>
                                            </p:tav>
                                            <p:tav tm="100000">
                                              <p:val>
                                                <p:strVal val="#ppt_h"/>
                                              </p:val>
                                            </p:tav>
                                          </p:tavLst>
                                        </p:anim>
                                        <p:animEffect transition="in" filter="fade">
                                          <p:cBhvr>
                                            <p:cTn id="93" dur="300"/>
                                            <p:tgtEl>
                                              <p:spTgt spid="15"/>
                                            </p:tgtEl>
                                          </p:cBhvr>
                                        </p:animEffect>
                                      </p:childTnLst>
                                    </p:cTn>
                                  </p:par>
                                  <p:par>
                                    <p:cTn id="94" presetID="6" presetClass="emph" presetSubtype="0" autoRev="1" fill="hold" grpId="1" nodeType="withEffect">
                                      <p:stCondLst>
                                        <p:cond delay="300"/>
                                      </p:stCondLst>
                                      <p:childTnLst>
                                        <p:animScale>
                                          <p:cBhvr>
                                            <p:cTn id="95" dur="150" fill="hold"/>
                                            <p:tgtEl>
                                              <p:spTgt spid="15"/>
                                            </p:tgtEl>
                                          </p:cBhvr>
                                          <p:by x="110000" y="110000"/>
                                        </p:animScale>
                                      </p:childTnLst>
                                    </p:cTn>
                                  </p:par>
                                  <p:par>
                                    <p:cTn id="96" presetID="53" presetClass="entr" presetSubtype="16" fill="hold" grpId="0" nodeType="withEffect">
                                      <p:stCondLst>
                                        <p:cond delay="100"/>
                                      </p:stCondLst>
                                      <p:childTnLst>
                                        <p:set>
                                          <p:cBhvr>
                                            <p:cTn id="97" dur="1" fill="hold">
                                              <p:stCondLst>
                                                <p:cond delay="0"/>
                                              </p:stCondLst>
                                            </p:cTn>
                                            <p:tgtEl>
                                              <p:spTgt spid="13"/>
                                            </p:tgtEl>
                                            <p:attrNameLst>
                                              <p:attrName>style.visibility</p:attrName>
                                            </p:attrNameLst>
                                          </p:cBhvr>
                                          <p:to>
                                            <p:strVal val="visible"/>
                                          </p:to>
                                        </p:set>
                                        <p:anim calcmode="lin" valueType="num">
                                          <p:cBhvr>
                                            <p:cTn id="98" dur="300" fill="hold"/>
                                            <p:tgtEl>
                                              <p:spTgt spid="13"/>
                                            </p:tgtEl>
                                            <p:attrNameLst>
                                              <p:attrName>ppt_w</p:attrName>
                                            </p:attrNameLst>
                                          </p:cBhvr>
                                          <p:tavLst>
                                            <p:tav tm="0">
                                              <p:val>
                                                <p:fltVal val="0"/>
                                              </p:val>
                                            </p:tav>
                                            <p:tav tm="100000">
                                              <p:val>
                                                <p:strVal val="#ppt_w"/>
                                              </p:val>
                                            </p:tav>
                                          </p:tavLst>
                                        </p:anim>
                                        <p:anim calcmode="lin" valueType="num">
                                          <p:cBhvr>
                                            <p:cTn id="99" dur="300" fill="hold"/>
                                            <p:tgtEl>
                                              <p:spTgt spid="13"/>
                                            </p:tgtEl>
                                            <p:attrNameLst>
                                              <p:attrName>ppt_h</p:attrName>
                                            </p:attrNameLst>
                                          </p:cBhvr>
                                          <p:tavLst>
                                            <p:tav tm="0">
                                              <p:val>
                                                <p:fltVal val="0"/>
                                              </p:val>
                                            </p:tav>
                                            <p:tav tm="100000">
                                              <p:val>
                                                <p:strVal val="#ppt_h"/>
                                              </p:val>
                                            </p:tav>
                                          </p:tavLst>
                                        </p:anim>
                                        <p:animEffect transition="in" filter="fade">
                                          <p:cBhvr>
                                            <p:cTn id="100" dur="300"/>
                                            <p:tgtEl>
                                              <p:spTgt spid="13"/>
                                            </p:tgtEl>
                                          </p:cBhvr>
                                        </p:animEffect>
                                      </p:childTnLst>
                                    </p:cTn>
                                  </p:par>
                                  <p:par>
                                    <p:cTn id="101" presetID="6" presetClass="emph" presetSubtype="0" autoRev="1" fill="hold" grpId="1" nodeType="withEffect">
                                      <p:stCondLst>
                                        <p:cond delay="400"/>
                                      </p:stCondLst>
                                      <p:childTnLst>
                                        <p:animScale>
                                          <p:cBhvr>
                                            <p:cTn id="102" dur="150" fill="hold"/>
                                            <p:tgtEl>
                                              <p:spTgt spid="13"/>
                                            </p:tgtEl>
                                          </p:cBhvr>
                                          <p:by x="110000" y="110000"/>
                                        </p:animScale>
                                      </p:childTnLst>
                                    </p:cTn>
                                  </p:par>
                                  <p:par>
                                    <p:cTn id="103" presetID="53" presetClass="entr" presetSubtype="16" fill="hold" grpId="0" nodeType="withEffect">
                                      <p:stCondLst>
                                        <p:cond delay="200"/>
                                      </p:stCondLst>
                                      <p:childTnLst>
                                        <p:set>
                                          <p:cBhvr>
                                            <p:cTn id="104" dur="1" fill="hold">
                                              <p:stCondLst>
                                                <p:cond delay="0"/>
                                              </p:stCondLst>
                                            </p:cTn>
                                            <p:tgtEl>
                                              <p:spTgt spid="18"/>
                                            </p:tgtEl>
                                            <p:attrNameLst>
                                              <p:attrName>style.visibility</p:attrName>
                                            </p:attrNameLst>
                                          </p:cBhvr>
                                          <p:to>
                                            <p:strVal val="visible"/>
                                          </p:to>
                                        </p:set>
                                        <p:anim calcmode="lin" valueType="num">
                                          <p:cBhvr>
                                            <p:cTn id="105" dur="300" fill="hold"/>
                                            <p:tgtEl>
                                              <p:spTgt spid="18"/>
                                            </p:tgtEl>
                                            <p:attrNameLst>
                                              <p:attrName>ppt_w</p:attrName>
                                            </p:attrNameLst>
                                          </p:cBhvr>
                                          <p:tavLst>
                                            <p:tav tm="0">
                                              <p:val>
                                                <p:fltVal val="0"/>
                                              </p:val>
                                            </p:tav>
                                            <p:tav tm="100000">
                                              <p:val>
                                                <p:strVal val="#ppt_w"/>
                                              </p:val>
                                            </p:tav>
                                          </p:tavLst>
                                        </p:anim>
                                        <p:anim calcmode="lin" valueType="num">
                                          <p:cBhvr>
                                            <p:cTn id="106" dur="300" fill="hold"/>
                                            <p:tgtEl>
                                              <p:spTgt spid="18"/>
                                            </p:tgtEl>
                                            <p:attrNameLst>
                                              <p:attrName>ppt_h</p:attrName>
                                            </p:attrNameLst>
                                          </p:cBhvr>
                                          <p:tavLst>
                                            <p:tav tm="0">
                                              <p:val>
                                                <p:fltVal val="0"/>
                                              </p:val>
                                            </p:tav>
                                            <p:tav tm="100000">
                                              <p:val>
                                                <p:strVal val="#ppt_h"/>
                                              </p:val>
                                            </p:tav>
                                          </p:tavLst>
                                        </p:anim>
                                        <p:animEffect transition="in" filter="fade">
                                          <p:cBhvr>
                                            <p:cTn id="107" dur="300"/>
                                            <p:tgtEl>
                                              <p:spTgt spid="18"/>
                                            </p:tgtEl>
                                          </p:cBhvr>
                                        </p:animEffect>
                                      </p:childTnLst>
                                    </p:cTn>
                                  </p:par>
                                  <p:par>
                                    <p:cTn id="108" presetID="6" presetClass="emph" presetSubtype="0" autoRev="1" fill="hold" grpId="1" nodeType="withEffect">
                                      <p:stCondLst>
                                        <p:cond delay="500"/>
                                      </p:stCondLst>
                                      <p:childTnLst>
                                        <p:animScale>
                                          <p:cBhvr>
                                            <p:cTn id="109" dur="150" fill="hold"/>
                                            <p:tgtEl>
                                              <p:spTgt spid="18"/>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34"/>
                                            </p:tgtEl>
                                            <p:attrNameLst>
                                              <p:attrName>style.visibility</p:attrName>
                                            </p:attrNameLst>
                                          </p:cBhvr>
                                          <p:to>
                                            <p:strVal val="visible"/>
                                          </p:to>
                                        </p:set>
                                        <p:anim calcmode="lin" valueType="num">
                                          <p:cBhvr>
                                            <p:cTn id="112" dur="300" fill="hold"/>
                                            <p:tgtEl>
                                              <p:spTgt spid="34"/>
                                            </p:tgtEl>
                                            <p:attrNameLst>
                                              <p:attrName>ppt_w</p:attrName>
                                            </p:attrNameLst>
                                          </p:cBhvr>
                                          <p:tavLst>
                                            <p:tav tm="0">
                                              <p:val>
                                                <p:fltVal val="0"/>
                                              </p:val>
                                            </p:tav>
                                            <p:tav tm="100000">
                                              <p:val>
                                                <p:strVal val="#ppt_w"/>
                                              </p:val>
                                            </p:tav>
                                          </p:tavLst>
                                        </p:anim>
                                        <p:anim calcmode="lin" valueType="num">
                                          <p:cBhvr>
                                            <p:cTn id="113" dur="300" fill="hold"/>
                                            <p:tgtEl>
                                              <p:spTgt spid="34"/>
                                            </p:tgtEl>
                                            <p:attrNameLst>
                                              <p:attrName>ppt_h</p:attrName>
                                            </p:attrNameLst>
                                          </p:cBhvr>
                                          <p:tavLst>
                                            <p:tav tm="0">
                                              <p:val>
                                                <p:fltVal val="0"/>
                                              </p:val>
                                            </p:tav>
                                            <p:tav tm="100000">
                                              <p:val>
                                                <p:strVal val="#ppt_h"/>
                                              </p:val>
                                            </p:tav>
                                          </p:tavLst>
                                        </p:anim>
                                        <p:animEffect transition="in" filter="fade">
                                          <p:cBhvr>
                                            <p:cTn id="114" dur="300"/>
                                            <p:tgtEl>
                                              <p:spTgt spid="34"/>
                                            </p:tgtEl>
                                          </p:cBhvr>
                                        </p:animEffect>
                                      </p:childTnLst>
                                    </p:cTn>
                                  </p:par>
                                  <p:par>
                                    <p:cTn id="115" presetID="6" presetClass="emph" presetSubtype="0" autoRev="1" fill="hold" grpId="1" nodeType="withEffect">
                                      <p:stCondLst>
                                        <p:cond delay="500"/>
                                      </p:stCondLst>
                                      <p:childTnLst>
                                        <p:animScale>
                                          <p:cBhvr>
                                            <p:cTn id="116" dur="150" fill="hold"/>
                                            <p:tgtEl>
                                              <p:spTgt spid="34"/>
                                            </p:tgtEl>
                                          </p:cBhvr>
                                          <p:by x="110000" y="110000"/>
                                        </p:animScale>
                                      </p:childTnLst>
                                    </p:cTn>
                                  </p:par>
                                  <p:par>
                                    <p:cTn id="117" presetID="53" presetClass="entr" presetSubtype="16" fill="hold" grpId="0" nodeType="withEffect">
                                      <p:stCondLst>
                                        <p:cond delay="0"/>
                                      </p:stCondLst>
                                      <p:childTnLst>
                                        <p:set>
                                          <p:cBhvr>
                                            <p:cTn id="118" dur="1" fill="hold">
                                              <p:stCondLst>
                                                <p:cond delay="0"/>
                                              </p:stCondLst>
                                            </p:cTn>
                                            <p:tgtEl>
                                              <p:spTgt spid="14"/>
                                            </p:tgtEl>
                                            <p:attrNameLst>
                                              <p:attrName>style.visibility</p:attrName>
                                            </p:attrNameLst>
                                          </p:cBhvr>
                                          <p:to>
                                            <p:strVal val="visible"/>
                                          </p:to>
                                        </p:set>
                                        <p:anim calcmode="lin" valueType="num">
                                          <p:cBhvr>
                                            <p:cTn id="119" dur="300" fill="hold"/>
                                            <p:tgtEl>
                                              <p:spTgt spid="14"/>
                                            </p:tgtEl>
                                            <p:attrNameLst>
                                              <p:attrName>ppt_w</p:attrName>
                                            </p:attrNameLst>
                                          </p:cBhvr>
                                          <p:tavLst>
                                            <p:tav tm="0">
                                              <p:val>
                                                <p:fltVal val="0"/>
                                              </p:val>
                                            </p:tav>
                                            <p:tav tm="100000">
                                              <p:val>
                                                <p:strVal val="#ppt_w"/>
                                              </p:val>
                                            </p:tav>
                                          </p:tavLst>
                                        </p:anim>
                                        <p:anim calcmode="lin" valueType="num">
                                          <p:cBhvr>
                                            <p:cTn id="120" dur="300" fill="hold"/>
                                            <p:tgtEl>
                                              <p:spTgt spid="14"/>
                                            </p:tgtEl>
                                            <p:attrNameLst>
                                              <p:attrName>ppt_h</p:attrName>
                                            </p:attrNameLst>
                                          </p:cBhvr>
                                          <p:tavLst>
                                            <p:tav tm="0">
                                              <p:val>
                                                <p:fltVal val="0"/>
                                              </p:val>
                                            </p:tav>
                                            <p:tav tm="100000">
                                              <p:val>
                                                <p:strVal val="#ppt_h"/>
                                              </p:val>
                                            </p:tav>
                                          </p:tavLst>
                                        </p:anim>
                                        <p:animEffect transition="in" filter="fade">
                                          <p:cBhvr>
                                            <p:cTn id="121" dur="300"/>
                                            <p:tgtEl>
                                              <p:spTgt spid="14"/>
                                            </p:tgtEl>
                                          </p:cBhvr>
                                        </p:animEffect>
                                      </p:childTnLst>
                                    </p:cTn>
                                  </p:par>
                                  <p:par>
                                    <p:cTn id="122" presetID="6" presetClass="emph" presetSubtype="0" autoRev="1" fill="hold" grpId="1" nodeType="withEffect">
                                      <p:stCondLst>
                                        <p:cond delay="300"/>
                                      </p:stCondLst>
                                      <p:childTnLst>
                                        <p:animScale>
                                          <p:cBhvr>
                                            <p:cTn id="123" dur="150" fill="hold"/>
                                            <p:tgtEl>
                                              <p:spTgt spid="14"/>
                                            </p:tgtEl>
                                          </p:cBhvr>
                                          <p:by x="110000" y="110000"/>
                                        </p:animScale>
                                      </p:childTnLst>
                                    </p:cTn>
                                  </p:par>
                                  <p:par>
                                    <p:cTn id="124" presetID="53" presetClass="entr" presetSubtype="16" fill="hold" grpId="0" nodeType="withEffect">
                                      <p:stCondLst>
                                        <p:cond delay="400"/>
                                      </p:stCondLst>
                                      <p:childTnLst>
                                        <p:set>
                                          <p:cBhvr>
                                            <p:cTn id="125" dur="1" fill="hold">
                                              <p:stCondLst>
                                                <p:cond delay="0"/>
                                              </p:stCondLst>
                                            </p:cTn>
                                            <p:tgtEl>
                                              <p:spTgt spid="31"/>
                                            </p:tgtEl>
                                            <p:attrNameLst>
                                              <p:attrName>style.visibility</p:attrName>
                                            </p:attrNameLst>
                                          </p:cBhvr>
                                          <p:to>
                                            <p:strVal val="visible"/>
                                          </p:to>
                                        </p:set>
                                        <p:anim calcmode="lin" valueType="num">
                                          <p:cBhvr>
                                            <p:cTn id="126" dur="300" fill="hold"/>
                                            <p:tgtEl>
                                              <p:spTgt spid="31"/>
                                            </p:tgtEl>
                                            <p:attrNameLst>
                                              <p:attrName>ppt_w</p:attrName>
                                            </p:attrNameLst>
                                          </p:cBhvr>
                                          <p:tavLst>
                                            <p:tav tm="0">
                                              <p:val>
                                                <p:fltVal val="0"/>
                                              </p:val>
                                            </p:tav>
                                            <p:tav tm="100000">
                                              <p:val>
                                                <p:strVal val="#ppt_w"/>
                                              </p:val>
                                            </p:tav>
                                          </p:tavLst>
                                        </p:anim>
                                        <p:anim calcmode="lin" valueType="num">
                                          <p:cBhvr>
                                            <p:cTn id="127" dur="300" fill="hold"/>
                                            <p:tgtEl>
                                              <p:spTgt spid="31"/>
                                            </p:tgtEl>
                                            <p:attrNameLst>
                                              <p:attrName>ppt_h</p:attrName>
                                            </p:attrNameLst>
                                          </p:cBhvr>
                                          <p:tavLst>
                                            <p:tav tm="0">
                                              <p:val>
                                                <p:fltVal val="0"/>
                                              </p:val>
                                            </p:tav>
                                            <p:tav tm="100000">
                                              <p:val>
                                                <p:strVal val="#ppt_h"/>
                                              </p:val>
                                            </p:tav>
                                          </p:tavLst>
                                        </p:anim>
                                        <p:animEffect transition="in" filter="fade">
                                          <p:cBhvr>
                                            <p:cTn id="128" dur="300"/>
                                            <p:tgtEl>
                                              <p:spTgt spid="31"/>
                                            </p:tgtEl>
                                          </p:cBhvr>
                                        </p:animEffect>
                                      </p:childTnLst>
                                    </p:cTn>
                                  </p:par>
                                  <p:par>
                                    <p:cTn id="129" presetID="6" presetClass="emph" presetSubtype="0" autoRev="1" fill="hold" grpId="1" nodeType="withEffect">
                                      <p:stCondLst>
                                        <p:cond delay="700"/>
                                      </p:stCondLst>
                                      <p:childTnLst>
                                        <p:animScale>
                                          <p:cBhvr>
                                            <p:cTn id="130" dur="150" fill="hold"/>
                                            <p:tgtEl>
                                              <p:spTgt spid="31"/>
                                            </p:tgtEl>
                                          </p:cBhvr>
                                          <p:by x="110000" y="110000"/>
                                        </p:animScale>
                                      </p:childTnLst>
                                    </p:cTn>
                                  </p:par>
                                  <p:par>
                                    <p:cTn id="131" presetID="53" presetClass="entr" presetSubtype="16" fill="hold" grpId="0" nodeType="withEffect">
                                      <p:stCondLst>
                                        <p:cond delay="100"/>
                                      </p:stCondLst>
                                      <p:childTnLst>
                                        <p:set>
                                          <p:cBhvr>
                                            <p:cTn id="132" dur="1" fill="hold">
                                              <p:stCondLst>
                                                <p:cond delay="0"/>
                                              </p:stCondLst>
                                            </p:cTn>
                                            <p:tgtEl>
                                              <p:spTgt spid="32"/>
                                            </p:tgtEl>
                                            <p:attrNameLst>
                                              <p:attrName>style.visibility</p:attrName>
                                            </p:attrNameLst>
                                          </p:cBhvr>
                                          <p:to>
                                            <p:strVal val="visible"/>
                                          </p:to>
                                        </p:set>
                                        <p:anim calcmode="lin" valueType="num">
                                          <p:cBhvr>
                                            <p:cTn id="133" dur="300" fill="hold"/>
                                            <p:tgtEl>
                                              <p:spTgt spid="32"/>
                                            </p:tgtEl>
                                            <p:attrNameLst>
                                              <p:attrName>ppt_w</p:attrName>
                                            </p:attrNameLst>
                                          </p:cBhvr>
                                          <p:tavLst>
                                            <p:tav tm="0">
                                              <p:val>
                                                <p:fltVal val="0"/>
                                              </p:val>
                                            </p:tav>
                                            <p:tav tm="100000">
                                              <p:val>
                                                <p:strVal val="#ppt_w"/>
                                              </p:val>
                                            </p:tav>
                                          </p:tavLst>
                                        </p:anim>
                                        <p:anim calcmode="lin" valueType="num">
                                          <p:cBhvr>
                                            <p:cTn id="134" dur="300" fill="hold"/>
                                            <p:tgtEl>
                                              <p:spTgt spid="32"/>
                                            </p:tgtEl>
                                            <p:attrNameLst>
                                              <p:attrName>ppt_h</p:attrName>
                                            </p:attrNameLst>
                                          </p:cBhvr>
                                          <p:tavLst>
                                            <p:tav tm="0">
                                              <p:val>
                                                <p:fltVal val="0"/>
                                              </p:val>
                                            </p:tav>
                                            <p:tav tm="100000">
                                              <p:val>
                                                <p:strVal val="#ppt_h"/>
                                              </p:val>
                                            </p:tav>
                                          </p:tavLst>
                                        </p:anim>
                                        <p:animEffect transition="in" filter="fade">
                                          <p:cBhvr>
                                            <p:cTn id="135" dur="300"/>
                                            <p:tgtEl>
                                              <p:spTgt spid="32"/>
                                            </p:tgtEl>
                                          </p:cBhvr>
                                        </p:animEffect>
                                      </p:childTnLst>
                                    </p:cTn>
                                  </p:par>
                                  <p:par>
                                    <p:cTn id="136" presetID="6" presetClass="emph" presetSubtype="0" autoRev="1" fill="hold" grpId="1" nodeType="withEffect">
                                      <p:stCondLst>
                                        <p:cond delay="400"/>
                                      </p:stCondLst>
                                      <p:childTnLst>
                                        <p:animScale>
                                          <p:cBhvr>
                                            <p:cTn id="137" dur="150" fill="hold"/>
                                            <p:tgtEl>
                                              <p:spTgt spid="32"/>
                                            </p:tgtEl>
                                          </p:cBhvr>
                                          <p:by x="110000" y="110000"/>
                                        </p:animScale>
                                      </p:childTnLst>
                                    </p:cTn>
                                  </p:par>
                                  <p:par>
                                    <p:cTn id="138" presetID="53" presetClass="entr" presetSubtype="16" fill="hold" grpId="0" nodeType="withEffect">
                                      <p:stCondLst>
                                        <p:cond delay="300"/>
                                      </p:stCondLst>
                                      <p:childTnLst>
                                        <p:set>
                                          <p:cBhvr>
                                            <p:cTn id="139" dur="1" fill="hold">
                                              <p:stCondLst>
                                                <p:cond delay="0"/>
                                              </p:stCondLst>
                                            </p:cTn>
                                            <p:tgtEl>
                                              <p:spTgt spid="22"/>
                                            </p:tgtEl>
                                            <p:attrNameLst>
                                              <p:attrName>style.visibility</p:attrName>
                                            </p:attrNameLst>
                                          </p:cBhvr>
                                          <p:to>
                                            <p:strVal val="visible"/>
                                          </p:to>
                                        </p:set>
                                        <p:anim calcmode="lin" valueType="num">
                                          <p:cBhvr>
                                            <p:cTn id="140" dur="300" fill="hold"/>
                                            <p:tgtEl>
                                              <p:spTgt spid="22"/>
                                            </p:tgtEl>
                                            <p:attrNameLst>
                                              <p:attrName>ppt_w</p:attrName>
                                            </p:attrNameLst>
                                          </p:cBhvr>
                                          <p:tavLst>
                                            <p:tav tm="0">
                                              <p:val>
                                                <p:fltVal val="0"/>
                                              </p:val>
                                            </p:tav>
                                            <p:tav tm="100000">
                                              <p:val>
                                                <p:strVal val="#ppt_w"/>
                                              </p:val>
                                            </p:tav>
                                          </p:tavLst>
                                        </p:anim>
                                        <p:anim calcmode="lin" valueType="num">
                                          <p:cBhvr>
                                            <p:cTn id="141" dur="300" fill="hold"/>
                                            <p:tgtEl>
                                              <p:spTgt spid="22"/>
                                            </p:tgtEl>
                                            <p:attrNameLst>
                                              <p:attrName>ppt_h</p:attrName>
                                            </p:attrNameLst>
                                          </p:cBhvr>
                                          <p:tavLst>
                                            <p:tav tm="0">
                                              <p:val>
                                                <p:fltVal val="0"/>
                                              </p:val>
                                            </p:tav>
                                            <p:tav tm="100000">
                                              <p:val>
                                                <p:strVal val="#ppt_h"/>
                                              </p:val>
                                            </p:tav>
                                          </p:tavLst>
                                        </p:anim>
                                        <p:animEffect transition="in" filter="fade">
                                          <p:cBhvr>
                                            <p:cTn id="142" dur="300"/>
                                            <p:tgtEl>
                                              <p:spTgt spid="22"/>
                                            </p:tgtEl>
                                          </p:cBhvr>
                                        </p:animEffect>
                                      </p:childTnLst>
                                    </p:cTn>
                                  </p:par>
                                  <p:par>
                                    <p:cTn id="143" presetID="6" presetClass="emph" presetSubtype="0" autoRev="1" fill="hold" grpId="1" nodeType="withEffect">
                                      <p:stCondLst>
                                        <p:cond delay="600"/>
                                      </p:stCondLst>
                                      <p:childTnLst>
                                        <p:animScale>
                                          <p:cBhvr>
                                            <p:cTn id="144" dur="150" fill="hold"/>
                                            <p:tgtEl>
                                              <p:spTgt spid="22"/>
                                            </p:tgtEl>
                                          </p:cBhvr>
                                          <p:by x="110000" y="110000"/>
                                        </p:animScale>
                                      </p:childTnLst>
                                    </p:cTn>
                                  </p:par>
                                  <p:par>
                                    <p:cTn id="145" presetID="53" presetClass="entr" presetSubtype="16" fill="hold" grpId="0" nodeType="withEffect">
                                      <p:stCondLst>
                                        <p:cond delay="0"/>
                                      </p:stCondLst>
                                      <p:childTnLst>
                                        <p:set>
                                          <p:cBhvr>
                                            <p:cTn id="146" dur="1" fill="hold">
                                              <p:stCondLst>
                                                <p:cond delay="0"/>
                                              </p:stCondLst>
                                            </p:cTn>
                                            <p:tgtEl>
                                              <p:spTgt spid="33"/>
                                            </p:tgtEl>
                                            <p:attrNameLst>
                                              <p:attrName>style.visibility</p:attrName>
                                            </p:attrNameLst>
                                          </p:cBhvr>
                                          <p:to>
                                            <p:strVal val="visible"/>
                                          </p:to>
                                        </p:set>
                                        <p:anim calcmode="lin" valueType="num">
                                          <p:cBhvr>
                                            <p:cTn id="147" dur="300" fill="hold"/>
                                            <p:tgtEl>
                                              <p:spTgt spid="33"/>
                                            </p:tgtEl>
                                            <p:attrNameLst>
                                              <p:attrName>ppt_w</p:attrName>
                                            </p:attrNameLst>
                                          </p:cBhvr>
                                          <p:tavLst>
                                            <p:tav tm="0">
                                              <p:val>
                                                <p:fltVal val="0"/>
                                              </p:val>
                                            </p:tav>
                                            <p:tav tm="100000">
                                              <p:val>
                                                <p:strVal val="#ppt_w"/>
                                              </p:val>
                                            </p:tav>
                                          </p:tavLst>
                                        </p:anim>
                                        <p:anim calcmode="lin" valueType="num">
                                          <p:cBhvr>
                                            <p:cTn id="148" dur="300" fill="hold"/>
                                            <p:tgtEl>
                                              <p:spTgt spid="33"/>
                                            </p:tgtEl>
                                            <p:attrNameLst>
                                              <p:attrName>ppt_h</p:attrName>
                                            </p:attrNameLst>
                                          </p:cBhvr>
                                          <p:tavLst>
                                            <p:tav tm="0">
                                              <p:val>
                                                <p:fltVal val="0"/>
                                              </p:val>
                                            </p:tav>
                                            <p:tav tm="100000">
                                              <p:val>
                                                <p:strVal val="#ppt_h"/>
                                              </p:val>
                                            </p:tav>
                                          </p:tavLst>
                                        </p:anim>
                                        <p:animEffect transition="in" filter="fade">
                                          <p:cBhvr>
                                            <p:cTn id="149" dur="300"/>
                                            <p:tgtEl>
                                              <p:spTgt spid="33"/>
                                            </p:tgtEl>
                                          </p:cBhvr>
                                        </p:animEffect>
                                      </p:childTnLst>
                                    </p:cTn>
                                  </p:par>
                                  <p:par>
                                    <p:cTn id="150" presetID="6" presetClass="emph" presetSubtype="0" autoRev="1" fill="hold" grpId="1" nodeType="withEffect">
                                      <p:stCondLst>
                                        <p:cond delay="300"/>
                                      </p:stCondLst>
                                      <p:childTnLst>
                                        <p:animScale>
                                          <p:cBhvr>
                                            <p:cTn id="151" dur="150" fill="hold"/>
                                            <p:tgtEl>
                                              <p:spTgt spid="33"/>
                                            </p:tgtEl>
                                          </p:cBhvr>
                                          <p:by x="110000" y="110000"/>
                                        </p:animScale>
                                      </p:childTnLst>
                                    </p:cTn>
                                  </p:par>
                                  <p:par>
                                    <p:cTn id="152" presetID="53" presetClass="entr" presetSubtype="16" fill="hold" grpId="0" nodeType="withEffect">
                                      <p:stCondLst>
                                        <p:cond delay="200"/>
                                      </p:stCondLst>
                                      <p:childTnLst>
                                        <p:set>
                                          <p:cBhvr>
                                            <p:cTn id="153" dur="1" fill="hold">
                                              <p:stCondLst>
                                                <p:cond delay="0"/>
                                              </p:stCondLst>
                                            </p:cTn>
                                            <p:tgtEl>
                                              <p:spTgt spid="23"/>
                                            </p:tgtEl>
                                            <p:attrNameLst>
                                              <p:attrName>style.visibility</p:attrName>
                                            </p:attrNameLst>
                                          </p:cBhvr>
                                          <p:to>
                                            <p:strVal val="visible"/>
                                          </p:to>
                                        </p:set>
                                        <p:anim calcmode="lin" valueType="num">
                                          <p:cBhvr>
                                            <p:cTn id="154" dur="300" fill="hold"/>
                                            <p:tgtEl>
                                              <p:spTgt spid="23"/>
                                            </p:tgtEl>
                                            <p:attrNameLst>
                                              <p:attrName>ppt_w</p:attrName>
                                            </p:attrNameLst>
                                          </p:cBhvr>
                                          <p:tavLst>
                                            <p:tav tm="0">
                                              <p:val>
                                                <p:fltVal val="0"/>
                                              </p:val>
                                            </p:tav>
                                            <p:tav tm="100000">
                                              <p:val>
                                                <p:strVal val="#ppt_w"/>
                                              </p:val>
                                            </p:tav>
                                          </p:tavLst>
                                        </p:anim>
                                        <p:anim calcmode="lin" valueType="num">
                                          <p:cBhvr>
                                            <p:cTn id="155" dur="300" fill="hold"/>
                                            <p:tgtEl>
                                              <p:spTgt spid="23"/>
                                            </p:tgtEl>
                                            <p:attrNameLst>
                                              <p:attrName>ppt_h</p:attrName>
                                            </p:attrNameLst>
                                          </p:cBhvr>
                                          <p:tavLst>
                                            <p:tav tm="0">
                                              <p:val>
                                                <p:fltVal val="0"/>
                                              </p:val>
                                            </p:tav>
                                            <p:tav tm="100000">
                                              <p:val>
                                                <p:strVal val="#ppt_h"/>
                                              </p:val>
                                            </p:tav>
                                          </p:tavLst>
                                        </p:anim>
                                        <p:animEffect transition="in" filter="fade">
                                          <p:cBhvr>
                                            <p:cTn id="156" dur="300"/>
                                            <p:tgtEl>
                                              <p:spTgt spid="23"/>
                                            </p:tgtEl>
                                          </p:cBhvr>
                                        </p:animEffect>
                                      </p:childTnLst>
                                    </p:cTn>
                                  </p:par>
                                  <p:par>
                                    <p:cTn id="157" presetID="6" presetClass="emph" presetSubtype="0" autoRev="1" fill="hold" grpId="1" nodeType="withEffect">
                                      <p:stCondLst>
                                        <p:cond delay="500"/>
                                      </p:stCondLst>
                                      <p:childTnLst>
                                        <p:animScale>
                                          <p:cBhvr>
                                            <p:cTn id="158" dur="150" fill="hold"/>
                                            <p:tgtEl>
                                              <p:spTgt spid="23"/>
                                            </p:tgtEl>
                                          </p:cBhvr>
                                          <p:by x="110000" y="110000"/>
                                        </p:animScale>
                                      </p:childTnLst>
                                    </p:cTn>
                                  </p:par>
                                  <p:par>
                                    <p:cTn id="159" presetID="53" presetClass="entr" presetSubtype="16" fill="hold" grpId="0" nodeType="withEffect">
                                      <p:stCondLst>
                                        <p:cond delay="600"/>
                                      </p:stCondLst>
                                      <p:childTnLst>
                                        <p:set>
                                          <p:cBhvr>
                                            <p:cTn id="160" dur="1" fill="hold">
                                              <p:stCondLst>
                                                <p:cond delay="0"/>
                                              </p:stCondLst>
                                            </p:cTn>
                                            <p:tgtEl>
                                              <p:spTgt spid="24"/>
                                            </p:tgtEl>
                                            <p:attrNameLst>
                                              <p:attrName>style.visibility</p:attrName>
                                            </p:attrNameLst>
                                          </p:cBhvr>
                                          <p:to>
                                            <p:strVal val="visible"/>
                                          </p:to>
                                        </p:set>
                                        <p:anim calcmode="lin" valueType="num">
                                          <p:cBhvr>
                                            <p:cTn id="161" dur="300" fill="hold"/>
                                            <p:tgtEl>
                                              <p:spTgt spid="24"/>
                                            </p:tgtEl>
                                            <p:attrNameLst>
                                              <p:attrName>ppt_w</p:attrName>
                                            </p:attrNameLst>
                                          </p:cBhvr>
                                          <p:tavLst>
                                            <p:tav tm="0">
                                              <p:val>
                                                <p:fltVal val="0"/>
                                              </p:val>
                                            </p:tav>
                                            <p:tav tm="100000">
                                              <p:val>
                                                <p:strVal val="#ppt_w"/>
                                              </p:val>
                                            </p:tav>
                                          </p:tavLst>
                                        </p:anim>
                                        <p:anim calcmode="lin" valueType="num">
                                          <p:cBhvr>
                                            <p:cTn id="162" dur="300" fill="hold"/>
                                            <p:tgtEl>
                                              <p:spTgt spid="24"/>
                                            </p:tgtEl>
                                            <p:attrNameLst>
                                              <p:attrName>ppt_h</p:attrName>
                                            </p:attrNameLst>
                                          </p:cBhvr>
                                          <p:tavLst>
                                            <p:tav tm="0">
                                              <p:val>
                                                <p:fltVal val="0"/>
                                              </p:val>
                                            </p:tav>
                                            <p:tav tm="100000">
                                              <p:val>
                                                <p:strVal val="#ppt_h"/>
                                              </p:val>
                                            </p:tav>
                                          </p:tavLst>
                                        </p:anim>
                                        <p:animEffect transition="in" filter="fade">
                                          <p:cBhvr>
                                            <p:cTn id="163" dur="300"/>
                                            <p:tgtEl>
                                              <p:spTgt spid="24"/>
                                            </p:tgtEl>
                                          </p:cBhvr>
                                        </p:animEffect>
                                      </p:childTnLst>
                                    </p:cTn>
                                  </p:par>
                                  <p:par>
                                    <p:cTn id="164" presetID="6" presetClass="emph" presetSubtype="0" autoRev="1" fill="hold" grpId="1" nodeType="withEffect">
                                      <p:stCondLst>
                                        <p:cond delay="900"/>
                                      </p:stCondLst>
                                      <p:childTnLst>
                                        <p:animScale>
                                          <p:cBhvr>
                                            <p:cTn id="165" dur="150" fill="hold"/>
                                            <p:tgtEl>
                                              <p:spTgt spid="24"/>
                                            </p:tgtEl>
                                          </p:cBhvr>
                                          <p:by x="110000" y="110000"/>
                                        </p:animScale>
                                      </p:childTnLst>
                                    </p:cTn>
                                  </p:par>
                                  <p:par>
                                    <p:cTn id="166" presetID="53" presetClass="entr" presetSubtype="16" fill="hold" grpId="0" nodeType="withEffect">
                                      <p:stCondLst>
                                        <p:cond delay="100"/>
                                      </p:stCondLst>
                                      <p:childTnLst>
                                        <p:set>
                                          <p:cBhvr>
                                            <p:cTn id="167" dur="1" fill="hold">
                                              <p:stCondLst>
                                                <p:cond delay="0"/>
                                              </p:stCondLst>
                                            </p:cTn>
                                            <p:tgtEl>
                                              <p:spTgt spid="29"/>
                                            </p:tgtEl>
                                            <p:attrNameLst>
                                              <p:attrName>style.visibility</p:attrName>
                                            </p:attrNameLst>
                                          </p:cBhvr>
                                          <p:to>
                                            <p:strVal val="visible"/>
                                          </p:to>
                                        </p:set>
                                        <p:anim calcmode="lin" valueType="num">
                                          <p:cBhvr>
                                            <p:cTn id="168" dur="300" fill="hold"/>
                                            <p:tgtEl>
                                              <p:spTgt spid="29"/>
                                            </p:tgtEl>
                                            <p:attrNameLst>
                                              <p:attrName>ppt_w</p:attrName>
                                            </p:attrNameLst>
                                          </p:cBhvr>
                                          <p:tavLst>
                                            <p:tav tm="0">
                                              <p:val>
                                                <p:fltVal val="0"/>
                                              </p:val>
                                            </p:tav>
                                            <p:tav tm="100000">
                                              <p:val>
                                                <p:strVal val="#ppt_w"/>
                                              </p:val>
                                            </p:tav>
                                          </p:tavLst>
                                        </p:anim>
                                        <p:anim calcmode="lin" valueType="num">
                                          <p:cBhvr>
                                            <p:cTn id="169" dur="300" fill="hold"/>
                                            <p:tgtEl>
                                              <p:spTgt spid="29"/>
                                            </p:tgtEl>
                                            <p:attrNameLst>
                                              <p:attrName>ppt_h</p:attrName>
                                            </p:attrNameLst>
                                          </p:cBhvr>
                                          <p:tavLst>
                                            <p:tav tm="0">
                                              <p:val>
                                                <p:fltVal val="0"/>
                                              </p:val>
                                            </p:tav>
                                            <p:tav tm="100000">
                                              <p:val>
                                                <p:strVal val="#ppt_h"/>
                                              </p:val>
                                            </p:tav>
                                          </p:tavLst>
                                        </p:anim>
                                        <p:animEffect transition="in" filter="fade">
                                          <p:cBhvr>
                                            <p:cTn id="170" dur="300"/>
                                            <p:tgtEl>
                                              <p:spTgt spid="29"/>
                                            </p:tgtEl>
                                          </p:cBhvr>
                                        </p:animEffect>
                                      </p:childTnLst>
                                    </p:cTn>
                                  </p:par>
                                  <p:par>
                                    <p:cTn id="171" presetID="6" presetClass="emph" presetSubtype="0" autoRev="1" fill="hold" grpId="1" nodeType="withEffect">
                                      <p:stCondLst>
                                        <p:cond delay="400"/>
                                      </p:stCondLst>
                                      <p:childTnLst>
                                        <p:animScale>
                                          <p:cBhvr>
                                            <p:cTn id="172" dur="150" fill="hold"/>
                                            <p:tgtEl>
                                              <p:spTgt spid="29"/>
                                            </p:tgtEl>
                                          </p:cBhvr>
                                          <p:by x="110000" y="110000"/>
                                        </p:animScale>
                                      </p:childTnLst>
                                    </p:cTn>
                                  </p:par>
                                  <p:par>
                                    <p:cTn id="173" presetID="53" presetClass="entr" presetSubtype="16" fill="hold" grpId="0" nodeType="withEffect">
                                      <p:stCondLst>
                                        <p:cond delay="0"/>
                                      </p:stCondLst>
                                      <p:childTnLst>
                                        <p:set>
                                          <p:cBhvr>
                                            <p:cTn id="174" dur="1" fill="hold">
                                              <p:stCondLst>
                                                <p:cond delay="0"/>
                                              </p:stCondLst>
                                            </p:cTn>
                                            <p:tgtEl>
                                              <p:spTgt spid="25"/>
                                            </p:tgtEl>
                                            <p:attrNameLst>
                                              <p:attrName>style.visibility</p:attrName>
                                            </p:attrNameLst>
                                          </p:cBhvr>
                                          <p:to>
                                            <p:strVal val="visible"/>
                                          </p:to>
                                        </p:set>
                                        <p:anim calcmode="lin" valueType="num">
                                          <p:cBhvr>
                                            <p:cTn id="175" dur="300" fill="hold"/>
                                            <p:tgtEl>
                                              <p:spTgt spid="25"/>
                                            </p:tgtEl>
                                            <p:attrNameLst>
                                              <p:attrName>ppt_w</p:attrName>
                                            </p:attrNameLst>
                                          </p:cBhvr>
                                          <p:tavLst>
                                            <p:tav tm="0">
                                              <p:val>
                                                <p:fltVal val="0"/>
                                              </p:val>
                                            </p:tav>
                                            <p:tav tm="100000">
                                              <p:val>
                                                <p:strVal val="#ppt_w"/>
                                              </p:val>
                                            </p:tav>
                                          </p:tavLst>
                                        </p:anim>
                                        <p:anim calcmode="lin" valueType="num">
                                          <p:cBhvr>
                                            <p:cTn id="176" dur="300" fill="hold"/>
                                            <p:tgtEl>
                                              <p:spTgt spid="25"/>
                                            </p:tgtEl>
                                            <p:attrNameLst>
                                              <p:attrName>ppt_h</p:attrName>
                                            </p:attrNameLst>
                                          </p:cBhvr>
                                          <p:tavLst>
                                            <p:tav tm="0">
                                              <p:val>
                                                <p:fltVal val="0"/>
                                              </p:val>
                                            </p:tav>
                                            <p:tav tm="100000">
                                              <p:val>
                                                <p:strVal val="#ppt_h"/>
                                              </p:val>
                                            </p:tav>
                                          </p:tavLst>
                                        </p:anim>
                                        <p:animEffect transition="in" filter="fade">
                                          <p:cBhvr>
                                            <p:cTn id="177" dur="300"/>
                                            <p:tgtEl>
                                              <p:spTgt spid="25"/>
                                            </p:tgtEl>
                                          </p:cBhvr>
                                        </p:animEffect>
                                      </p:childTnLst>
                                    </p:cTn>
                                  </p:par>
                                  <p:par>
                                    <p:cTn id="178" presetID="6" presetClass="emph" presetSubtype="0" autoRev="1" fill="hold" grpId="1" nodeType="withEffect">
                                      <p:stCondLst>
                                        <p:cond delay="300"/>
                                      </p:stCondLst>
                                      <p:childTnLst>
                                        <p:animScale>
                                          <p:cBhvr>
                                            <p:cTn id="179" dur="150" fill="hold"/>
                                            <p:tgtEl>
                                              <p:spTgt spid="25"/>
                                            </p:tgtEl>
                                          </p:cBhvr>
                                          <p:by x="110000" y="110000"/>
                                        </p:animScale>
                                      </p:childTnLst>
                                    </p:cTn>
                                  </p:par>
                                  <p:par>
                                    <p:cTn id="180" presetID="53" presetClass="entr" presetSubtype="16" fill="hold" grpId="0" nodeType="withEffect">
                                      <p:stCondLst>
                                        <p:cond delay="500"/>
                                      </p:stCondLst>
                                      <p:childTnLst>
                                        <p:set>
                                          <p:cBhvr>
                                            <p:cTn id="181" dur="1" fill="hold">
                                              <p:stCondLst>
                                                <p:cond delay="0"/>
                                              </p:stCondLst>
                                            </p:cTn>
                                            <p:tgtEl>
                                              <p:spTgt spid="27"/>
                                            </p:tgtEl>
                                            <p:attrNameLst>
                                              <p:attrName>style.visibility</p:attrName>
                                            </p:attrNameLst>
                                          </p:cBhvr>
                                          <p:to>
                                            <p:strVal val="visible"/>
                                          </p:to>
                                        </p:set>
                                        <p:anim calcmode="lin" valueType="num">
                                          <p:cBhvr>
                                            <p:cTn id="182" dur="300" fill="hold"/>
                                            <p:tgtEl>
                                              <p:spTgt spid="27"/>
                                            </p:tgtEl>
                                            <p:attrNameLst>
                                              <p:attrName>ppt_w</p:attrName>
                                            </p:attrNameLst>
                                          </p:cBhvr>
                                          <p:tavLst>
                                            <p:tav tm="0">
                                              <p:val>
                                                <p:fltVal val="0"/>
                                              </p:val>
                                            </p:tav>
                                            <p:tav tm="100000">
                                              <p:val>
                                                <p:strVal val="#ppt_w"/>
                                              </p:val>
                                            </p:tav>
                                          </p:tavLst>
                                        </p:anim>
                                        <p:anim calcmode="lin" valueType="num">
                                          <p:cBhvr>
                                            <p:cTn id="183" dur="300" fill="hold"/>
                                            <p:tgtEl>
                                              <p:spTgt spid="27"/>
                                            </p:tgtEl>
                                            <p:attrNameLst>
                                              <p:attrName>ppt_h</p:attrName>
                                            </p:attrNameLst>
                                          </p:cBhvr>
                                          <p:tavLst>
                                            <p:tav tm="0">
                                              <p:val>
                                                <p:fltVal val="0"/>
                                              </p:val>
                                            </p:tav>
                                            <p:tav tm="100000">
                                              <p:val>
                                                <p:strVal val="#ppt_h"/>
                                              </p:val>
                                            </p:tav>
                                          </p:tavLst>
                                        </p:anim>
                                        <p:animEffect transition="in" filter="fade">
                                          <p:cBhvr>
                                            <p:cTn id="184" dur="300"/>
                                            <p:tgtEl>
                                              <p:spTgt spid="27"/>
                                            </p:tgtEl>
                                          </p:cBhvr>
                                        </p:animEffect>
                                      </p:childTnLst>
                                    </p:cTn>
                                  </p:par>
                                  <p:par>
                                    <p:cTn id="185" presetID="6" presetClass="emph" presetSubtype="0" autoRev="1" fill="hold" grpId="1" nodeType="withEffect">
                                      <p:stCondLst>
                                        <p:cond delay="800"/>
                                      </p:stCondLst>
                                      <p:childTnLst>
                                        <p:animScale>
                                          <p:cBhvr>
                                            <p:cTn id="186" dur="150" fill="hold"/>
                                            <p:tgtEl>
                                              <p:spTgt spid="27"/>
                                            </p:tgtEl>
                                          </p:cBhvr>
                                          <p:by x="110000" y="110000"/>
                                        </p:animScale>
                                      </p:childTnLst>
                                    </p:cTn>
                                  </p:par>
                                  <p:par>
                                    <p:cTn id="187" presetID="53" presetClass="entr" presetSubtype="16" fill="hold" grpId="0" nodeType="withEffect">
                                      <p:stCondLst>
                                        <p:cond delay="30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600"/>
                                      </p:stCondLst>
                                      <p:childTnLst>
                                        <p:animScale>
                                          <p:cBhvr>
                                            <p:cTn id="193" dur="150" fill="hold"/>
                                            <p:tgtEl>
                                              <p:spTgt spid="28"/>
                                            </p:tgtEl>
                                          </p:cBhvr>
                                          <p:by x="110000" y="110000"/>
                                        </p:animScale>
                                      </p:childTnLst>
                                    </p:cTn>
                                  </p:par>
                                  <p:par>
                                    <p:cTn id="194" presetID="53" presetClass="entr" presetSubtype="16" fill="hold" grpId="0" nodeType="withEffect">
                                      <p:stCondLst>
                                        <p:cond delay="0"/>
                                      </p:stCondLst>
                                      <p:childTnLst>
                                        <p:set>
                                          <p:cBhvr>
                                            <p:cTn id="195" dur="1" fill="hold">
                                              <p:stCondLst>
                                                <p:cond delay="0"/>
                                              </p:stCondLst>
                                            </p:cTn>
                                            <p:tgtEl>
                                              <p:spTgt spid="26"/>
                                            </p:tgtEl>
                                            <p:attrNameLst>
                                              <p:attrName>style.visibility</p:attrName>
                                            </p:attrNameLst>
                                          </p:cBhvr>
                                          <p:to>
                                            <p:strVal val="visible"/>
                                          </p:to>
                                        </p:set>
                                        <p:anim calcmode="lin" valueType="num">
                                          <p:cBhvr>
                                            <p:cTn id="196" dur="300" fill="hold"/>
                                            <p:tgtEl>
                                              <p:spTgt spid="26"/>
                                            </p:tgtEl>
                                            <p:attrNameLst>
                                              <p:attrName>ppt_w</p:attrName>
                                            </p:attrNameLst>
                                          </p:cBhvr>
                                          <p:tavLst>
                                            <p:tav tm="0">
                                              <p:val>
                                                <p:fltVal val="0"/>
                                              </p:val>
                                            </p:tav>
                                            <p:tav tm="100000">
                                              <p:val>
                                                <p:strVal val="#ppt_w"/>
                                              </p:val>
                                            </p:tav>
                                          </p:tavLst>
                                        </p:anim>
                                        <p:anim calcmode="lin" valueType="num">
                                          <p:cBhvr>
                                            <p:cTn id="197" dur="300" fill="hold"/>
                                            <p:tgtEl>
                                              <p:spTgt spid="26"/>
                                            </p:tgtEl>
                                            <p:attrNameLst>
                                              <p:attrName>ppt_h</p:attrName>
                                            </p:attrNameLst>
                                          </p:cBhvr>
                                          <p:tavLst>
                                            <p:tav tm="0">
                                              <p:val>
                                                <p:fltVal val="0"/>
                                              </p:val>
                                            </p:tav>
                                            <p:tav tm="100000">
                                              <p:val>
                                                <p:strVal val="#ppt_h"/>
                                              </p:val>
                                            </p:tav>
                                          </p:tavLst>
                                        </p:anim>
                                        <p:animEffect transition="in" filter="fade">
                                          <p:cBhvr>
                                            <p:cTn id="198" dur="300"/>
                                            <p:tgtEl>
                                              <p:spTgt spid="26"/>
                                            </p:tgtEl>
                                          </p:cBhvr>
                                        </p:animEffect>
                                      </p:childTnLst>
                                    </p:cTn>
                                  </p:par>
                                  <p:par>
                                    <p:cTn id="199" presetID="6" presetClass="emph" presetSubtype="0" autoRev="1" fill="hold" grpId="1" nodeType="withEffect">
                                      <p:stCondLst>
                                        <p:cond delay="300"/>
                                      </p:stCondLst>
                                      <p:childTnLst>
                                        <p:animScale>
                                          <p:cBhvr>
                                            <p:cTn id="200" dur="150" fill="hold"/>
                                            <p:tgtEl>
                                              <p:spTgt spid="26"/>
                                            </p:tgtEl>
                                          </p:cBhvr>
                                          <p:by x="110000" y="110000"/>
                                        </p:animScale>
                                      </p:childTnLst>
                                    </p:cTn>
                                  </p:par>
                                  <p:par>
                                    <p:cTn id="201" presetID="53" presetClass="entr" presetSubtype="16" fill="hold" grpId="0" nodeType="withEffect">
                                      <p:stCondLst>
                                        <p:cond delay="600"/>
                                      </p:stCondLst>
                                      <p:childTnLst>
                                        <p:set>
                                          <p:cBhvr>
                                            <p:cTn id="202" dur="1" fill="hold">
                                              <p:stCondLst>
                                                <p:cond delay="0"/>
                                              </p:stCondLst>
                                            </p:cTn>
                                            <p:tgtEl>
                                              <p:spTgt spid="35"/>
                                            </p:tgtEl>
                                            <p:attrNameLst>
                                              <p:attrName>style.visibility</p:attrName>
                                            </p:attrNameLst>
                                          </p:cBhvr>
                                          <p:to>
                                            <p:strVal val="visible"/>
                                          </p:to>
                                        </p:set>
                                        <p:anim calcmode="lin" valueType="num">
                                          <p:cBhvr>
                                            <p:cTn id="203" dur="300" fill="hold"/>
                                            <p:tgtEl>
                                              <p:spTgt spid="35"/>
                                            </p:tgtEl>
                                            <p:attrNameLst>
                                              <p:attrName>ppt_w</p:attrName>
                                            </p:attrNameLst>
                                          </p:cBhvr>
                                          <p:tavLst>
                                            <p:tav tm="0">
                                              <p:val>
                                                <p:fltVal val="0"/>
                                              </p:val>
                                            </p:tav>
                                            <p:tav tm="100000">
                                              <p:val>
                                                <p:strVal val="#ppt_w"/>
                                              </p:val>
                                            </p:tav>
                                          </p:tavLst>
                                        </p:anim>
                                        <p:anim calcmode="lin" valueType="num">
                                          <p:cBhvr>
                                            <p:cTn id="204" dur="300" fill="hold"/>
                                            <p:tgtEl>
                                              <p:spTgt spid="35"/>
                                            </p:tgtEl>
                                            <p:attrNameLst>
                                              <p:attrName>ppt_h</p:attrName>
                                            </p:attrNameLst>
                                          </p:cBhvr>
                                          <p:tavLst>
                                            <p:tav tm="0">
                                              <p:val>
                                                <p:fltVal val="0"/>
                                              </p:val>
                                            </p:tav>
                                            <p:tav tm="100000">
                                              <p:val>
                                                <p:strVal val="#ppt_h"/>
                                              </p:val>
                                            </p:tav>
                                          </p:tavLst>
                                        </p:anim>
                                        <p:animEffect transition="in" filter="fade">
                                          <p:cBhvr>
                                            <p:cTn id="205" dur="300"/>
                                            <p:tgtEl>
                                              <p:spTgt spid="35"/>
                                            </p:tgtEl>
                                          </p:cBhvr>
                                        </p:animEffect>
                                      </p:childTnLst>
                                    </p:cTn>
                                  </p:par>
                                  <p:par>
                                    <p:cTn id="206" presetID="6" presetClass="emph" presetSubtype="0" autoRev="1" fill="hold" grpId="1" nodeType="withEffect">
                                      <p:stCondLst>
                                        <p:cond delay="900"/>
                                      </p:stCondLst>
                                      <p:childTnLst>
                                        <p:animScale>
                                          <p:cBhvr>
                                            <p:cTn id="207" dur="150" fill="hold"/>
                                            <p:tgtEl>
                                              <p:spTgt spid="35"/>
                                            </p:tgtEl>
                                          </p:cBhvr>
                                          <p:by x="110000" y="110000"/>
                                        </p:animScale>
                                      </p:childTnLst>
                                    </p:cTn>
                                  </p:par>
                                  <p:par>
                                    <p:cTn id="208" presetID="53" presetClass="entr" presetSubtype="16" fill="hold" grpId="0" nodeType="withEffect">
                                      <p:stCondLst>
                                        <p:cond delay="1200"/>
                                      </p:stCondLst>
                                      <p:childTnLst>
                                        <p:set>
                                          <p:cBhvr>
                                            <p:cTn id="209" dur="1" fill="hold">
                                              <p:stCondLst>
                                                <p:cond delay="0"/>
                                              </p:stCondLst>
                                            </p:cTn>
                                            <p:tgtEl>
                                              <p:spTgt spid="36"/>
                                            </p:tgtEl>
                                            <p:attrNameLst>
                                              <p:attrName>style.visibility</p:attrName>
                                            </p:attrNameLst>
                                          </p:cBhvr>
                                          <p:to>
                                            <p:strVal val="visible"/>
                                          </p:to>
                                        </p:set>
                                        <p:anim calcmode="lin" valueType="num">
                                          <p:cBhvr>
                                            <p:cTn id="210" dur="300" fill="hold"/>
                                            <p:tgtEl>
                                              <p:spTgt spid="36"/>
                                            </p:tgtEl>
                                            <p:attrNameLst>
                                              <p:attrName>ppt_w</p:attrName>
                                            </p:attrNameLst>
                                          </p:cBhvr>
                                          <p:tavLst>
                                            <p:tav tm="0">
                                              <p:val>
                                                <p:fltVal val="0"/>
                                              </p:val>
                                            </p:tav>
                                            <p:tav tm="100000">
                                              <p:val>
                                                <p:strVal val="#ppt_w"/>
                                              </p:val>
                                            </p:tav>
                                          </p:tavLst>
                                        </p:anim>
                                        <p:anim calcmode="lin" valueType="num">
                                          <p:cBhvr>
                                            <p:cTn id="211" dur="300" fill="hold"/>
                                            <p:tgtEl>
                                              <p:spTgt spid="36"/>
                                            </p:tgtEl>
                                            <p:attrNameLst>
                                              <p:attrName>ppt_h</p:attrName>
                                            </p:attrNameLst>
                                          </p:cBhvr>
                                          <p:tavLst>
                                            <p:tav tm="0">
                                              <p:val>
                                                <p:fltVal val="0"/>
                                              </p:val>
                                            </p:tav>
                                            <p:tav tm="100000">
                                              <p:val>
                                                <p:strVal val="#ppt_h"/>
                                              </p:val>
                                            </p:tav>
                                          </p:tavLst>
                                        </p:anim>
                                        <p:animEffect transition="in" filter="fade">
                                          <p:cBhvr>
                                            <p:cTn id="212" dur="300"/>
                                            <p:tgtEl>
                                              <p:spTgt spid="36"/>
                                            </p:tgtEl>
                                          </p:cBhvr>
                                        </p:animEffect>
                                      </p:childTnLst>
                                    </p:cTn>
                                  </p:par>
                                  <p:par>
                                    <p:cTn id="213" presetID="6" presetClass="emph" presetSubtype="0" autoRev="1" fill="hold" grpId="1" nodeType="withEffect">
                                      <p:stCondLst>
                                        <p:cond delay="1500"/>
                                      </p:stCondLst>
                                      <p:childTnLst>
                                        <p:animScale>
                                          <p:cBhvr>
                                            <p:cTn id="214" dur="150" fill="hold"/>
                                            <p:tgtEl>
                                              <p:spTgt spid="36"/>
                                            </p:tgtEl>
                                          </p:cBhvr>
                                          <p:by x="110000" y="110000"/>
                                        </p:animScale>
                                      </p:childTnLst>
                                    </p:cTn>
                                  </p:par>
                                  <p:par>
                                    <p:cTn id="215" presetID="53" presetClass="entr" presetSubtype="16" fill="hold" grpId="0" nodeType="withEffect">
                                      <p:stCondLst>
                                        <p:cond delay="1800"/>
                                      </p:stCondLst>
                                      <p:childTnLst>
                                        <p:set>
                                          <p:cBhvr>
                                            <p:cTn id="216" dur="1" fill="hold">
                                              <p:stCondLst>
                                                <p:cond delay="0"/>
                                              </p:stCondLst>
                                            </p:cTn>
                                            <p:tgtEl>
                                              <p:spTgt spid="40"/>
                                            </p:tgtEl>
                                            <p:attrNameLst>
                                              <p:attrName>style.visibility</p:attrName>
                                            </p:attrNameLst>
                                          </p:cBhvr>
                                          <p:to>
                                            <p:strVal val="visible"/>
                                          </p:to>
                                        </p:set>
                                        <p:anim calcmode="lin" valueType="num">
                                          <p:cBhvr>
                                            <p:cTn id="217" dur="300" fill="hold"/>
                                            <p:tgtEl>
                                              <p:spTgt spid="40"/>
                                            </p:tgtEl>
                                            <p:attrNameLst>
                                              <p:attrName>ppt_w</p:attrName>
                                            </p:attrNameLst>
                                          </p:cBhvr>
                                          <p:tavLst>
                                            <p:tav tm="0">
                                              <p:val>
                                                <p:fltVal val="0"/>
                                              </p:val>
                                            </p:tav>
                                            <p:tav tm="100000">
                                              <p:val>
                                                <p:strVal val="#ppt_w"/>
                                              </p:val>
                                            </p:tav>
                                          </p:tavLst>
                                        </p:anim>
                                        <p:anim calcmode="lin" valueType="num">
                                          <p:cBhvr>
                                            <p:cTn id="218" dur="300" fill="hold"/>
                                            <p:tgtEl>
                                              <p:spTgt spid="40"/>
                                            </p:tgtEl>
                                            <p:attrNameLst>
                                              <p:attrName>ppt_h</p:attrName>
                                            </p:attrNameLst>
                                          </p:cBhvr>
                                          <p:tavLst>
                                            <p:tav tm="0">
                                              <p:val>
                                                <p:fltVal val="0"/>
                                              </p:val>
                                            </p:tav>
                                            <p:tav tm="100000">
                                              <p:val>
                                                <p:strVal val="#ppt_h"/>
                                              </p:val>
                                            </p:tav>
                                          </p:tavLst>
                                        </p:anim>
                                        <p:animEffect transition="in" filter="fade">
                                          <p:cBhvr>
                                            <p:cTn id="219" dur="300"/>
                                            <p:tgtEl>
                                              <p:spTgt spid="40"/>
                                            </p:tgtEl>
                                          </p:cBhvr>
                                        </p:animEffect>
                                      </p:childTnLst>
                                    </p:cTn>
                                  </p:par>
                                  <p:par>
                                    <p:cTn id="220" presetID="6" presetClass="emph" presetSubtype="0" autoRev="1" fill="hold" grpId="1" nodeType="withEffect">
                                      <p:stCondLst>
                                        <p:cond delay="2100"/>
                                      </p:stCondLst>
                                      <p:childTnLst>
                                        <p:animScale>
                                          <p:cBhvr>
                                            <p:cTn id="221" dur="150" fill="hold"/>
                                            <p:tgtEl>
                                              <p:spTgt spid="40"/>
                                            </p:tgtEl>
                                          </p:cBhvr>
                                          <p:by x="110000" y="110000"/>
                                        </p:animScale>
                                      </p:childTnLst>
                                    </p:cTn>
                                  </p:par>
                                  <p:par>
                                    <p:cTn id="222" presetID="2" presetClass="entr" presetSubtype="2" fill="hold" grpId="0" nodeType="withEffect">
                                      <p:stCondLst>
                                        <p:cond delay="1500"/>
                                      </p:stCondLst>
                                      <p:childTnLst>
                                        <p:set>
                                          <p:cBhvr>
                                            <p:cTn id="223" dur="1" fill="hold">
                                              <p:stCondLst>
                                                <p:cond delay="0"/>
                                              </p:stCondLst>
                                            </p:cTn>
                                            <p:tgtEl>
                                              <p:spTgt spid="41"/>
                                            </p:tgtEl>
                                            <p:attrNameLst>
                                              <p:attrName>style.visibility</p:attrName>
                                            </p:attrNameLst>
                                          </p:cBhvr>
                                          <p:to>
                                            <p:strVal val="visible"/>
                                          </p:to>
                                        </p:set>
                                        <p:anim calcmode="lin" valueType="num">
                                          <p:cBhvr additive="base">
                                            <p:cTn id="224" dur="500" fill="hold"/>
                                            <p:tgtEl>
                                              <p:spTgt spid="41"/>
                                            </p:tgtEl>
                                            <p:attrNameLst>
                                              <p:attrName>ppt_x</p:attrName>
                                            </p:attrNameLst>
                                          </p:cBhvr>
                                          <p:tavLst>
                                            <p:tav tm="0">
                                              <p:val>
                                                <p:strVal val="1+#ppt_w/2"/>
                                              </p:val>
                                            </p:tav>
                                            <p:tav tm="100000">
                                              <p:val>
                                                <p:strVal val="#ppt_x"/>
                                              </p:val>
                                            </p:tav>
                                          </p:tavLst>
                                        </p:anim>
                                        <p:anim calcmode="lin" valueType="num">
                                          <p:cBhvr additive="base">
                                            <p:cTn id="225" dur="500" fill="hold"/>
                                            <p:tgtEl>
                                              <p:spTgt spid="41"/>
                                            </p:tgtEl>
                                            <p:attrNameLst>
                                              <p:attrName>ppt_y</p:attrName>
                                            </p:attrNameLst>
                                          </p:cBhvr>
                                          <p:tavLst>
                                            <p:tav tm="0">
                                              <p:val>
                                                <p:strVal val="#ppt_y"/>
                                              </p:val>
                                            </p:tav>
                                            <p:tav tm="100000">
                                              <p:val>
                                                <p:strVal val="#ppt_y"/>
                                              </p:val>
                                            </p:tav>
                                          </p:tavLst>
                                        </p:anim>
                                      </p:childTnLst>
                                    </p:cTn>
                                  </p:par>
                                  <p:par>
                                    <p:cTn id="226" presetID="53" presetClass="entr" presetSubtype="16" fill="hold" grpId="0" nodeType="withEffect">
                                      <p:stCondLst>
                                        <p:cond delay="1300"/>
                                      </p:stCondLst>
                                      <p:childTnLst>
                                        <p:set>
                                          <p:cBhvr>
                                            <p:cTn id="227" dur="1" fill="hold">
                                              <p:stCondLst>
                                                <p:cond delay="0"/>
                                              </p:stCondLst>
                                            </p:cTn>
                                            <p:tgtEl>
                                              <p:spTgt spid="42"/>
                                            </p:tgtEl>
                                            <p:attrNameLst>
                                              <p:attrName>style.visibility</p:attrName>
                                            </p:attrNameLst>
                                          </p:cBhvr>
                                          <p:to>
                                            <p:strVal val="visible"/>
                                          </p:to>
                                        </p:set>
                                        <p:anim calcmode="lin" valueType="num">
                                          <p:cBhvr>
                                            <p:cTn id="228" dur="300" fill="hold"/>
                                            <p:tgtEl>
                                              <p:spTgt spid="42"/>
                                            </p:tgtEl>
                                            <p:attrNameLst>
                                              <p:attrName>ppt_w</p:attrName>
                                            </p:attrNameLst>
                                          </p:cBhvr>
                                          <p:tavLst>
                                            <p:tav tm="0">
                                              <p:val>
                                                <p:fltVal val="0"/>
                                              </p:val>
                                            </p:tav>
                                            <p:tav tm="100000">
                                              <p:val>
                                                <p:strVal val="#ppt_w"/>
                                              </p:val>
                                            </p:tav>
                                          </p:tavLst>
                                        </p:anim>
                                        <p:anim calcmode="lin" valueType="num">
                                          <p:cBhvr>
                                            <p:cTn id="229" dur="300" fill="hold"/>
                                            <p:tgtEl>
                                              <p:spTgt spid="42"/>
                                            </p:tgtEl>
                                            <p:attrNameLst>
                                              <p:attrName>ppt_h</p:attrName>
                                            </p:attrNameLst>
                                          </p:cBhvr>
                                          <p:tavLst>
                                            <p:tav tm="0">
                                              <p:val>
                                                <p:fltVal val="0"/>
                                              </p:val>
                                            </p:tav>
                                            <p:tav tm="100000">
                                              <p:val>
                                                <p:strVal val="#ppt_h"/>
                                              </p:val>
                                            </p:tav>
                                          </p:tavLst>
                                        </p:anim>
                                        <p:animEffect transition="in" filter="fade">
                                          <p:cBhvr>
                                            <p:cTn id="230" dur="300"/>
                                            <p:tgtEl>
                                              <p:spTgt spid="42"/>
                                            </p:tgtEl>
                                          </p:cBhvr>
                                        </p:animEffect>
                                      </p:childTnLst>
                                    </p:cTn>
                                  </p:par>
                                  <p:par>
                                    <p:cTn id="231" presetID="6" presetClass="emph" presetSubtype="0" autoRev="1" fill="hold" grpId="1" nodeType="withEffect">
                                      <p:stCondLst>
                                        <p:cond delay="1700"/>
                                      </p:stCondLst>
                                      <p:childTnLst>
                                        <p:animScale>
                                          <p:cBhvr>
                                            <p:cTn id="232" dur="150" fill="hold"/>
                                            <p:tgtEl>
                                              <p:spTgt spid="42"/>
                                            </p:tgtEl>
                                          </p:cBhvr>
                                          <p:by x="110000" y="110000"/>
                                        </p:animScale>
                                      </p:childTnLst>
                                    </p:cTn>
                                  </p:par>
                                  <p:par>
                                    <p:cTn id="233" presetID="53" presetClass="entr" presetSubtype="16" fill="hold" grpId="0" nodeType="withEffect">
                                      <p:stCondLst>
                                        <p:cond delay="2000"/>
                                      </p:stCondLst>
                                      <p:childTnLst>
                                        <p:set>
                                          <p:cBhvr>
                                            <p:cTn id="234" dur="1" fill="hold">
                                              <p:stCondLst>
                                                <p:cond delay="0"/>
                                              </p:stCondLst>
                                            </p:cTn>
                                            <p:tgtEl>
                                              <p:spTgt spid="43"/>
                                            </p:tgtEl>
                                            <p:attrNameLst>
                                              <p:attrName>style.visibility</p:attrName>
                                            </p:attrNameLst>
                                          </p:cBhvr>
                                          <p:to>
                                            <p:strVal val="visible"/>
                                          </p:to>
                                        </p:set>
                                        <p:anim calcmode="lin" valueType="num">
                                          <p:cBhvr>
                                            <p:cTn id="235" dur="300" fill="hold"/>
                                            <p:tgtEl>
                                              <p:spTgt spid="43"/>
                                            </p:tgtEl>
                                            <p:attrNameLst>
                                              <p:attrName>ppt_w</p:attrName>
                                            </p:attrNameLst>
                                          </p:cBhvr>
                                          <p:tavLst>
                                            <p:tav tm="0">
                                              <p:val>
                                                <p:fltVal val="0"/>
                                              </p:val>
                                            </p:tav>
                                            <p:tav tm="100000">
                                              <p:val>
                                                <p:strVal val="#ppt_w"/>
                                              </p:val>
                                            </p:tav>
                                          </p:tavLst>
                                        </p:anim>
                                        <p:anim calcmode="lin" valueType="num">
                                          <p:cBhvr>
                                            <p:cTn id="236" dur="300" fill="hold"/>
                                            <p:tgtEl>
                                              <p:spTgt spid="43"/>
                                            </p:tgtEl>
                                            <p:attrNameLst>
                                              <p:attrName>ppt_h</p:attrName>
                                            </p:attrNameLst>
                                          </p:cBhvr>
                                          <p:tavLst>
                                            <p:tav tm="0">
                                              <p:val>
                                                <p:fltVal val="0"/>
                                              </p:val>
                                            </p:tav>
                                            <p:tav tm="100000">
                                              <p:val>
                                                <p:strVal val="#ppt_h"/>
                                              </p:val>
                                            </p:tav>
                                          </p:tavLst>
                                        </p:anim>
                                        <p:animEffect transition="in" filter="fade">
                                          <p:cBhvr>
                                            <p:cTn id="237" dur="300"/>
                                            <p:tgtEl>
                                              <p:spTgt spid="43"/>
                                            </p:tgtEl>
                                          </p:cBhvr>
                                        </p:animEffect>
                                      </p:childTnLst>
                                    </p:cTn>
                                  </p:par>
                                  <p:par>
                                    <p:cTn id="238" presetID="6" presetClass="emph" presetSubtype="0" autoRev="1" fill="hold" grpId="1" nodeType="withEffect">
                                      <p:stCondLst>
                                        <p:cond delay="2300"/>
                                      </p:stCondLst>
                                      <p:childTnLst>
                                        <p:animScale>
                                          <p:cBhvr>
                                            <p:cTn id="239" dur="150" fill="hold"/>
                                            <p:tgtEl>
                                              <p:spTgt spid="43"/>
                                            </p:tgtEl>
                                          </p:cBhvr>
                                          <p:by x="110000" y="110000"/>
                                        </p:animScale>
                                      </p:childTnLst>
                                    </p:cTn>
                                  </p:par>
                                  <p:par>
                                    <p:cTn id="240" presetID="2" presetClass="entr" presetSubtype="2" fill="hold" grpId="0" nodeType="withEffect">
                                      <p:stCondLst>
                                        <p:cond delay="1700"/>
                                      </p:stCondLst>
                                      <p:childTnLst>
                                        <p:set>
                                          <p:cBhvr>
                                            <p:cTn id="241" dur="1" fill="hold">
                                              <p:stCondLst>
                                                <p:cond delay="0"/>
                                              </p:stCondLst>
                                            </p:cTn>
                                            <p:tgtEl>
                                              <p:spTgt spid="44"/>
                                            </p:tgtEl>
                                            <p:attrNameLst>
                                              <p:attrName>style.visibility</p:attrName>
                                            </p:attrNameLst>
                                          </p:cBhvr>
                                          <p:to>
                                            <p:strVal val="visible"/>
                                          </p:to>
                                        </p:set>
                                        <p:anim calcmode="lin" valueType="num">
                                          <p:cBhvr additive="base">
                                            <p:cTn id="242" dur="500" fill="hold"/>
                                            <p:tgtEl>
                                              <p:spTgt spid="44"/>
                                            </p:tgtEl>
                                            <p:attrNameLst>
                                              <p:attrName>ppt_x</p:attrName>
                                            </p:attrNameLst>
                                          </p:cBhvr>
                                          <p:tavLst>
                                            <p:tav tm="0">
                                              <p:val>
                                                <p:strVal val="1+#ppt_w/2"/>
                                              </p:val>
                                            </p:tav>
                                            <p:tav tm="100000">
                                              <p:val>
                                                <p:strVal val="#ppt_x"/>
                                              </p:val>
                                            </p:tav>
                                          </p:tavLst>
                                        </p:anim>
                                        <p:anim calcmode="lin" valueType="num">
                                          <p:cBhvr additive="base">
                                            <p:cTn id="243" dur="500" fill="hold"/>
                                            <p:tgtEl>
                                              <p:spTgt spid="44"/>
                                            </p:tgtEl>
                                            <p:attrNameLst>
                                              <p:attrName>ppt_y</p:attrName>
                                            </p:attrNameLst>
                                          </p:cBhvr>
                                          <p:tavLst>
                                            <p:tav tm="0">
                                              <p:val>
                                                <p:strVal val="#ppt_y"/>
                                              </p:val>
                                            </p:tav>
                                            <p:tav tm="100000">
                                              <p:val>
                                                <p:strVal val="#ppt_y"/>
                                              </p:val>
                                            </p:tav>
                                          </p:tavLst>
                                        </p:anim>
                                      </p:childTnLst>
                                    </p:cTn>
                                  </p:par>
                                  <p:par>
                                    <p:cTn id="244" presetID="53" presetClass="entr" presetSubtype="16" fill="hold" grpId="0" nodeType="withEffect">
                                      <p:stCondLst>
                                        <p:cond delay="1400"/>
                                      </p:stCondLst>
                                      <p:childTnLst>
                                        <p:set>
                                          <p:cBhvr>
                                            <p:cTn id="245" dur="1" fill="hold">
                                              <p:stCondLst>
                                                <p:cond delay="0"/>
                                              </p:stCondLst>
                                            </p:cTn>
                                            <p:tgtEl>
                                              <p:spTgt spid="69"/>
                                            </p:tgtEl>
                                            <p:attrNameLst>
                                              <p:attrName>style.visibility</p:attrName>
                                            </p:attrNameLst>
                                          </p:cBhvr>
                                          <p:to>
                                            <p:strVal val="visible"/>
                                          </p:to>
                                        </p:set>
                                        <p:anim calcmode="lin" valueType="num">
                                          <p:cBhvr>
                                            <p:cTn id="246" dur="300" fill="hold"/>
                                            <p:tgtEl>
                                              <p:spTgt spid="69"/>
                                            </p:tgtEl>
                                            <p:attrNameLst>
                                              <p:attrName>ppt_w</p:attrName>
                                            </p:attrNameLst>
                                          </p:cBhvr>
                                          <p:tavLst>
                                            <p:tav tm="0">
                                              <p:val>
                                                <p:fltVal val="0"/>
                                              </p:val>
                                            </p:tav>
                                            <p:tav tm="100000">
                                              <p:val>
                                                <p:strVal val="#ppt_w"/>
                                              </p:val>
                                            </p:tav>
                                          </p:tavLst>
                                        </p:anim>
                                        <p:anim calcmode="lin" valueType="num">
                                          <p:cBhvr>
                                            <p:cTn id="247" dur="300" fill="hold"/>
                                            <p:tgtEl>
                                              <p:spTgt spid="69"/>
                                            </p:tgtEl>
                                            <p:attrNameLst>
                                              <p:attrName>ppt_h</p:attrName>
                                            </p:attrNameLst>
                                          </p:cBhvr>
                                          <p:tavLst>
                                            <p:tav tm="0">
                                              <p:val>
                                                <p:fltVal val="0"/>
                                              </p:val>
                                            </p:tav>
                                            <p:tav tm="100000">
                                              <p:val>
                                                <p:strVal val="#ppt_h"/>
                                              </p:val>
                                            </p:tav>
                                          </p:tavLst>
                                        </p:anim>
                                        <p:animEffect transition="in" filter="fade">
                                          <p:cBhvr>
                                            <p:cTn id="248" dur="300"/>
                                            <p:tgtEl>
                                              <p:spTgt spid="69"/>
                                            </p:tgtEl>
                                          </p:cBhvr>
                                        </p:animEffect>
                                      </p:childTnLst>
                                    </p:cTn>
                                  </p:par>
                                  <p:par>
                                    <p:cTn id="249" presetID="6" presetClass="emph" presetSubtype="0" autoRev="1" fill="hold" grpId="1" nodeType="withEffect">
                                      <p:stCondLst>
                                        <p:cond delay="1700"/>
                                      </p:stCondLst>
                                      <p:childTnLst>
                                        <p:animScale>
                                          <p:cBhvr>
                                            <p:cTn id="250" dur="150" fill="hold"/>
                                            <p:tgtEl>
                                              <p:spTgt spid="69"/>
                                            </p:tgtEl>
                                          </p:cBhvr>
                                          <p:by x="110000" y="110000"/>
                                        </p:animScale>
                                      </p:childTnLst>
                                    </p:cTn>
                                  </p:par>
                                  <p:par>
                                    <p:cTn id="251" presetID="53" presetClass="entr" presetSubtype="16" fill="hold" grpId="0" nodeType="withEffect">
                                      <p:stCondLst>
                                        <p:cond delay="2000"/>
                                      </p:stCondLst>
                                      <p:childTnLst>
                                        <p:set>
                                          <p:cBhvr>
                                            <p:cTn id="252" dur="1" fill="hold">
                                              <p:stCondLst>
                                                <p:cond delay="0"/>
                                              </p:stCondLst>
                                            </p:cTn>
                                            <p:tgtEl>
                                              <p:spTgt spid="70"/>
                                            </p:tgtEl>
                                            <p:attrNameLst>
                                              <p:attrName>style.visibility</p:attrName>
                                            </p:attrNameLst>
                                          </p:cBhvr>
                                          <p:to>
                                            <p:strVal val="visible"/>
                                          </p:to>
                                        </p:set>
                                        <p:anim calcmode="lin" valueType="num">
                                          <p:cBhvr>
                                            <p:cTn id="253" dur="300" fill="hold"/>
                                            <p:tgtEl>
                                              <p:spTgt spid="70"/>
                                            </p:tgtEl>
                                            <p:attrNameLst>
                                              <p:attrName>ppt_w</p:attrName>
                                            </p:attrNameLst>
                                          </p:cBhvr>
                                          <p:tavLst>
                                            <p:tav tm="0">
                                              <p:val>
                                                <p:fltVal val="0"/>
                                              </p:val>
                                            </p:tav>
                                            <p:tav tm="100000">
                                              <p:val>
                                                <p:strVal val="#ppt_w"/>
                                              </p:val>
                                            </p:tav>
                                          </p:tavLst>
                                        </p:anim>
                                        <p:anim calcmode="lin" valueType="num">
                                          <p:cBhvr>
                                            <p:cTn id="254" dur="300" fill="hold"/>
                                            <p:tgtEl>
                                              <p:spTgt spid="70"/>
                                            </p:tgtEl>
                                            <p:attrNameLst>
                                              <p:attrName>ppt_h</p:attrName>
                                            </p:attrNameLst>
                                          </p:cBhvr>
                                          <p:tavLst>
                                            <p:tav tm="0">
                                              <p:val>
                                                <p:fltVal val="0"/>
                                              </p:val>
                                            </p:tav>
                                            <p:tav tm="100000">
                                              <p:val>
                                                <p:strVal val="#ppt_h"/>
                                              </p:val>
                                            </p:tav>
                                          </p:tavLst>
                                        </p:anim>
                                        <p:animEffect transition="in" filter="fade">
                                          <p:cBhvr>
                                            <p:cTn id="255" dur="300"/>
                                            <p:tgtEl>
                                              <p:spTgt spid="70"/>
                                            </p:tgtEl>
                                          </p:cBhvr>
                                        </p:animEffect>
                                      </p:childTnLst>
                                    </p:cTn>
                                  </p:par>
                                  <p:par>
                                    <p:cTn id="256" presetID="6" presetClass="emph" presetSubtype="0" autoRev="1" fill="hold" grpId="1" nodeType="withEffect">
                                      <p:stCondLst>
                                        <p:cond delay="2200"/>
                                      </p:stCondLst>
                                      <p:childTnLst>
                                        <p:animScale>
                                          <p:cBhvr>
                                            <p:cTn id="257" dur="150" fill="hold"/>
                                            <p:tgtEl>
                                              <p:spTgt spid="70"/>
                                            </p:tgtEl>
                                          </p:cBhvr>
                                          <p:by x="110000" y="110000"/>
                                        </p:animScale>
                                      </p:childTnLst>
                                    </p:cTn>
                                  </p:par>
                                  <p:par>
                                    <p:cTn id="258" presetID="2" presetClass="entr" presetSubtype="2" fill="hold" grpId="0" nodeType="withEffect">
                                      <p:stCondLst>
                                        <p:cond delay="1900"/>
                                      </p:stCondLst>
                                      <p:childTnLst>
                                        <p:set>
                                          <p:cBhvr>
                                            <p:cTn id="259" dur="1" fill="hold">
                                              <p:stCondLst>
                                                <p:cond delay="0"/>
                                              </p:stCondLst>
                                            </p:cTn>
                                            <p:tgtEl>
                                              <p:spTgt spid="71"/>
                                            </p:tgtEl>
                                            <p:attrNameLst>
                                              <p:attrName>style.visibility</p:attrName>
                                            </p:attrNameLst>
                                          </p:cBhvr>
                                          <p:to>
                                            <p:strVal val="visible"/>
                                          </p:to>
                                        </p:set>
                                        <p:anim calcmode="lin" valueType="num">
                                          <p:cBhvr additive="base">
                                            <p:cTn id="260" dur="500" fill="hold"/>
                                            <p:tgtEl>
                                              <p:spTgt spid="71"/>
                                            </p:tgtEl>
                                            <p:attrNameLst>
                                              <p:attrName>ppt_x</p:attrName>
                                            </p:attrNameLst>
                                          </p:cBhvr>
                                          <p:tavLst>
                                            <p:tav tm="0">
                                              <p:val>
                                                <p:strVal val="1+#ppt_w/2"/>
                                              </p:val>
                                            </p:tav>
                                            <p:tav tm="100000">
                                              <p:val>
                                                <p:strVal val="#ppt_x"/>
                                              </p:val>
                                            </p:tav>
                                          </p:tavLst>
                                        </p:anim>
                                        <p:anim calcmode="lin" valueType="num">
                                          <p:cBhvr additive="base">
                                            <p:cTn id="261" dur="500" fill="hold"/>
                                            <p:tgtEl>
                                              <p:spTgt spid="71"/>
                                            </p:tgtEl>
                                            <p:attrNameLst>
                                              <p:attrName>ppt_y</p:attrName>
                                            </p:attrNameLst>
                                          </p:cBhvr>
                                          <p:tavLst>
                                            <p:tav tm="0">
                                              <p:val>
                                                <p:strVal val="#ppt_y"/>
                                              </p:val>
                                            </p:tav>
                                            <p:tav tm="100000">
                                              <p:val>
                                                <p:strVal val="#ppt_y"/>
                                              </p:val>
                                            </p:tav>
                                          </p:tavLst>
                                        </p:anim>
                                      </p:childTnLst>
                                    </p:cTn>
                                  </p:par>
                                  <p:par>
                                    <p:cTn id="262" presetID="53" presetClass="entr" presetSubtype="16" fill="hold" grpId="0" nodeType="withEffect">
                                      <p:stCondLst>
                                        <p:cond delay="1500"/>
                                      </p:stCondLst>
                                      <p:childTnLst>
                                        <p:set>
                                          <p:cBhvr>
                                            <p:cTn id="263" dur="1" fill="hold">
                                              <p:stCondLst>
                                                <p:cond delay="0"/>
                                              </p:stCondLst>
                                            </p:cTn>
                                            <p:tgtEl>
                                              <p:spTgt spid="72"/>
                                            </p:tgtEl>
                                            <p:attrNameLst>
                                              <p:attrName>style.visibility</p:attrName>
                                            </p:attrNameLst>
                                          </p:cBhvr>
                                          <p:to>
                                            <p:strVal val="visible"/>
                                          </p:to>
                                        </p:set>
                                        <p:anim calcmode="lin" valueType="num">
                                          <p:cBhvr>
                                            <p:cTn id="264" dur="300" fill="hold"/>
                                            <p:tgtEl>
                                              <p:spTgt spid="72"/>
                                            </p:tgtEl>
                                            <p:attrNameLst>
                                              <p:attrName>ppt_w</p:attrName>
                                            </p:attrNameLst>
                                          </p:cBhvr>
                                          <p:tavLst>
                                            <p:tav tm="0">
                                              <p:val>
                                                <p:fltVal val="0"/>
                                              </p:val>
                                            </p:tav>
                                            <p:tav tm="100000">
                                              <p:val>
                                                <p:strVal val="#ppt_w"/>
                                              </p:val>
                                            </p:tav>
                                          </p:tavLst>
                                        </p:anim>
                                        <p:anim calcmode="lin" valueType="num">
                                          <p:cBhvr>
                                            <p:cTn id="265" dur="300" fill="hold"/>
                                            <p:tgtEl>
                                              <p:spTgt spid="72"/>
                                            </p:tgtEl>
                                            <p:attrNameLst>
                                              <p:attrName>ppt_h</p:attrName>
                                            </p:attrNameLst>
                                          </p:cBhvr>
                                          <p:tavLst>
                                            <p:tav tm="0">
                                              <p:val>
                                                <p:fltVal val="0"/>
                                              </p:val>
                                            </p:tav>
                                            <p:tav tm="100000">
                                              <p:val>
                                                <p:strVal val="#ppt_h"/>
                                              </p:val>
                                            </p:tav>
                                          </p:tavLst>
                                        </p:anim>
                                        <p:animEffect transition="in" filter="fade">
                                          <p:cBhvr>
                                            <p:cTn id="266" dur="300"/>
                                            <p:tgtEl>
                                              <p:spTgt spid="72"/>
                                            </p:tgtEl>
                                          </p:cBhvr>
                                        </p:animEffect>
                                      </p:childTnLst>
                                    </p:cTn>
                                  </p:par>
                                  <p:par>
                                    <p:cTn id="267" presetID="6" presetClass="emph" presetSubtype="0" autoRev="1" fill="hold" grpId="1" nodeType="withEffect">
                                      <p:stCondLst>
                                        <p:cond delay="1800"/>
                                      </p:stCondLst>
                                      <p:childTnLst>
                                        <p:animScale>
                                          <p:cBhvr>
                                            <p:cTn id="268" dur="150" fill="hold"/>
                                            <p:tgtEl>
                                              <p:spTgt spid="72"/>
                                            </p:tgtEl>
                                          </p:cBhvr>
                                          <p:by x="110000" y="110000"/>
                                        </p:animScale>
                                      </p:childTnLst>
                                    </p:cTn>
                                  </p:par>
                                  <p:par>
                                    <p:cTn id="269" presetID="53" presetClass="entr" presetSubtype="16" fill="hold" grpId="0" nodeType="withEffect">
                                      <p:stCondLst>
                                        <p:cond delay="2000"/>
                                      </p:stCondLst>
                                      <p:childTnLst>
                                        <p:set>
                                          <p:cBhvr>
                                            <p:cTn id="270" dur="1" fill="hold">
                                              <p:stCondLst>
                                                <p:cond delay="0"/>
                                              </p:stCondLst>
                                            </p:cTn>
                                            <p:tgtEl>
                                              <p:spTgt spid="73"/>
                                            </p:tgtEl>
                                            <p:attrNameLst>
                                              <p:attrName>style.visibility</p:attrName>
                                            </p:attrNameLst>
                                          </p:cBhvr>
                                          <p:to>
                                            <p:strVal val="visible"/>
                                          </p:to>
                                        </p:set>
                                        <p:anim calcmode="lin" valueType="num">
                                          <p:cBhvr>
                                            <p:cTn id="271" dur="300" fill="hold"/>
                                            <p:tgtEl>
                                              <p:spTgt spid="73"/>
                                            </p:tgtEl>
                                            <p:attrNameLst>
                                              <p:attrName>ppt_w</p:attrName>
                                            </p:attrNameLst>
                                          </p:cBhvr>
                                          <p:tavLst>
                                            <p:tav tm="0">
                                              <p:val>
                                                <p:fltVal val="0"/>
                                              </p:val>
                                            </p:tav>
                                            <p:tav tm="100000">
                                              <p:val>
                                                <p:strVal val="#ppt_w"/>
                                              </p:val>
                                            </p:tav>
                                          </p:tavLst>
                                        </p:anim>
                                        <p:anim calcmode="lin" valueType="num">
                                          <p:cBhvr>
                                            <p:cTn id="272" dur="300" fill="hold"/>
                                            <p:tgtEl>
                                              <p:spTgt spid="73"/>
                                            </p:tgtEl>
                                            <p:attrNameLst>
                                              <p:attrName>ppt_h</p:attrName>
                                            </p:attrNameLst>
                                          </p:cBhvr>
                                          <p:tavLst>
                                            <p:tav tm="0">
                                              <p:val>
                                                <p:fltVal val="0"/>
                                              </p:val>
                                            </p:tav>
                                            <p:tav tm="100000">
                                              <p:val>
                                                <p:strVal val="#ppt_h"/>
                                              </p:val>
                                            </p:tav>
                                          </p:tavLst>
                                        </p:anim>
                                        <p:animEffect transition="in" filter="fade">
                                          <p:cBhvr>
                                            <p:cTn id="273" dur="300"/>
                                            <p:tgtEl>
                                              <p:spTgt spid="73"/>
                                            </p:tgtEl>
                                          </p:cBhvr>
                                        </p:animEffect>
                                      </p:childTnLst>
                                    </p:cTn>
                                  </p:par>
                                  <p:par>
                                    <p:cTn id="274" presetID="6" presetClass="emph" presetSubtype="0" autoRev="1" fill="hold" grpId="1" nodeType="withEffect">
                                      <p:stCondLst>
                                        <p:cond delay="2300"/>
                                      </p:stCondLst>
                                      <p:childTnLst>
                                        <p:animScale>
                                          <p:cBhvr>
                                            <p:cTn id="275" dur="150" fill="hold"/>
                                            <p:tgtEl>
                                              <p:spTgt spid="73"/>
                                            </p:tgtEl>
                                          </p:cBhvr>
                                          <p:by x="110000" y="110000"/>
                                        </p:animScale>
                                      </p:childTnLst>
                                    </p:cTn>
                                  </p:par>
                                  <p:par>
                                    <p:cTn id="276" presetID="2" presetClass="entr" presetSubtype="2" fill="hold" grpId="0" nodeType="withEffect">
                                      <p:stCondLst>
                                        <p:cond delay="2000"/>
                                      </p:stCondLst>
                                      <p:childTnLst>
                                        <p:set>
                                          <p:cBhvr>
                                            <p:cTn id="277" dur="1" fill="hold">
                                              <p:stCondLst>
                                                <p:cond delay="0"/>
                                              </p:stCondLst>
                                            </p:cTn>
                                            <p:tgtEl>
                                              <p:spTgt spid="74"/>
                                            </p:tgtEl>
                                            <p:attrNameLst>
                                              <p:attrName>style.visibility</p:attrName>
                                            </p:attrNameLst>
                                          </p:cBhvr>
                                          <p:to>
                                            <p:strVal val="visible"/>
                                          </p:to>
                                        </p:set>
                                        <p:anim calcmode="lin" valueType="num">
                                          <p:cBhvr additive="base">
                                            <p:cTn id="278" dur="500" fill="hold"/>
                                            <p:tgtEl>
                                              <p:spTgt spid="74"/>
                                            </p:tgtEl>
                                            <p:attrNameLst>
                                              <p:attrName>ppt_x</p:attrName>
                                            </p:attrNameLst>
                                          </p:cBhvr>
                                          <p:tavLst>
                                            <p:tav tm="0">
                                              <p:val>
                                                <p:strVal val="1+#ppt_w/2"/>
                                              </p:val>
                                            </p:tav>
                                            <p:tav tm="100000">
                                              <p:val>
                                                <p:strVal val="#ppt_x"/>
                                              </p:val>
                                            </p:tav>
                                          </p:tavLst>
                                        </p:anim>
                                        <p:anim calcmode="lin" valueType="num">
                                          <p:cBhvr additive="base">
                                            <p:cTn id="279" dur="500" fill="hold"/>
                                            <p:tgtEl>
                                              <p:spTgt spid="74"/>
                                            </p:tgtEl>
                                            <p:attrNameLst>
                                              <p:attrName>ppt_y</p:attrName>
                                            </p:attrNameLst>
                                          </p:cBhvr>
                                          <p:tavLst>
                                            <p:tav tm="0">
                                              <p:val>
                                                <p:strVal val="#ppt_y"/>
                                              </p:val>
                                            </p:tav>
                                            <p:tav tm="100000">
                                              <p:val>
                                                <p:strVal val="#ppt_y"/>
                                              </p:val>
                                            </p:tav>
                                          </p:tavLst>
                                        </p:anim>
                                      </p:childTnLst>
                                    </p:cTn>
                                  </p:par>
                                  <p:par>
                                    <p:cTn id="280" presetID="53" presetClass="entr" presetSubtype="16" fill="hold" grpId="0" nodeType="withEffect">
                                      <p:stCondLst>
                                        <p:cond delay="1200"/>
                                      </p:stCondLst>
                                      <p:childTnLst>
                                        <p:set>
                                          <p:cBhvr>
                                            <p:cTn id="281" dur="1" fill="hold">
                                              <p:stCondLst>
                                                <p:cond delay="0"/>
                                              </p:stCondLst>
                                            </p:cTn>
                                            <p:tgtEl>
                                              <p:spTgt spid="75"/>
                                            </p:tgtEl>
                                            <p:attrNameLst>
                                              <p:attrName>style.visibility</p:attrName>
                                            </p:attrNameLst>
                                          </p:cBhvr>
                                          <p:to>
                                            <p:strVal val="visible"/>
                                          </p:to>
                                        </p:set>
                                        <p:anim calcmode="lin" valueType="num">
                                          <p:cBhvr>
                                            <p:cTn id="282" dur="300" fill="hold"/>
                                            <p:tgtEl>
                                              <p:spTgt spid="75"/>
                                            </p:tgtEl>
                                            <p:attrNameLst>
                                              <p:attrName>ppt_w</p:attrName>
                                            </p:attrNameLst>
                                          </p:cBhvr>
                                          <p:tavLst>
                                            <p:tav tm="0">
                                              <p:val>
                                                <p:fltVal val="0"/>
                                              </p:val>
                                            </p:tav>
                                            <p:tav tm="100000">
                                              <p:val>
                                                <p:strVal val="#ppt_w"/>
                                              </p:val>
                                            </p:tav>
                                          </p:tavLst>
                                        </p:anim>
                                        <p:anim calcmode="lin" valueType="num">
                                          <p:cBhvr>
                                            <p:cTn id="283" dur="300" fill="hold"/>
                                            <p:tgtEl>
                                              <p:spTgt spid="75"/>
                                            </p:tgtEl>
                                            <p:attrNameLst>
                                              <p:attrName>ppt_h</p:attrName>
                                            </p:attrNameLst>
                                          </p:cBhvr>
                                          <p:tavLst>
                                            <p:tav tm="0">
                                              <p:val>
                                                <p:fltVal val="0"/>
                                              </p:val>
                                            </p:tav>
                                            <p:tav tm="100000">
                                              <p:val>
                                                <p:strVal val="#ppt_h"/>
                                              </p:val>
                                            </p:tav>
                                          </p:tavLst>
                                        </p:anim>
                                        <p:animEffect transition="in" filter="fade">
                                          <p:cBhvr>
                                            <p:cTn id="284" dur="300"/>
                                            <p:tgtEl>
                                              <p:spTgt spid="75"/>
                                            </p:tgtEl>
                                          </p:cBhvr>
                                        </p:animEffect>
                                      </p:childTnLst>
                                    </p:cTn>
                                  </p:par>
                                  <p:par>
                                    <p:cTn id="285" presetID="6" presetClass="emph" presetSubtype="0" autoRev="1" fill="hold" grpId="1" nodeType="withEffect">
                                      <p:stCondLst>
                                        <p:cond delay="1500"/>
                                      </p:stCondLst>
                                      <p:childTnLst>
                                        <p:animScale>
                                          <p:cBhvr>
                                            <p:cTn id="286" dur="150" fill="hold"/>
                                            <p:tgtEl>
                                              <p:spTgt spid="75"/>
                                            </p:tgtEl>
                                          </p:cBhvr>
                                          <p:by x="110000" y="110000"/>
                                        </p:animScale>
                                      </p:childTnLst>
                                    </p:cTn>
                                  </p:par>
                                  <p:par>
                                    <p:cTn id="287" presetID="53" presetClass="entr" presetSubtype="16" fill="hold" grpId="0" nodeType="withEffect">
                                      <p:stCondLst>
                                        <p:cond delay="1800"/>
                                      </p:stCondLst>
                                      <p:childTnLst>
                                        <p:set>
                                          <p:cBhvr>
                                            <p:cTn id="288" dur="1" fill="hold">
                                              <p:stCondLst>
                                                <p:cond delay="0"/>
                                              </p:stCondLst>
                                            </p:cTn>
                                            <p:tgtEl>
                                              <p:spTgt spid="76"/>
                                            </p:tgtEl>
                                            <p:attrNameLst>
                                              <p:attrName>style.visibility</p:attrName>
                                            </p:attrNameLst>
                                          </p:cBhvr>
                                          <p:to>
                                            <p:strVal val="visible"/>
                                          </p:to>
                                        </p:set>
                                        <p:anim calcmode="lin" valueType="num">
                                          <p:cBhvr>
                                            <p:cTn id="289" dur="300" fill="hold"/>
                                            <p:tgtEl>
                                              <p:spTgt spid="76"/>
                                            </p:tgtEl>
                                            <p:attrNameLst>
                                              <p:attrName>ppt_w</p:attrName>
                                            </p:attrNameLst>
                                          </p:cBhvr>
                                          <p:tavLst>
                                            <p:tav tm="0">
                                              <p:val>
                                                <p:fltVal val="0"/>
                                              </p:val>
                                            </p:tav>
                                            <p:tav tm="100000">
                                              <p:val>
                                                <p:strVal val="#ppt_w"/>
                                              </p:val>
                                            </p:tav>
                                          </p:tavLst>
                                        </p:anim>
                                        <p:anim calcmode="lin" valueType="num">
                                          <p:cBhvr>
                                            <p:cTn id="290" dur="300" fill="hold"/>
                                            <p:tgtEl>
                                              <p:spTgt spid="76"/>
                                            </p:tgtEl>
                                            <p:attrNameLst>
                                              <p:attrName>ppt_h</p:attrName>
                                            </p:attrNameLst>
                                          </p:cBhvr>
                                          <p:tavLst>
                                            <p:tav tm="0">
                                              <p:val>
                                                <p:fltVal val="0"/>
                                              </p:val>
                                            </p:tav>
                                            <p:tav tm="100000">
                                              <p:val>
                                                <p:strVal val="#ppt_h"/>
                                              </p:val>
                                            </p:tav>
                                          </p:tavLst>
                                        </p:anim>
                                        <p:animEffect transition="in" filter="fade">
                                          <p:cBhvr>
                                            <p:cTn id="291" dur="300"/>
                                            <p:tgtEl>
                                              <p:spTgt spid="76"/>
                                            </p:tgtEl>
                                          </p:cBhvr>
                                        </p:animEffect>
                                      </p:childTnLst>
                                    </p:cTn>
                                  </p:par>
                                  <p:par>
                                    <p:cTn id="292" presetID="6" presetClass="emph" presetSubtype="0" autoRev="1" fill="hold" grpId="1" nodeType="withEffect">
                                      <p:stCondLst>
                                        <p:cond delay="2100"/>
                                      </p:stCondLst>
                                      <p:childTnLst>
                                        <p:animScale>
                                          <p:cBhvr>
                                            <p:cTn id="293" dur="150" fill="hold"/>
                                            <p:tgtEl>
                                              <p:spTgt spid="76"/>
                                            </p:tgtEl>
                                          </p:cBhvr>
                                          <p:by x="110000" y="110000"/>
                                        </p:animScale>
                                      </p:childTnLst>
                                    </p:cTn>
                                  </p:par>
                                  <p:par>
                                    <p:cTn id="294" presetID="2" presetClass="entr" presetSubtype="2" fill="hold" grpId="0" nodeType="withEffect">
                                      <p:stCondLst>
                                        <p:cond delay="1500"/>
                                      </p:stCondLst>
                                      <p:childTnLst>
                                        <p:set>
                                          <p:cBhvr>
                                            <p:cTn id="295" dur="1" fill="hold">
                                              <p:stCondLst>
                                                <p:cond delay="0"/>
                                              </p:stCondLst>
                                            </p:cTn>
                                            <p:tgtEl>
                                              <p:spTgt spid="77"/>
                                            </p:tgtEl>
                                            <p:attrNameLst>
                                              <p:attrName>style.visibility</p:attrName>
                                            </p:attrNameLst>
                                          </p:cBhvr>
                                          <p:to>
                                            <p:strVal val="visible"/>
                                          </p:to>
                                        </p:set>
                                        <p:anim calcmode="lin" valueType="num">
                                          <p:cBhvr additive="base">
                                            <p:cTn id="296" dur="500" fill="hold"/>
                                            <p:tgtEl>
                                              <p:spTgt spid="77"/>
                                            </p:tgtEl>
                                            <p:attrNameLst>
                                              <p:attrName>ppt_x</p:attrName>
                                            </p:attrNameLst>
                                          </p:cBhvr>
                                          <p:tavLst>
                                            <p:tav tm="0">
                                              <p:val>
                                                <p:strVal val="1+#ppt_w/2"/>
                                              </p:val>
                                            </p:tav>
                                            <p:tav tm="100000">
                                              <p:val>
                                                <p:strVal val="#ppt_x"/>
                                              </p:val>
                                            </p:tav>
                                          </p:tavLst>
                                        </p:anim>
                                        <p:anim calcmode="lin" valueType="num">
                                          <p:cBhvr additive="base">
                                            <p:cTn id="297" dur="500" fill="hold"/>
                                            <p:tgtEl>
                                              <p:spTgt spid="77"/>
                                            </p:tgtEl>
                                            <p:attrNameLst>
                                              <p:attrName>ppt_y</p:attrName>
                                            </p:attrNameLst>
                                          </p:cBhvr>
                                          <p:tavLst>
                                            <p:tav tm="0">
                                              <p:val>
                                                <p:strVal val="#ppt_y"/>
                                              </p:val>
                                            </p:tav>
                                            <p:tav tm="100000">
                                              <p:val>
                                                <p:strVal val="#ppt_y"/>
                                              </p:val>
                                            </p:tav>
                                          </p:tavLst>
                                        </p:anim>
                                      </p:childTnLst>
                                    </p:cTn>
                                  </p:par>
                                  <p:par>
                                    <p:cTn id="298" presetID="53" presetClass="entr" presetSubtype="16" fill="hold" grpId="0" nodeType="withEffect">
                                      <p:stCondLst>
                                        <p:cond delay="1300"/>
                                      </p:stCondLst>
                                      <p:childTnLst>
                                        <p:set>
                                          <p:cBhvr>
                                            <p:cTn id="299" dur="1" fill="hold">
                                              <p:stCondLst>
                                                <p:cond delay="0"/>
                                              </p:stCondLst>
                                            </p:cTn>
                                            <p:tgtEl>
                                              <p:spTgt spid="78"/>
                                            </p:tgtEl>
                                            <p:attrNameLst>
                                              <p:attrName>style.visibility</p:attrName>
                                            </p:attrNameLst>
                                          </p:cBhvr>
                                          <p:to>
                                            <p:strVal val="visible"/>
                                          </p:to>
                                        </p:set>
                                        <p:anim calcmode="lin" valueType="num">
                                          <p:cBhvr>
                                            <p:cTn id="300" dur="300" fill="hold"/>
                                            <p:tgtEl>
                                              <p:spTgt spid="78"/>
                                            </p:tgtEl>
                                            <p:attrNameLst>
                                              <p:attrName>ppt_w</p:attrName>
                                            </p:attrNameLst>
                                          </p:cBhvr>
                                          <p:tavLst>
                                            <p:tav tm="0">
                                              <p:val>
                                                <p:fltVal val="0"/>
                                              </p:val>
                                            </p:tav>
                                            <p:tav tm="100000">
                                              <p:val>
                                                <p:strVal val="#ppt_w"/>
                                              </p:val>
                                            </p:tav>
                                          </p:tavLst>
                                        </p:anim>
                                        <p:anim calcmode="lin" valueType="num">
                                          <p:cBhvr>
                                            <p:cTn id="301" dur="300" fill="hold"/>
                                            <p:tgtEl>
                                              <p:spTgt spid="78"/>
                                            </p:tgtEl>
                                            <p:attrNameLst>
                                              <p:attrName>ppt_h</p:attrName>
                                            </p:attrNameLst>
                                          </p:cBhvr>
                                          <p:tavLst>
                                            <p:tav tm="0">
                                              <p:val>
                                                <p:fltVal val="0"/>
                                              </p:val>
                                            </p:tav>
                                            <p:tav tm="100000">
                                              <p:val>
                                                <p:strVal val="#ppt_h"/>
                                              </p:val>
                                            </p:tav>
                                          </p:tavLst>
                                        </p:anim>
                                        <p:animEffect transition="in" filter="fade">
                                          <p:cBhvr>
                                            <p:cTn id="302" dur="300"/>
                                            <p:tgtEl>
                                              <p:spTgt spid="78"/>
                                            </p:tgtEl>
                                          </p:cBhvr>
                                        </p:animEffect>
                                      </p:childTnLst>
                                    </p:cTn>
                                  </p:par>
                                  <p:par>
                                    <p:cTn id="303" presetID="6" presetClass="emph" presetSubtype="0" autoRev="1" fill="hold" grpId="1" nodeType="withEffect">
                                      <p:stCondLst>
                                        <p:cond delay="1700"/>
                                      </p:stCondLst>
                                      <p:childTnLst>
                                        <p:animScale>
                                          <p:cBhvr>
                                            <p:cTn id="304" dur="150" fill="hold"/>
                                            <p:tgtEl>
                                              <p:spTgt spid="78"/>
                                            </p:tgtEl>
                                          </p:cBhvr>
                                          <p:by x="110000" y="110000"/>
                                        </p:animScale>
                                      </p:childTnLst>
                                    </p:cTn>
                                  </p:par>
                                  <p:par>
                                    <p:cTn id="305" presetID="53" presetClass="entr" presetSubtype="16" fill="hold" grpId="0" nodeType="withEffect">
                                      <p:stCondLst>
                                        <p:cond delay="2000"/>
                                      </p:stCondLst>
                                      <p:childTnLst>
                                        <p:set>
                                          <p:cBhvr>
                                            <p:cTn id="306" dur="1" fill="hold">
                                              <p:stCondLst>
                                                <p:cond delay="0"/>
                                              </p:stCondLst>
                                            </p:cTn>
                                            <p:tgtEl>
                                              <p:spTgt spid="79"/>
                                            </p:tgtEl>
                                            <p:attrNameLst>
                                              <p:attrName>style.visibility</p:attrName>
                                            </p:attrNameLst>
                                          </p:cBhvr>
                                          <p:to>
                                            <p:strVal val="visible"/>
                                          </p:to>
                                        </p:set>
                                        <p:anim calcmode="lin" valueType="num">
                                          <p:cBhvr>
                                            <p:cTn id="307" dur="300" fill="hold"/>
                                            <p:tgtEl>
                                              <p:spTgt spid="79"/>
                                            </p:tgtEl>
                                            <p:attrNameLst>
                                              <p:attrName>ppt_w</p:attrName>
                                            </p:attrNameLst>
                                          </p:cBhvr>
                                          <p:tavLst>
                                            <p:tav tm="0">
                                              <p:val>
                                                <p:fltVal val="0"/>
                                              </p:val>
                                            </p:tav>
                                            <p:tav tm="100000">
                                              <p:val>
                                                <p:strVal val="#ppt_w"/>
                                              </p:val>
                                            </p:tav>
                                          </p:tavLst>
                                        </p:anim>
                                        <p:anim calcmode="lin" valueType="num">
                                          <p:cBhvr>
                                            <p:cTn id="308" dur="300" fill="hold"/>
                                            <p:tgtEl>
                                              <p:spTgt spid="79"/>
                                            </p:tgtEl>
                                            <p:attrNameLst>
                                              <p:attrName>ppt_h</p:attrName>
                                            </p:attrNameLst>
                                          </p:cBhvr>
                                          <p:tavLst>
                                            <p:tav tm="0">
                                              <p:val>
                                                <p:fltVal val="0"/>
                                              </p:val>
                                            </p:tav>
                                            <p:tav tm="100000">
                                              <p:val>
                                                <p:strVal val="#ppt_h"/>
                                              </p:val>
                                            </p:tav>
                                          </p:tavLst>
                                        </p:anim>
                                        <p:animEffect transition="in" filter="fade">
                                          <p:cBhvr>
                                            <p:cTn id="309" dur="300"/>
                                            <p:tgtEl>
                                              <p:spTgt spid="79"/>
                                            </p:tgtEl>
                                          </p:cBhvr>
                                        </p:animEffect>
                                      </p:childTnLst>
                                    </p:cTn>
                                  </p:par>
                                  <p:par>
                                    <p:cTn id="310" presetID="6" presetClass="emph" presetSubtype="0" autoRev="1" fill="hold" grpId="1" nodeType="withEffect">
                                      <p:stCondLst>
                                        <p:cond delay="2300"/>
                                      </p:stCondLst>
                                      <p:childTnLst>
                                        <p:animScale>
                                          <p:cBhvr>
                                            <p:cTn id="311" dur="150" fill="hold"/>
                                            <p:tgtEl>
                                              <p:spTgt spid="79"/>
                                            </p:tgtEl>
                                          </p:cBhvr>
                                          <p:by x="110000" y="110000"/>
                                        </p:animScale>
                                      </p:childTnLst>
                                    </p:cTn>
                                  </p:par>
                                  <p:par>
                                    <p:cTn id="312" presetID="2" presetClass="entr" presetSubtype="2" fill="hold" grpId="0" nodeType="withEffect">
                                      <p:stCondLst>
                                        <p:cond delay="1700"/>
                                      </p:stCondLst>
                                      <p:childTnLst>
                                        <p:set>
                                          <p:cBhvr>
                                            <p:cTn id="313" dur="1" fill="hold">
                                              <p:stCondLst>
                                                <p:cond delay="0"/>
                                              </p:stCondLst>
                                            </p:cTn>
                                            <p:tgtEl>
                                              <p:spTgt spid="80"/>
                                            </p:tgtEl>
                                            <p:attrNameLst>
                                              <p:attrName>style.visibility</p:attrName>
                                            </p:attrNameLst>
                                          </p:cBhvr>
                                          <p:to>
                                            <p:strVal val="visible"/>
                                          </p:to>
                                        </p:set>
                                        <p:anim calcmode="lin" valueType="num">
                                          <p:cBhvr additive="base">
                                            <p:cTn id="314" dur="500" fill="hold"/>
                                            <p:tgtEl>
                                              <p:spTgt spid="80"/>
                                            </p:tgtEl>
                                            <p:attrNameLst>
                                              <p:attrName>ppt_x</p:attrName>
                                            </p:attrNameLst>
                                          </p:cBhvr>
                                          <p:tavLst>
                                            <p:tav tm="0">
                                              <p:val>
                                                <p:strVal val="1+#ppt_w/2"/>
                                              </p:val>
                                            </p:tav>
                                            <p:tav tm="100000">
                                              <p:val>
                                                <p:strVal val="#ppt_x"/>
                                              </p:val>
                                            </p:tav>
                                          </p:tavLst>
                                        </p:anim>
                                        <p:anim calcmode="lin" valueType="num">
                                          <p:cBhvr additive="base">
                                            <p:cTn id="315" dur="500" fill="hold"/>
                                            <p:tgtEl>
                                              <p:spTgt spid="80"/>
                                            </p:tgtEl>
                                            <p:attrNameLst>
                                              <p:attrName>ppt_y</p:attrName>
                                            </p:attrNameLst>
                                          </p:cBhvr>
                                          <p:tavLst>
                                            <p:tav tm="0">
                                              <p:val>
                                                <p:strVal val="#ppt_y"/>
                                              </p:val>
                                            </p:tav>
                                            <p:tav tm="100000">
                                              <p:val>
                                                <p:strVal val="#ppt_y"/>
                                              </p:val>
                                            </p:tav>
                                          </p:tavLst>
                                        </p:anim>
                                      </p:childTnLst>
                                    </p:cTn>
                                  </p:par>
                                  <p:par>
                                    <p:cTn id="316" presetID="53" presetClass="entr" presetSubtype="16" fill="hold" grpId="0" nodeType="withEffect">
                                      <p:stCondLst>
                                        <p:cond delay="1400"/>
                                      </p:stCondLst>
                                      <p:childTnLst>
                                        <p:set>
                                          <p:cBhvr>
                                            <p:cTn id="317" dur="1" fill="hold">
                                              <p:stCondLst>
                                                <p:cond delay="0"/>
                                              </p:stCondLst>
                                            </p:cTn>
                                            <p:tgtEl>
                                              <p:spTgt spid="81"/>
                                            </p:tgtEl>
                                            <p:attrNameLst>
                                              <p:attrName>style.visibility</p:attrName>
                                            </p:attrNameLst>
                                          </p:cBhvr>
                                          <p:to>
                                            <p:strVal val="visible"/>
                                          </p:to>
                                        </p:set>
                                        <p:anim calcmode="lin" valueType="num">
                                          <p:cBhvr>
                                            <p:cTn id="318" dur="300" fill="hold"/>
                                            <p:tgtEl>
                                              <p:spTgt spid="81"/>
                                            </p:tgtEl>
                                            <p:attrNameLst>
                                              <p:attrName>ppt_w</p:attrName>
                                            </p:attrNameLst>
                                          </p:cBhvr>
                                          <p:tavLst>
                                            <p:tav tm="0">
                                              <p:val>
                                                <p:fltVal val="0"/>
                                              </p:val>
                                            </p:tav>
                                            <p:tav tm="100000">
                                              <p:val>
                                                <p:strVal val="#ppt_w"/>
                                              </p:val>
                                            </p:tav>
                                          </p:tavLst>
                                        </p:anim>
                                        <p:anim calcmode="lin" valueType="num">
                                          <p:cBhvr>
                                            <p:cTn id="319" dur="300" fill="hold"/>
                                            <p:tgtEl>
                                              <p:spTgt spid="81"/>
                                            </p:tgtEl>
                                            <p:attrNameLst>
                                              <p:attrName>ppt_h</p:attrName>
                                            </p:attrNameLst>
                                          </p:cBhvr>
                                          <p:tavLst>
                                            <p:tav tm="0">
                                              <p:val>
                                                <p:fltVal val="0"/>
                                              </p:val>
                                            </p:tav>
                                            <p:tav tm="100000">
                                              <p:val>
                                                <p:strVal val="#ppt_h"/>
                                              </p:val>
                                            </p:tav>
                                          </p:tavLst>
                                        </p:anim>
                                        <p:animEffect transition="in" filter="fade">
                                          <p:cBhvr>
                                            <p:cTn id="320" dur="300"/>
                                            <p:tgtEl>
                                              <p:spTgt spid="81"/>
                                            </p:tgtEl>
                                          </p:cBhvr>
                                        </p:animEffect>
                                      </p:childTnLst>
                                    </p:cTn>
                                  </p:par>
                                  <p:par>
                                    <p:cTn id="321" presetID="6" presetClass="emph" presetSubtype="0" autoRev="1" fill="hold" grpId="1" nodeType="withEffect">
                                      <p:stCondLst>
                                        <p:cond delay="1700"/>
                                      </p:stCondLst>
                                      <p:childTnLst>
                                        <p:animScale>
                                          <p:cBhvr>
                                            <p:cTn id="322" dur="150" fill="hold"/>
                                            <p:tgtEl>
                                              <p:spTgt spid="81"/>
                                            </p:tgtEl>
                                          </p:cBhvr>
                                          <p:by x="110000" y="110000"/>
                                        </p:animScale>
                                      </p:childTnLst>
                                    </p:cTn>
                                  </p:par>
                                  <p:par>
                                    <p:cTn id="323" presetID="53" presetClass="entr" presetSubtype="16" fill="hold" grpId="0" nodeType="withEffect">
                                      <p:stCondLst>
                                        <p:cond delay="2000"/>
                                      </p:stCondLst>
                                      <p:childTnLst>
                                        <p:set>
                                          <p:cBhvr>
                                            <p:cTn id="324" dur="1" fill="hold">
                                              <p:stCondLst>
                                                <p:cond delay="0"/>
                                              </p:stCondLst>
                                            </p:cTn>
                                            <p:tgtEl>
                                              <p:spTgt spid="82"/>
                                            </p:tgtEl>
                                            <p:attrNameLst>
                                              <p:attrName>style.visibility</p:attrName>
                                            </p:attrNameLst>
                                          </p:cBhvr>
                                          <p:to>
                                            <p:strVal val="visible"/>
                                          </p:to>
                                        </p:set>
                                        <p:anim calcmode="lin" valueType="num">
                                          <p:cBhvr>
                                            <p:cTn id="325" dur="300" fill="hold"/>
                                            <p:tgtEl>
                                              <p:spTgt spid="82"/>
                                            </p:tgtEl>
                                            <p:attrNameLst>
                                              <p:attrName>ppt_w</p:attrName>
                                            </p:attrNameLst>
                                          </p:cBhvr>
                                          <p:tavLst>
                                            <p:tav tm="0">
                                              <p:val>
                                                <p:fltVal val="0"/>
                                              </p:val>
                                            </p:tav>
                                            <p:tav tm="100000">
                                              <p:val>
                                                <p:strVal val="#ppt_w"/>
                                              </p:val>
                                            </p:tav>
                                          </p:tavLst>
                                        </p:anim>
                                        <p:anim calcmode="lin" valueType="num">
                                          <p:cBhvr>
                                            <p:cTn id="326" dur="300" fill="hold"/>
                                            <p:tgtEl>
                                              <p:spTgt spid="82"/>
                                            </p:tgtEl>
                                            <p:attrNameLst>
                                              <p:attrName>ppt_h</p:attrName>
                                            </p:attrNameLst>
                                          </p:cBhvr>
                                          <p:tavLst>
                                            <p:tav tm="0">
                                              <p:val>
                                                <p:fltVal val="0"/>
                                              </p:val>
                                            </p:tav>
                                            <p:tav tm="100000">
                                              <p:val>
                                                <p:strVal val="#ppt_h"/>
                                              </p:val>
                                            </p:tav>
                                          </p:tavLst>
                                        </p:anim>
                                        <p:animEffect transition="in" filter="fade">
                                          <p:cBhvr>
                                            <p:cTn id="327" dur="300"/>
                                            <p:tgtEl>
                                              <p:spTgt spid="82"/>
                                            </p:tgtEl>
                                          </p:cBhvr>
                                        </p:animEffect>
                                      </p:childTnLst>
                                    </p:cTn>
                                  </p:par>
                                  <p:par>
                                    <p:cTn id="328" presetID="6" presetClass="emph" presetSubtype="0" autoRev="1" fill="hold" grpId="1" nodeType="withEffect">
                                      <p:stCondLst>
                                        <p:cond delay="2200"/>
                                      </p:stCondLst>
                                      <p:childTnLst>
                                        <p:animScale>
                                          <p:cBhvr>
                                            <p:cTn id="329" dur="150" fill="hold"/>
                                            <p:tgtEl>
                                              <p:spTgt spid="82"/>
                                            </p:tgtEl>
                                          </p:cBhvr>
                                          <p:by x="110000" y="110000"/>
                                        </p:animScale>
                                      </p:childTnLst>
                                    </p:cTn>
                                  </p:par>
                                  <p:par>
                                    <p:cTn id="330" presetID="2" presetClass="entr" presetSubtype="2" fill="hold" grpId="0" nodeType="withEffect">
                                      <p:stCondLst>
                                        <p:cond delay="1900"/>
                                      </p:stCondLst>
                                      <p:childTnLst>
                                        <p:set>
                                          <p:cBhvr>
                                            <p:cTn id="331" dur="1" fill="hold">
                                              <p:stCondLst>
                                                <p:cond delay="0"/>
                                              </p:stCondLst>
                                            </p:cTn>
                                            <p:tgtEl>
                                              <p:spTgt spid="83"/>
                                            </p:tgtEl>
                                            <p:attrNameLst>
                                              <p:attrName>style.visibility</p:attrName>
                                            </p:attrNameLst>
                                          </p:cBhvr>
                                          <p:to>
                                            <p:strVal val="visible"/>
                                          </p:to>
                                        </p:set>
                                        <p:anim calcmode="lin" valueType="num">
                                          <p:cBhvr additive="base">
                                            <p:cTn id="332" dur="500" fill="hold"/>
                                            <p:tgtEl>
                                              <p:spTgt spid="83"/>
                                            </p:tgtEl>
                                            <p:attrNameLst>
                                              <p:attrName>ppt_x</p:attrName>
                                            </p:attrNameLst>
                                          </p:cBhvr>
                                          <p:tavLst>
                                            <p:tav tm="0">
                                              <p:val>
                                                <p:strVal val="1+#ppt_w/2"/>
                                              </p:val>
                                            </p:tav>
                                            <p:tav tm="100000">
                                              <p:val>
                                                <p:strVal val="#ppt_x"/>
                                              </p:val>
                                            </p:tav>
                                          </p:tavLst>
                                        </p:anim>
                                        <p:anim calcmode="lin" valueType="num">
                                          <p:cBhvr additive="base">
                                            <p:cTn id="333" dur="500" fill="hold"/>
                                            <p:tgtEl>
                                              <p:spTgt spid="83"/>
                                            </p:tgtEl>
                                            <p:attrNameLst>
                                              <p:attrName>ppt_y</p:attrName>
                                            </p:attrNameLst>
                                          </p:cBhvr>
                                          <p:tavLst>
                                            <p:tav tm="0">
                                              <p:val>
                                                <p:strVal val="#ppt_y"/>
                                              </p:val>
                                            </p:tav>
                                            <p:tav tm="100000">
                                              <p:val>
                                                <p:strVal val="#ppt_y"/>
                                              </p:val>
                                            </p:tav>
                                          </p:tavLst>
                                        </p:anim>
                                      </p:childTnLst>
                                    </p:cTn>
                                  </p:par>
                                  <p:par>
                                    <p:cTn id="334" presetID="53" presetClass="entr" presetSubtype="16" fill="hold" grpId="0" nodeType="withEffect">
                                      <p:stCondLst>
                                        <p:cond delay="1500"/>
                                      </p:stCondLst>
                                      <p:childTnLst>
                                        <p:set>
                                          <p:cBhvr>
                                            <p:cTn id="335" dur="1" fill="hold">
                                              <p:stCondLst>
                                                <p:cond delay="0"/>
                                              </p:stCondLst>
                                            </p:cTn>
                                            <p:tgtEl>
                                              <p:spTgt spid="84"/>
                                            </p:tgtEl>
                                            <p:attrNameLst>
                                              <p:attrName>style.visibility</p:attrName>
                                            </p:attrNameLst>
                                          </p:cBhvr>
                                          <p:to>
                                            <p:strVal val="visible"/>
                                          </p:to>
                                        </p:set>
                                        <p:anim calcmode="lin" valueType="num">
                                          <p:cBhvr>
                                            <p:cTn id="336" dur="300" fill="hold"/>
                                            <p:tgtEl>
                                              <p:spTgt spid="84"/>
                                            </p:tgtEl>
                                            <p:attrNameLst>
                                              <p:attrName>ppt_w</p:attrName>
                                            </p:attrNameLst>
                                          </p:cBhvr>
                                          <p:tavLst>
                                            <p:tav tm="0">
                                              <p:val>
                                                <p:fltVal val="0"/>
                                              </p:val>
                                            </p:tav>
                                            <p:tav tm="100000">
                                              <p:val>
                                                <p:strVal val="#ppt_w"/>
                                              </p:val>
                                            </p:tav>
                                          </p:tavLst>
                                        </p:anim>
                                        <p:anim calcmode="lin" valueType="num">
                                          <p:cBhvr>
                                            <p:cTn id="337" dur="300" fill="hold"/>
                                            <p:tgtEl>
                                              <p:spTgt spid="84"/>
                                            </p:tgtEl>
                                            <p:attrNameLst>
                                              <p:attrName>ppt_h</p:attrName>
                                            </p:attrNameLst>
                                          </p:cBhvr>
                                          <p:tavLst>
                                            <p:tav tm="0">
                                              <p:val>
                                                <p:fltVal val="0"/>
                                              </p:val>
                                            </p:tav>
                                            <p:tav tm="100000">
                                              <p:val>
                                                <p:strVal val="#ppt_h"/>
                                              </p:val>
                                            </p:tav>
                                          </p:tavLst>
                                        </p:anim>
                                        <p:animEffect transition="in" filter="fade">
                                          <p:cBhvr>
                                            <p:cTn id="338" dur="300"/>
                                            <p:tgtEl>
                                              <p:spTgt spid="84"/>
                                            </p:tgtEl>
                                          </p:cBhvr>
                                        </p:animEffect>
                                      </p:childTnLst>
                                    </p:cTn>
                                  </p:par>
                                  <p:par>
                                    <p:cTn id="339" presetID="6" presetClass="emph" presetSubtype="0" autoRev="1" fill="hold" grpId="1" nodeType="withEffect">
                                      <p:stCondLst>
                                        <p:cond delay="1800"/>
                                      </p:stCondLst>
                                      <p:childTnLst>
                                        <p:animScale>
                                          <p:cBhvr>
                                            <p:cTn id="340" dur="150" fill="hold"/>
                                            <p:tgtEl>
                                              <p:spTgt spid="84"/>
                                            </p:tgtEl>
                                          </p:cBhvr>
                                          <p:by x="110000" y="110000"/>
                                        </p:animScale>
                                      </p:childTnLst>
                                    </p:cTn>
                                  </p:par>
                                  <p:par>
                                    <p:cTn id="341" presetID="53" presetClass="entr" presetSubtype="16" fill="hold" grpId="0" nodeType="withEffect">
                                      <p:stCondLst>
                                        <p:cond delay="2000"/>
                                      </p:stCondLst>
                                      <p:childTnLst>
                                        <p:set>
                                          <p:cBhvr>
                                            <p:cTn id="342" dur="1" fill="hold">
                                              <p:stCondLst>
                                                <p:cond delay="0"/>
                                              </p:stCondLst>
                                            </p:cTn>
                                            <p:tgtEl>
                                              <p:spTgt spid="85"/>
                                            </p:tgtEl>
                                            <p:attrNameLst>
                                              <p:attrName>style.visibility</p:attrName>
                                            </p:attrNameLst>
                                          </p:cBhvr>
                                          <p:to>
                                            <p:strVal val="visible"/>
                                          </p:to>
                                        </p:set>
                                        <p:anim calcmode="lin" valueType="num">
                                          <p:cBhvr>
                                            <p:cTn id="343" dur="300" fill="hold"/>
                                            <p:tgtEl>
                                              <p:spTgt spid="85"/>
                                            </p:tgtEl>
                                            <p:attrNameLst>
                                              <p:attrName>ppt_w</p:attrName>
                                            </p:attrNameLst>
                                          </p:cBhvr>
                                          <p:tavLst>
                                            <p:tav tm="0">
                                              <p:val>
                                                <p:fltVal val="0"/>
                                              </p:val>
                                            </p:tav>
                                            <p:tav tm="100000">
                                              <p:val>
                                                <p:strVal val="#ppt_w"/>
                                              </p:val>
                                            </p:tav>
                                          </p:tavLst>
                                        </p:anim>
                                        <p:anim calcmode="lin" valueType="num">
                                          <p:cBhvr>
                                            <p:cTn id="344" dur="300" fill="hold"/>
                                            <p:tgtEl>
                                              <p:spTgt spid="85"/>
                                            </p:tgtEl>
                                            <p:attrNameLst>
                                              <p:attrName>ppt_h</p:attrName>
                                            </p:attrNameLst>
                                          </p:cBhvr>
                                          <p:tavLst>
                                            <p:tav tm="0">
                                              <p:val>
                                                <p:fltVal val="0"/>
                                              </p:val>
                                            </p:tav>
                                            <p:tav tm="100000">
                                              <p:val>
                                                <p:strVal val="#ppt_h"/>
                                              </p:val>
                                            </p:tav>
                                          </p:tavLst>
                                        </p:anim>
                                        <p:animEffect transition="in" filter="fade">
                                          <p:cBhvr>
                                            <p:cTn id="345" dur="300"/>
                                            <p:tgtEl>
                                              <p:spTgt spid="85"/>
                                            </p:tgtEl>
                                          </p:cBhvr>
                                        </p:animEffect>
                                      </p:childTnLst>
                                    </p:cTn>
                                  </p:par>
                                  <p:par>
                                    <p:cTn id="346" presetID="6" presetClass="emph" presetSubtype="0" autoRev="1" fill="hold" grpId="1" nodeType="withEffect">
                                      <p:stCondLst>
                                        <p:cond delay="2300"/>
                                      </p:stCondLst>
                                      <p:childTnLst>
                                        <p:animScale>
                                          <p:cBhvr>
                                            <p:cTn id="347" dur="150" fill="hold"/>
                                            <p:tgtEl>
                                              <p:spTgt spid="85"/>
                                            </p:tgtEl>
                                          </p:cBhvr>
                                          <p:by x="110000" y="110000"/>
                                        </p:animScale>
                                      </p:childTnLst>
                                    </p:cTn>
                                  </p:par>
                                  <p:par>
                                    <p:cTn id="348" presetID="2" presetClass="entr" presetSubtype="2" fill="hold" grpId="0" nodeType="withEffect">
                                      <p:stCondLst>
                                        <p:cond delay="2000"/>
                                      </p:stCondLst>
                                      <p:childTnLst>
                                        <p:set>
                                          <p:cBhvr>
                                            <p:cTn id="349" dur="1" fill="hold">
                                              <p:stCondLst>
                                                <p:cond delay="0"/>
                                              </p:stCondLst>
                                            </p:cTn>
                                            <p:tgtEl>
                                              <p:spTgt spid="86"/>
                                            </p:tgtEl>
                                            <p:attrNameLst>
                                              <p:attrName>style.visibility</p:attrName>
                                            </p:attrNameLst>
                                          </p:cBhvr>
                                          <p:to>
                                            <p:strVal val="visible"/>
                                          </p:to>
                                        </p:set>
                                        <p:anim calcmode="lin" valueType="num">
                                          <p:cBhvr additive="base">
                                            <p:cTn id="350" dur="500" fill="hold"/>
                                            <p:tgtEl>
                                              <p:spTgt spid="86"/>
                                            </p:tgtEl>
                                            <p:attrNameLst>
                                              <p:attrName>ppt_x</p:attrName>
                                            </p:attrNameLst>
                                          </p:cBhvr>
                                          <p:tavLst>
                                            <p:tav tm="0">
                                              <p:val>
                                                <p:strVal val="1+#ppt_w/2"/>
                                              </p:val>
                                            </p:tav>
                                            <p:tav tm="100000">
                                              <p:val>
                                                <p:strVal val="#ppt_x"/>
                                              </p:val>
                                            </p:tav>
                                          </p:tavLst>
                                        </p:anim>
                                        <p:anim calcmode="lin" valueType="num">
                                          <p:cBhvr additive="base">
                                            <p:cTn id="351" dur="500" fill="hold"/>
                                            <p:tgtEl>
                                              <p:spTgt spid="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animBg="1"/>
          <p:bldP spid="36" grpId="1" animBg="1"/>
          <p:bldP spid="40" grpId="0"/>
          <p:bldP spid="40" grpId="1"/>
          <p:bldP spid="41" grpId="0"/>
          <p:bldP spid="42" grpId="0" animBg="1"/>
          <p:bldP spid="42" grpId="1" animBg="1"/>
          <p:bldP spid="43" grpId="0"/>
          <p:bldP spid="43" grpId="1"/>
          <p:bldP spid="44" grpId="0"/>
          <p:bldP spid="69" grpId="0" animBg="1"/>
          <p:bldP spid="69" grpId="1" animBg="1"/>
          <p:bldP spid="70" grpId="0"/>
          <p:bldP spid="70" grpId="1"/>
          <p:bldP spid="71" grpId="0"/>
          <p:bldP spid="72" grpId="0" animBg="1"/>
          <p:bldP spid="72" grpId="1" animBg="1"/>
          <p:bldP spid="73" grpId="0"/>
          <p:bldP spid="73" grpId="1"/>
          <p:bldP spid="74" grpId="0"/>
          <p:bldP spid="75" grpId="0" animBg="1"/>
          <p:bldP spid="75" grpId="1" animBg="1"/>
          <p:bldP spid="76" grpId="0"/>
          <p:bldP spid="76" grpId="1"/>
          <p:bldP spid="77" grpId="0"/>
          <p:bldP spid="78" grpId="0" animBg="1"/>
          <p:bldP spid="78" grpId="1" animBg="1"/>
          <p:bldP spid="79" grpId="0"/>
          <p:bldP spid="79" grpId="1"/>
          <p:bldP spid="80" grpId="0"/>
          <p:bldP spid="81" grpId="0" animBg="1"/>
          <p:bldP spid="81" grpId="1" animBg="1"/>
          <p:bldP spid="82" grpId="0"/>
          <p:bldP spid="82" grpId="1"/>
          <p:bldP spid="83" grpId="0"/>
          <p:bldP spid="84" grpId="0" animBg="1"/>
          <p:bldP spid="84" grpId="1" animBg="1"/>
          <p:bldP spid="85" grpId="0"/>
          <p:bldP spid="85" grpId="1"/>
          <p:bldP spid="86"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01</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项目背景</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2928728789"/>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01</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项目背景</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矩形 80">
            <a:extLst>
              <a:ext uri="{FF2B5EF4-FFF2-40B4-BE49-F238E27FC236}">
                <a16:creationId xmlns:a16="http://schemas.microsoft.com/office/drawing/2014/main" id="{0A3C572F-FC37-4041-96A2-65EC8A711456}"/>
              </a:ext>
            </a:extLst>
          </p:cNvPr>
          <p:cNvSpPr>
            <a:spLocks noChangeArrowheads="1"/>
          </p:cNvSpPr>
          <p:nvPr/>
        </p:nvSpPr>
        <p:spPr bwMode="auto">
          <a:xfrm>
            <a:off x="1074938" y="3411939"/>
            <a:ext cx="7274241" cy="1884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对此，我们打算开发</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一个网站</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，用于查询全国高校的详细信息，帮助同学们进行志愿填报，个性化模拟报考，避开雷区。</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范围</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主要面向浙江考生</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pPr>
            <a:endParaRPr kumimoji="0"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Lantinghei SC Demibold" charset="-122"/>
            </a:endParaRPr>
          </a:p>
        </p:txBody>
      </p:sp>
      <p:sp>
        <p:nvSpPr>
          <p:cNvPr id="3" name="文本框 2">
            <a:extLst>
              <a:ext uri="{FF2B5EF4-FFF2-40B4-BE49-F238E27FC236}">
                <a16:creationId xmlns:a16="http://schemas.microsoft.com/office/drawing/2014/main" id="{3FD56310-44DD-4270-B1D2-B169C32D7B44}"/>
              </a:ext>
            </a:extLst>
          </p:cNvPr>
          <p:cNvSpPr txBox="1"/>
          <p:nvPr/>
        </p:nvSpPr>
        <p:spPr>
          <a:xfrm>
            <a:off x="3603200" y="1467850"/>
            <a:ext cx="3921129" cy="499624"/>
          </a:xfrm>
          <a:prstGeom prst="rect">
            <a:avLst/>
          </a:prstGeom>
          <a:noFill/>
        </p:spPr>
        <p:txBody>
          <a:bodyPr wrap="square" rtlCol="0">
            <a:spAutoFit/>
          </a:bodyPr>
          <a:lstStyle/>
          <a:p>
            <a:pPr>
              <a:lnSpc>
                <a:spcPct val="150000"/>
              </a:lnSpc>
            </a:pPr>
            <a:r>
              <a:rPr lang="en-US" altLang="zh-CN" sz="2000" b="1" dirty="0">
                <a:solidFill>
                  <a:srgbClr val="EA5514"/>
                </a:solidFill>
                <a:latin typeface="微软雅黑" panose="020B0503020204020204" pitchFamily="34" charset="-122"/>
                <a:ea typeface="微软雅黑" panose="020B0503020204020204" pitchFamily="34" charset="-122"/>
              </a:rPr>
              <a:t>80</a:t>
            </a:r>
            <a:r>
              <a:rPr lang="zh-CN" altLang="zh-CN" sz="2000" b="1" dirty="0">
                <a:solidFill>
                  <a:srgbClr val="EA5514"/>
                </a:solidFill>
                <a:latin typeface="微软雅黑" panose="020B0503020204020204" pitchFamily="34" charset="-122"/>
                <a:ea typeface="微软雅黑" panose="020B0503020204020204" pitchFamily="34" charset="-122"/>
              </a:rPr>
              <a:t>个志愿该如何填报</a:t>
            </a:r>
            <a:r>
              <a:rPr lang="zh-CN" altLang="en-US" sz="2000" b="1" dirty="0">
                <a:solidFill>
                  <a:srgbClr val="EA5514"/>
                </a:solidFill>
                <a:latin typeface="微软雅黑" panose="020B0503020204020204" pitchFamily="34" charset="-122"/>
                <a:ea typeface="微软雅黑" panose="020B0503020204020204" pitchFamily="34" charset="-122"/>
              </a:rPr>
              <a:t>？</a:t>
            </a:r>
          </a:p>
        </p:txBody>
      </p:sp>
      <p:sp>
        <p:nvSpPr>
          <p:cNvPr id="4" name="文本框 3">
            <a:extLst>
              <a:ext uri="{FF2B5EF4-FFF2-40B4-BE49-F238E27FC236}">
                <a16:creationId xmlns:a16="http://schemas.microsoft.com/office/drawing/2014/main" id="{24C5A4A5-0BA4-4D43-A0E6-D1AF4B6E5442}"/>
              </a:ext>
            </a:extLst>
          </p:cNvPr>
          <p:cNvSpPr txBox="1"/>
          <p:nvPr/>
        </p:nvSpPr>
        <p:spPr>
          <a:xfrm>
            <a:off x="2877910" y="2074671"/>
            <a:ext cx="4612315" cy="499624"/>
          </a:xfrm>
          <a:prstGeom prst="rect">
            <a:avLst/>
          </a:prstGeom>
          <a:noFill/>
        </p:spPr>
        <p:txBody>
          <a:bodyPr wrap="square" rtlCol="0">
            <a:spAutoFit/>
          </a:bodyPr>
          <a:lstStyle/>
          <a:p>
            <a:pPr>
              <a:lnSpc>
                <a:spcPct val="150000"/>
              </a:lnSpc>
            </a:pPr>
            <a:r>
              <a:rPr lang="zh-CN" altLang="zh-CN" sz="2000" b="1" dirty="0">
                <a:solidFill>
                  <a:srgbClr val="EA5514"/>
                </a:solidFill>
                <a:latin typeface="微软雅黑" panose="020B0503020204020204" pitchFamily="34" charset="-122"/>
                <a:ea typeface="微软雅黑" panose="020B0503020204020204" pitchFamily="34" charset="-122"/>
              </a:rPr>
              <a:t>学生对于这么多大学该如何选择？</a:t>
            </a:r>
            <a:endParaRPr lang="zh-CN" altLang="en-US" sz="2000" b="1" dirty="0">
              <a:solidFill>
                <a:srgbClr val="EA5514"/>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9CEEB29A-4103-41F0-9875-49CE0B688C27}"/>
              </a:ext>
            </a:extLst>
          </p:cNvPr>
          <p:cNvSpPr txBox="1"/>
          <p:nvPr/>
        </p:nvSpPr>
        <p:spPr>
          <a:xfrm>
            <a:off x="2483769" y="2743305"/>
            <a:ext cx="5688631" cy="499624"/>
          </a:xfrm>
          <a:prstGeom prst="rect">
            <a:avLst/>
          </a:prstGeom>
          <a:noFill/>
        </p:spPr>
        <p:txBody>
          <a:bodyPr wrap="square" rtlCol="0">
            <a:spAutoFit/>
          </a:bodyPr>
          <a:lstStyle/>
          <a:p>
            <a:pPr>
              <a:lnSpc>
                <a:spcPct val="150000"/>
              </a:lnSpc>
            </a:pPr>
            <a:r>
              <a:rPr lang="zh-CN" altLang="en-US" sz="2000" b="1" dirty="0">
                <a:solidFill>
                  <a:srgbClr val="EA5514"/>
                </a:solidFill>
                <a:latin typeface="微软雅黑" panose="020B0503020204020204" pitchFamily="34" charset="-122"/>
                <a:ea typeface="微软雅黑" panose="020B0503020204020204" pitchFamily="34" charset="-122"/>
              </a:rPr>
              <a:t>高考改革新政策下对大学专业有哪些要求？</a:t>
            </a:r>
          </a:p>
        </p:txBody>
      </p:sp>
      <p:sp>
        <p:nvSpPr>
          <p:cNvPr id="6" name="文本框 5">
            <a:extLst>
              <a:ext uri="{FF2B5EF4-FFF2-40B4-BE49-F238E27FC236}">
                <a16:creationId xmlns:a16="http://schemas.microsoft.com/office/drawing/2014/main" id="{A69E0AC8-F7DA-487F-B213-22D38F29BE54}"/>
              </a:ext>
            </a:extLst>
          </p:cNvPr>
          <p:cNvSpPr txBox="1"/>
          <p:nvPr/>
        </p:nvSpPr>
        <p:spPr>
          <a:xfrm>
            <a:off x="1475656" y="842764"/>
            <a:ext cx="6696744" cy="499624"/>
          </a:xfrm>
          <a:prstGeom prst="rect">
            <a:avLst/>
          </a:prstGeom>
          <a:noFill/>
        </p:spPr>
        <p:txBody>
          <a:bodyPr wrap="square" rtlCol="0">
            <a:spAutoFit/>
          </a:bodyPr>
          <a:lstStyle/>
          <a:p>
            <a:pPr>
              <a:lnSpc>
                <a:spcPct val="150000"/>
              </a:lnSpc>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随着浙江高考的改革，志愿填报也成了大家的难题。</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3" name="Group 21">
            <a:extLst>
              <a:ext uri="{FF2B5EF4-FFF2-40B4-BE49-F238E27FC236}">
                <a16:creationId xmlns:a16="http://schemas.microsoft.com/office/drawing/2014/main" id="{0D4E9F93-15AF-4D09-9813-A1EDCA2236C8}"/>
              </a:ext>
            </a:extLst>
          </p:cNvPr>
          <p:cNvGrpSpPr>
            <a:grpSpLocks/>
          </p:cNvGrpSpPr>
          <p:nvPr/>
        </p:nvGrpSpPr>
        <p:grpSpPr bwMode="auto">
          <a:xfrm>
            <a:off x="1218954" y="1601416"/>
            <a:ext cx="973667" cy="1420469"/>
            <a:chOff x="0" y="0"/>
            <a:chExt cx="1335" cy="1947"/>
          </a:xfrm>
          <a:solidFill>
            <a:srgbClr val="EA5514"/>
          </a:solidFill>
        </p:grpSpPr>
        <p:sp>
          <p:nvSpPr>
            <p:cNvPr id="14" name="Freeform 22">
              <a:extLst>
                <a:ext uri="{FF2B5EF4-FFF2-40B4-BE49-F238E27FC236}">
                  <a16:creationId xmlns:a16="http://schemas.microsoft.com/office/drawing/2014/main" id="{DD214035-DDB7-49B1-BB47-6C5AA993011F}"/>
                </a:ext>
              </a:extLst>
            </p:cNvPr>
            <p:cNvSpPr>
              <a:spLocks noEditPoints="1"/>
            </p:cNvSpPr>
            <p:nvPr/>
          </p:nvSpPr>
          <p:spPr bwMode="auto">
            <a:xfrm>
              <a:off x="0" y="0"/>
              <a:ext cx="1335" cy="1609"/>
            </a:xfrm>
            <a:custGeom>
              <a:avLst/>
              <a:gdLst>
                <a:gd name="T0" fmla="*/ 282 w 565"/>
                <a:gd name="T1" fmla="*/ 0 h 681"/>
                <a:gd name="T2" fmla="*/ 0 w 565"/>
                <a:gd name="T3" fmla="*/ 283 h 681"/>
                <a:gd name="T4" fmla="*/ 72 w 565"/>
                <a:gd name="T5" fmla="*/ 472 h 681"/>
                <a:gd name="T6" fmla="*/ 72 w 565"/>
                <a:gd name="T7" fmla="*/ 472 h 681"/>
                <a:gd name="T8" fmla="*/ 73 w 565"/>
                <a:gd name="T9" fmla="*/ 473 h 681"/>
                <a:gd name="T10" fmla="*/ 85 w 565"/>
                <a:gd name="T11" fmla="*/ 486 h 681"/>
                <a:gd name="T12" fmla="*/ 151 w 565"/>
                <a:gd name="T13" fmla="*/ 568 h 681"/>
                <a:gd name="T14" fmla="*/ 232 w 565"/>
                <a:gd name="T15" fmla="*/ 681 h 681"/>
                <a:gd name="T16" fmla="*/ 275 w 565"/>
                <a:gd name="T17" fmla="*/ 681 h 681"/>
                <a:gd name="T18" fmla="*/ 289 w 565"/>
                <a:gd name="T19" fmla="*/ 681 h 681"/>
                <a:gd name="T20" fmla="*/ 332 w 565"/>
                <a:gd name="T21" fmla="*/ 681 h 681"/>
                <a:gd name="T22" fmla="*/ 414 w 565"/>
                <a:gd name="T23" fmla="*/ 568 h 681"/>
                <a:gd name="T24" fmla="*/ 477 w 565"/>
                <a:gd name="T25" fmla="*/ 488 h 681"/>
                <a:gd name="T26" fmla="*/ 565 w 565"/>
                <a:gd name="T27" fmla="*/ 283 h 681"/>
                <a:gd name="T28" fmla="*/ 282 w 565"/>
                <a:gd name="T29" fmla="*/ 0 h 681"/>
                <a:gd name="T30" fmla="*/ 388 w 565"/>
                <a:gd name="T31" fmla="*/ 410 h 681"/>
                <a:gd name="T32" fmla="*/ 354 w 565"/>
                <a:gd name="T33" fmla="*/ 455 h 681"/>
                <a:gd name="T34" fmla="*/ 309 w 565"/>
                <a:gd name="T35" fmla="*/ 520 h 681"/>
                <a:gd name="T36" fmla="*/ 286 w 565"/>
                <a:gd name="T37" fmla="*/ 520 h 681"/>
                <a:gd name="T38" fmla="*/ 279 w 565"/>
                <a:gd name="T39" fmla="*/ 520 h 681"/>
                <a:gd name="T40" fmla="*/ 255 w 565"/>
                <a:gd name="T41" fmla="*/ 520 h 681"/>
                <a:gd name="T42" fmla="*/ 211 w 565"/>
                <a:gd name="T43" fmla="*/ 455 h 681"/>
                <a:gd name="T44" fmla="*/ 176 w 565"/>
                <a:gd name="T45" fmla="*/ 408 h 681"/>
                <a:gd name="T46" fmla="*/ 169 w 565"/>
                <a:gd name="T47" fmla="*/ 401 h 681"/>
                <a:gd name="T48" fmla="*/ 168 w 565"/>
                <a:gd name="T49" fmla="*/ 400 h 681"/>
                <a:gd name="T50" fmla="*/ 168 w 565"/>
                <a:gd name="T51" fmla="*/ 400 h 681"/>
                <a:gd name="T52" fmla="*/ 129 w 565"/>
                <a:gd name="T53" fmla="*/ 292 h 681"/>
                <a:gd name="T54" fmla="*/ 282 w 565"/>
                <a:gd name="T55" fmla="*/ 129 h 681"/>
                <a:gd name="T56" fmla="*/ 436 w 565"/>
                <a:gd name="T57" fmla="*/ 292 h 681"/>
                <a:gd name="T58" fmla="*/ 388 w 565"/>
                <a:gd name="T59" fmla="*/ 410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65" h="681">
                  <a:moveTo>
                    <a:pt x="282" y="0"/>
                  </a:moveTo>
                  <a:cubicBezTo>
                    <a:pt x="126" y="0"/>
                    <a:pt x="0" y="127"/>
                    <a:pt x="0" y="283"/>
                  </a:cubicBezTo>
                  <a:cubicBezTo>
                    <a:pt x="0" y="356"/>
                    <a:pt x="27" y="422"/>
                    <a:pt x="72" y="472"/>
                  </a:cubicBezTo>
                  <a:cubicBezTo>
                    <a:pt x="72" y="472"/>
                    <a:pt x="72" y="472"/>
                    <a:pt x="72" y="472"/>
                  </a:cubicBezTo>
                  <a:cubicBezTo>
                    <a:pt x="72" y="472"/>
                    <a:pt x="72" y="473"/>
                    <a:pt x="73" y="473"/>
                  </a:cubicBezTo>
                  <a:cubicBezTo>
                    <a:pt x="77" y="478"/>
                    <a:pt x="81" y="482"/>
                    <a:pt x="85" y="486"/>
                  </a:cubicBezTo>
                  <a:cubicBezTo>
                    <a:pt x="102" y="504"/>
                    <a:pt x="131" y="536"/>
                    <a:pt x="151" y="568"/>
                  </a:cubicBezTo>
                  <a:cubicBezTo>
                    <a:pt x="180" y="615"/>
                    <a:pt x="165" y="681"/>
                    <a:pt x="232" y="681"/>
                  </a:cubicBezTo>
                  <a:cubicBezTo>
                    <a:pt x="275" y="681"/>
                    <a:pt x="275" y="681"/>
                    <a:pt x="275" y="681"/>
                  </a:cubicBezTo>
                  <a:cubicBezTo>
                    <a:pt x="289" y="681"/>
                    <a:pt x="289" y="681"/>
                    <a:pt x="289" y="681"/>
                  </a:cubicBezTo>
                  <a:cubicBezTo>
                    <a:pt x="332" y="681"/>
                    <a:pt x="332" y="681"/>
                    <a:pt x="332" y="681"/>
                  </a:cubicBezTo>
                  <a:cubicBezTo>
                    <a:pt x="399" y="681"/>
                    <a:pt x="385" y="615"/>
                    <a:pt x="414" y="568"/>
                  </a:cubicBezTo>
                  <a:cubicBezTo>
                    <a:pt x="433" y="538"/>
                    <a:pt x="460" y="507"/>
                    <a:pt x="477" y="488"/>
                  </a:cubicBezTo>
                  <a:cubicBezTo>
                    <a:pt x="531" y="437"/>
                    <a:pt x="565" y="364"/>
                    <a:pt x="565" y="283"/>
                  </a:cubicBezTo>
                  <a:cubicBezTo>
                    <a:pt x="565" y="127"/>
                    <a:pt x="439" y="0"/>
                    <a:pt x="282" y="0"/>
                  </a:cubicBezTo>
                  <a:close/>
                  <a:moveTo>
                    <a:pt x="388" y="410"/>
                  </a:moveTo>
                  <a:cubicBezTo>
                    <a:pt x="379" y="420"/>
                    <a:pt x="364" y="438"/>
                    <a:pt x="354" y="455"/>
                  </a:cubicBezTo>
                  <a:cubicBezTo>
                    <a:pt x="338" y="482"/>
                    <a:pt x="346" y="520"/>
                    <a:pt x="309" y="520"/>
                  </a:cubicBezTo>
                  <a:cubicBezTo>
                    <a:pt x="286" y="520"/>
                    <a:pt x="286" y="520"/>
                    <a:pt x="286" y="520"/>
                  </a:cubicBezTo>
                  <a:cubicBezTo>
                    <a:pt x="279" y="520"/>
                    <a:pt x="279" y="520"/>
                    <a:pt x="279" y="520"/>
                  </a:cubicBezTo>
                  <a:cubicBezTo>
                    <a:pt x="255" y="520"/>
                    <a:pt x="255" y="520"/>
                    <a:pt x="255" y="520"/>
                  </a:cubicBezTo>
                  <a:cubicBezTo>
                    <a:pt x="219" y="520"/>
                    <a:pt x="227" y="482"/>
                    <a:pt x="211" y="455"/>
                  </a:cubicBezTo>
                  <a:cubicBezTo>
                    <a:pt x="201" y="437"/>
                    <a:pt x="185" y="419"/>
                    <a:pt x="176" y="408"/>
                  </a:cubicBezTo>
                  <a:cubicBezTo>
                    <a:pt x="173" y="406"/>
                    <a:pt x="171" y="403"/>
                    <a:pt x="169" y="401"/>
                  </a:cubicBezTo>
                  <a:cubicBezTo>
                    <a:pt x="169" y="401"/>
                    <a:pt x="168" y="400"/>
                    <a:pt x="168" y="400"/>
                  </a:cubicBezTo>
                  <a:cubicBezTo>
                    <a:pt x="168" y="400"/>
                    <a:pt x="168" y="400"/>
                    <a:pt x="168" y="400"/>
                  </a:cubicBezTo>
                  <a:cubicBezTo>
                    <a:pt x="144" y="371"/>
                    <a:pt x="129" y="333"/>
                    <a:pt x="129" y="292"/>
                  </a:cubicBezTo>
                  <a:cubicBezTo>
                    <a:pt x="129" y="202"/>
                    <a:pt x="198" y="129"/>
                    <a:pt x="282" y="129"/>
                  </a:cubicBezTo>
                  <a:cubicBezTo>
                    <a:pt x="367" y="129"/>
                    <a:pt x="436" y="202"/>
                    <a:pt x="436" y="292"/>
                  </a:cubicBezTo>
                  <a:cubicBezTo>
                    <a:pt x="436" y="338"/>
                    <a:pt x="417" y="380"/>
                    <a:pt x="388"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lnSpc>
                  <a:spcPct val="150000"/>
                </a:lnSpc>
              </a:pPr>
              <a:endParaRPr lang="zh-CN" altLang="en-US" sz="2000" b="1">
                <a:latin typeface="微软雅黑" panose="020B0503020204020204" pitchFamily="34" charset="-122"/>
                <a:ea typeface="微软雅黑" panose="020B0503020204020204" pitchFamily="34" charset="-122"/>
              </a:endParaRPr>
            </a:p>
          </p:txBody>
        </p:sp>
        <p:sp>
          <p:nvSpPr>
            <p:cNvPr id="15" name="Freeform 23">
              <a:extLst>
                <a:ext uri="{FF2B5EF4-FFF2-40B4-BE49-F238E27FC236}">
                  <a16:creationId xmlns:a16="http://schemas.microsoft.com/office/drawing/2014/main" id="{BB107138-62A7-4D63-B338-2F7AC8CB5B5E}"/>
                </a:ext>
              </a:extLst>
            </p:cNvPr>
            <p:cNvSpPr>
              <a:spLocks/>
            </p:cNvSpPr>
            <p:nvPr/>
          </p:nvSpPr>
          <p:spPr bwMode="auto">
            <a:xfrm>
              <a:off x="442" y="1621"/>
              <a:ext cx="449" cy="108"/>
            </a:xfrm>
            <a:custGeom>
              <a:avLst/>
              <a:gdLst>
                <a:gd name="T0" fmla="*/ 168 w 190"/>
                <a:gd name="T1" fmla="*/ 0 h 46"/>
                <a:gd name="T2" fmla="*/ 20 w 190"/>
                <a:gd name="T3" fmla="*/ 0 h 46"/>
                <a:gd name="T4" fmla="*/ 0 w 190"/>
                <a:gd name="T5" fmla="*/ 23 h 46"/>
                <a:gd name="T6" fmla="*/ 0 w 190"/>
                <a:gd name="T7" fmla="*/ 24 h 46"/>
                <a:gd name="T8" fmla="*/ 20 w 190"/>
                <a:gd name="T9" fmla="*/ 46 h 46"/>
                <a:gd name="T10" fmla="*/ 168 w 190"/>
                <a:gd name="T11" fmla="*/ 46 h 46"/>
                <a:gd name="T12" fmla="*/ 190 w 190"/>
                <a:gd name="T13" fmla="*/ 24 h 46"/>
                <a:gd name="T14" fmla="*/ 190 w 190"/>
                <a:gd name="T15" fmla="*/ 23 h 46"/>
                <a:gd name="T16" fmla="*/ 168 w 190"/>
                <a:gd name="T1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0" h="46">
                  <a:moveTo>
                    <a:pt x="168" y="0"/>
                  </a:moveTo>
                  <a:cubicBezTo>
                    <a:pt x="20" y="0"/>
                    <a:pt x="20" y="0"/>
                    <a:pt x="20" y="0"/>
                  </a:cubicBezTo>
                  <a:cubicBezTo>
                    <a:pt x="9" y="0"/>
                    <a:pt x="0" y="12"/>
                    <a:pt x="0" y="23"/>
                  </a:cubicBezTo>
                  <a:cubicBezTo>
                    <a:pt x="0" y="24"/>
                    <a:pt x="0" y="24"/>
                    <a:pt x="0" y="24"/>
                  </a:cubicBezTo>
                  <a:cubicBezTo>
                    <a:pt x="0" y="35"/>
                    <a:pt x="9" y="46"/>
                    <a:pt x="20" y="46"/>
                  </a:cubicBezTo>
                  <a:cubicBezTo>
                    <a:pt x="168" y="46"/>
                    <a:pt x="168" y="46"/>
                    <a:pt x="168" y="46"/>
                  </a:cubicBezTo>
                  <a:cubicBezTo>
                    <a:pt x="180" y="46"/>
                    <a:pt x="190" y="35"/>
                    <a:pt x="190" y="24"/>
                  </a:cubicBezTo>
                  <a:cubicBezTo>
                    <a:pt x="190" y="23"/>
                    <a:pt x="190" y="23"/>
                    <a:pt x="190" y="23"/>
                  </a:cubicBezTo>
                  <a:cubicBezTo>
                    <a:pt x="190" y="12"/>
                    <a:pt x="180" y="0"/>
                    <a:pt x="1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lnSpc>
                  <a:spcPct val="150000"/>
                </a:lnSpc>
              </a:pPr>
              <a:endParaRPr lang="zh-CN" altLang="en-US" sz="2000" b="1">
                <a:latin typeface="微软雅黑" panose="020B0503020204020204" pitchFamily="34" charset="-122"/>
                <a:ea typeface="微软雅黑" panose="020B0503020204020204" pitchFamily="34" charset="-122"/>
              </a:endParaRPr>
            </a:p>
          </p:txBody>
        </p:sp>
        <p:sp>
          <p:nvSpPr>
            <p:cNvPr id="16" name="Freeform 24">
              <a:extLst>
                <a:ext uri="{FF2B5EF4-FFF2-40B4-BE49-F238E27FC236}">
                  <a16:creationId xmlns:a16="http://schemas.microsoft.com/office/drawing/2014/main" id="{D44E280F-BC50-490D-92AF-8DCF72CA725A}"/>
                </a:ext>
              </a:extLst>
            </p:cNvPr>
            <p:cNvSpPr>
              <a:spLocks/>
            </p:cNvSpPr>
            <p:nvPr/>
          </p:nvSpPr>
          <p:spPr bwMode="auto">
            <a:xfrm>
              <a:off x="442" y="1748"/>
              <a:ext cx="449" cy="199"/>
            </a:xfrm>
            <a:custGeom>
              <a:avLst/>
              <a:gdLst>
                <a:gd name="T0" fmla="*/ 168 w 190"/>
                <a:gd name="T1" fmla="*/ 0 h 84"/>
                <a:gd name="T2" fmla="*/ 20 w 190"/>
                <a:gd name="T3" fmla="*/ 0 h 84"/>
                <a:gd name="T4" fmla="*/ 0 w 190"/>
                <a:gd name="T5" fmla="*/ 22 h 84"/>
                <a:gd name="T6" fmla="*/ 0 w 190"/>
                <a:gd name="T7" fmla="*/ 22 h 84"/>
                <a:gd name="T8" fmla="*/ 20 w 190"/>
                <a:gd name="T9" fmla="*/ 41 h 84"/>
                <a:gd name="T10" fmla="*/ 48 w 190"/>
                <a:gd name="T11" fmla="*/ 41 h 84"/>
                <a:gd name="T12" fmla="*/ 48 w 190"/>
                <a:gd name="T13" fmla="*/ 46 h 84"/>
                <a:gd name="T14" fmla="*/ 95 w 190"/>
                <a:gd name="T15" fmla="*/ 84 h 84"/>
                <a:gd name="T16" fmla="*/ 141 w 190"/>
                <a:gd name="T17" fmla="*/ 46 h 84"/>
                <a:gd name="T18" fmla="*/ 141 w 190"/>
                <a:gd name="T19" fmla="*/ 41 h 84"/>
                <a:gd name="T20" fmla="*/ 168 w 190"/>
                <a:gd name="T21" fmla="*/ 41 h 84"/>
                <a:gd name="T22" fmla="*/ 190 w 190"/>
                <a:gd name="T23" fmla="*/ 22 h 84"/>
                <a:gd name="T24" fmla="*/ 190 w 190"/>
                <a:gd name="T25" fmla="*/ 22 h 84"/>
                <a:gd name="T26" fmla="*/ 168 w 190"/>
                <a:gd name="T27"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0" h="84">
                  <a:moveTo>
                    <a:pt x="168" y="0"/>
                  </a:moveTo>
                  <a:cubicBezTo>
                    <a:pt x="20" y="0"/>
                    <a:pt x="20" y="0"/>
                    <a:pt x="20" y="0"/>
                  </a:cubicBezTo>
                  <a:cubicBezTo>
                    <a:pt x="9" y="0"/>
                    <a:pt x="0" y="11"/>
                    <a:pt x="0" y="22"/>
                  </a:cubicBezTo>
                  <a:cubicBezTo>
                    <a:pt x="0" y="22"/>
                    <a:pt x="0" y="22"/>
                    <a:pt x="0" y="22"/>
                  </a:cubicBezTo>
                  <a:cubicBezTo>
                    <a:pt x="0" y="33"/>
                    <a:pt x="9" y="41"/>
                    <a:pt x="20" y="41"/>
                  </a:cubicBezTo>
                  <a:cubicBezTo>
                    <a:pt x="48" y="41"/>
                    <a:pt x="48" y="41"/>
                    <a:pt x="48" y="41"/>
                  </a:cubicBezTo>
                  <a:cubicBezTo>
                    <a:pt x="48" y="43"/>
                    <a:pt x="48" y="44"/>
                    <a:pt x="48" y="46"/>
                  </a:cubicBezTo>
                  <a:cubicBezTo>
                    <a:pt x="48" y="67"/>
                    <a:pt x="69" y="84"/>
                    <a:pt x="95" y="84"/>
                  </a:cubicBezTo>
                  <a:cubicBezTo>
                    <a:pt x="120" y="84"/>
                    <a:pt x="141" y="67"/>
                    <a:pt x="141" y="46"/>
                  </a:cubicBezTo>
                  <a:cubicBezTo>
                    <a:pt x="141" y="44"/>
                    <a:pt x="141" y="43"/>
                    <a:pt x="141" y="41"/>
                  </a:cubicBezTo>
                  <a:cubicBezTo>
                    <a:pt x="168" y="41"/>
                    <a:pt x="168" y="41"/>
                    <a:pt x="168" y="41"/>
                  </a:cubicBezTo>
                  <a:cubicBezTo>
                    <a:pt x="180" y="41"/>
                    <a:pt x="190" y="33"/>
                    <a:pt x="190" y="22"/>
                  </a:cubicBezTo>
                  <a:cubicBezTo>
                    <a:pt x="190" y="22"/>
                    <a:pt x="190" y="22"/>
                    <a:pt x="190" y="22"/>
                  </a:cubicBezTo>
                  <a:cubicBezTo>
                    <a:pt x="190" y="11"/>
                    <a:pt x="180" y="0"/>
                    <a:pt x="1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lnSpc>
                  <a:spcPct val="150000"/>
                </a:lnSpc>
              </a:pPr>
              <a:endParaRPr lang="zh-CN" altLang="en-US" sz="2000" b="1">
                <a:latin typeface="微软雅黑" panose="020B0503020204020204" pitchFamily="34" charset="-122"/>
                <a:ea typeface="微软雅黑" panose="020B0503020204020204" pitchFamily="34" charset="-122"/>
              </a:endParaRPr>
            </a:p>
          </p:txBody>
        </p:sp>
        <p:sp>
          <p:nvSpPr>
            <p:cNvPr id="17" name="Freeform 25">
              <a:extLst>
                <a:ext uri="{FF2B5EF4-FFF2-40B4-BE49-F238E27FC236}">
                  <a16:creationId xmlns:a16="http://schemas.microsoft.com/office/drawing/2014/main" id="{2ACB5DDE-5799-44C4-B321-E66208692782}"/>
                </a:ext>
              </a:extLst>
            </p:cNvPr>
            <p:cNvSpPr>
              <a:spLocks noEditPoints="1"/>
            </p:cNvSpPr>
            <p:nvPr/>
          </p:nvSpPr>
          <p:spPr bwMode="auto">
            <a:xfrm>
              <a:off x="560" y="605"/>
              <a:ext cx="215" cy="276"/>
            </a:xfrm>
            <a:custGeom>
              <a:avLst/>
              <a:gdLst>
                <a:gd name="T0" fmla="*/ 88 w 91"/>
                <a:gd name="T1" fmla="*/ 0 h 117"/>
                <a:gd name="T2" fmla="*/ 3 w 91"/>
                <a:gd name="T3" fmla="*/ 0 h 117"/>
                <a:gd name="T4" fmla="*/ 0 w 91"/>
                <a:gd name="T5" fmla="*/ 3 h 117"/>
                <a:gd name="T6" fmla="*/ 0 w 91"/>
                <a:gd name="T7" fmla="*/ 114 h 117"/>
                <a:gd name="T8" fmla="*/ 3 w 91"/>
                <a:gd name="T9" fmla="*/ 116 h 117"/>
                <a:gd name="T10" fmla="*/ 43 w 91"/>
                <a:gd name="T11" fmla="*/ 92 h 117"/>
                <a:gd name="T12" fmla="*/ 48 w 91"/>
                <a:gd name="T13" fmla="*/ 92 h 117"/>
                <a:gd name="T14" fmla="*/ 88 w 91"/>
                <a:gd name="T15" fmla="*/ 116 h 117"/>
                <a:gd name="T16" fmla="*/ 91 w 91"/>
                <a:gd name="T17" fmla="*/ 114 h 117"/>
                <a:gd name="T18" fmla="*/ 91 w 91"/>
                <a:gd name="T19" fmla="*/ 3 h 117"/>
                <a:gd name="T20" fmla="*/ 88 w 91"/>
                <a:gd name="T21" fmla="*/ 0 h 117"/>
                <a:gd name="T22" fmla="*/ 65 w 91"/>
                <a:gd name="T23" fmla="*/ 49 h 117"/>
                <a:gd name="T24" fmla="*/ 62 w 91"/>
                <a:gd name="T25" fmla="*/ 53 h 117"/>
                <a:gd name="T26" fmla="*/ 50 w 91"/>
                <a:gd name="T27" fmla="*/ 53 h 117"/>
                <a:gd name="T28" fmla="*/ 50 w 91"/>
                <a:gd name="T29" fmla="*/ 64 h 117"/>
                <a:gd name="T30" fmla="*/ 47 w 91"/>
                <a:gd name="T31" fmla="*/ 67 h 117"/>
                <a:gd name="T32" fmla="*/ 44 w 91"/>
                <a:gd name="T33" fmla="*/ 67 h 117"/>
                <a:gd name="T34" fmla="*/ 41 w 91"/>
                <a:gd name="T35" fmla="*/ 64 h 117"/>
                <a:gd name="T36" fmla="*/ 41 w 91"/>
                <a:gd name="T37" fmla="*/ 53 h 117"/>
                <a:gd name="T38" fmla="*/ 29 w 91"/>
                <a:gd name="T39" fmla="*/ 53 h 117"/>
                <a:gd name="T40" fmla="*/ 26 w 91"/>
                <a:gd name="T41" fmla="*/ 49 h 117"/>
                <a:gd name="T42" fmla="*/ 26 w 91"/>
                <a:gd name="T43" fmla="*/ 46 h 117"/>
                <a:gd name="T44" fmla="*/ 29 w 91"/>
                <a:gd name="T45" fmla="*/ 43 h 117"/>
                <a:gd name="T46" fmla="*/ 41 w 91"/>
                <a:gd name="T47" fmla="*/ 43 h 117"/>
                <a:gd name="T48" fmla="*/ 41 w 91"/>
                <a:gd name="T49" fmla="*/ 31 h 117"/>
                <a:gd name="T50" fmla="*/ 44 w 91"/>
                <a:gd name="T51" fmla="*/ 28 h 117"/>
                <a:gd name="T52" fmla="*/ 47 w 91"/>
                <a:gd name="T53" fmla="*/ 28 h 117"/>
                <a:gd name="T54" fmla="*/ 50 w 91"/>
                <a:gd name="T55" fmla="*/ 31 h 117"/>
                <a:gd name="T56" fmla="*/ 50 w 91"/>
                <a:gd name="T57" fmla="*/ 43 h 117"/>
                <a:gd name="T58" fmla="*/ 62 w 91"/>
                <a:gd name="T59" fmla="*/ 43 h 117"/>
                <a:gd name="T60" fmla="*/ 65 w 91"/>
                <a:gd name="T61" fmla="*/ 46 h 117"/>
                <a:gd name="T62" fmla="*/ 65 w 91"/>
                <a:gd name="T63" fmla="*/ 49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1" h="117">
                  <a:moveTo>
                    <a:pt x="88" y="0"/>
                  </a:moveTo>
                  <a:cubicBezTo>
                    <a:pt x="3" y="0"/>
                    <a:pt x="3" y="0"/>
                    <a:pt x="3" y="0"/>
                  </a:cubicBezTo>
                  <a:cubicBezTo>
                    <a:pt x="1" y="0"/>
                    <a:pt x="0" y="1"/>
                    <a:pt x="0" y="3"/>
                  </a:cubicBezTo>
                  <a:cubicBezTo>
                    <a:pt x="0" y="114"/>
                    <a:pt x="0" y="114"/>
                    <a:pt x="0" y="114"/>
                  </a:cubicBezTo>
                  <a:cubicBezTo>
                    <a:pt x="0" y="116"/>
                    <a:pt x="1" y="117"/>
                    <a:pt x="3" y="116"/>
                  </a:cubicBezTo>
                  <a:cubicBezTo>
                    <a:pt x="43" y="92"/>
                    <a:pt x="43" y="92"/>
                    <a:pt x="43" y="92"/>
                  </a:cubicBezTo>
                  <a:cubicBezTo>
                    <a:pt x="44" y="91"/>
                    <a:pt x="47" y="91"/>
                    <a:pt x="48" y="92"/>
                  </a:cubicBezTo>
                  <a:cubicBezTo>
                    <a:pt x="88" y="116"/>
                    <a:pt x="88" y="116"/>
                    <a:pt x="88" y="116"/>
                  </a:cubicBezTo>
                  <a:cubicBezTo>
                    <a:pt x="90" y="117"/>
                    <a:pt x="91" y="116"/>
                    <a:pt x="91" y="114"/>
                  </a:cubicBezTo>
                  <a:cubicBezTo>
                    <a:pt x="91" y="3"/>
                    <a:pt x="91" y="3"/>
                    <a:pt x="91" y="3"/>
                  </a:cubicBezTo>
                  <a:cubicBezTo>
                    <a:pt x="91" y="1"/>
                    <a:pt x="89" y="0"/>
                    <a:pt x="88" y="0"/>
                  </a:cubicBezTo>
                  <a:close/>
                  <a:moveTo>
                    <a:pt x="65" y="49"/>
                  </a:moveTo>
                  <a:cubicBezTo>
                    <a:pt x="65" y="51"/>
                    <a:pt x="64" y="53"/>
                    <a:pt x="62" y="53"/>
                  </a:cubicBezTo>
                  <a:cubicBezTo>
                    <a:pt x="50" y="53"/>
                    <a:pt x="50" y="53"/>
                    <a:pt x="50" y="53"/>
                  </a:cubicBezTo>
                  <a:cubicBezTo>
                    <a:pt x="50" y="64"/>
                    <a:pt x="50" y="64"/>
                    <a:pt x="50" y="64"/>
                  </a:cubicBezTo>
                  <a:cubicBezTo>
                    <a:pt x="50" y="66"/>
                    <a:pt x="49" y="67"/>
                    <a:pt x="47" y="67"/>
                  </a:cubicBezTo>
                  <a:cubicBezTo>
                    <a:pt x="44" y="67"/>
                    <a:pt x="44" y="67"/>
                    <a:pt x="44" y="67"/>
                  </a:cubicBezTo>
                  <a:cubicBezTo>
                    <a:pt x="42" y="67"/>
                    <a:pt x="41" y="66"/>
                    <a:pt x="41" y="64"/>
                  </a:cubicBezTo>
                  <a:cubicBezTo>
                    <a:pt x="41" y="53"/>
                    <a:pt x="41" y="53"/>
                    <a:pt x="41" y="53"/>
                  </a:cubicBezTo>
                  <a:cubicBezTo>
                    <a:pt x="29" y="53"/>
                    <a:pt x="29" y="53"/>
                    <a:pt x="29" y="53"/>
                  </a:cubicBezTo>
                  <a:cubicBezTo>
                    <a:pt x="27" y="53"/>
                    <a:pt x="26" y="51"/>
                    <a:pt x="26" y="49"/>
                  </a:cubicBezTo>
                  <a:cubicBezTo>
                    <a:pt x="26" y="46"/>
                    <a:pt x="26" y="46"/>
                    <a:pt x="26" y="46"/>
                  </a:cubicBezTo>
                  <a:cubicBezTo>
                    <a:pt x="26" y="44"/>
                    <a:pt x="27" y="43"/>
                    <a:pt x="29" y="43"/>
                  </a:cubicBezTo>
                  <a:cubicBezTo>
                    <a:pt x="41" y="43"/>
                    <a:pt x="41" y="43"/>
                    <a:pt x="41" y="43"/>
                  </a:cubicBezTo>
                  <a:cubicBezTo>
                    <a:pt x="41" y="31"/>
                    <a:pt x="41" y="31"/>
                    <a:pt x="41" y="31"/>
                  </a:cubicBezTo>
                  <a:cubicBezTo>
                    <a:pt x="41" y="29"/>
                    <a:pt x="42" y="28"/>
                    <a:pt x="44" y="28"/>
                  </a:cubicBezTo>
                  <a:cubicBezTo>
                    <a:pt x="47" y="28"/>
                    <a:pt x="47" y="28"/>
                    <a:pt x="47" y="28"/>
                  </a:cubicBezTo>
                  <a:cubicBezTo>
                    <a:pt x="49" y="28"/>
                    <a:pt x="50" y="29"/>
                    <a:pt x="50" y="31"/>
                  </a:cubicBezTo>
                  <a:cubicBezTo>
                    <a:pt x="50" y="43"/>
                    <a:pt x="50" y="43"/>
                    <a:pt x="50" y="43"/>
                  </a:cubicBezTo>
                  <a:cubicBezTo>
                    <a:pt x="62" y="43"/>
                    <a:pt x="62" y="43"/>
                    <a:pt x="62" y="43"/>
                  </a:cubicBezTo>
                  <a:cubicBezTo>
                    <a:pt x="64" y="43"/>
                    <a:pt x="65" y="44"/>
                    <a:pt x="65" y="46"/>
                  </a:cubicBezTo>
                  <a:lnTo>
                    <a:pt x="65" y="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lnSpc>
                  <a:spcPct val="150000"/>
                </a:lnSpc>
              </a:pPr>
              <a:endParaRPr lang="zh-CN" altLang="en-US" sz="2000" b="1">
                <a:latin typeface="微软雅黑" panose="020B0503020204020204" pitchFamily="34" charset="-122"/>
                <a:ea typeface="微软雅黑" panose="020B0503020204020204" pitchFamily="34" charset="-122"/>
              </a:endParaRPr>
            </a:p>
          </p:txBody>
        </p:sp>
        <p:sp>
          <p:nvSpPr>
            <p:cNvPr id="18" name="Freeform 26">
              <a:extLst>
                <a:ext uri="{FF2B5EF4-FFF2-40B4-BE49-F238E27FC236}">
                  <a16:creationId xmlns:a16="http://schemas.microsoft.com/office/drawing/2014/main" id="{000EEC10-D934-4B3A-B6B2-EF634B4C2C3F}"/>
                </a:ext>
              </a:extLst>
            </p:cNvPr>
            <p:cNvSpPr>
              <a:spLocks/>
            </p:cNvSpPr>
            <p:nvPr/>
          </p:nvSpPr>
          <p:spPr bwMode="auto">
            <a:xfrm>
              <a:off x="621" y="543"/>
              <a:ext cx="215" cy="279"/>
            </a:xfrm>
            <a:custGeom>
              <a:avLst/>
              <a:gdLst>
                <a:gd name="T0" fmla="*/ 87 w 91"/>
                <a:gd name="T1" fmla="*/ 0 h 118"/>
                <a:gd name="T2" fmla="*/ 91 w 91"/>
                <a:gd name="T3" fmla="*/ 3 h 118"/>
                <a:gd name="T4" fmla="*/ 91 w 91"/>
                <a:gd name="T5" fmla="*/ 115 h 118"/>
                <a:gd name="T6" fmla="*/ 88 w 91"/>
                <a:gd name="T7" fmla="*/ 117 h 118"/>
                <a:gd name="T8" fmla="*/ 77 w 91"/>
                <a:gd name="T9" fmla="*/ 109 h 118"/>
                <a:gd name="T10" fmla="*/ 75 w 91"/>
                <a:gd name="T11" fmla="*/ 104 h 118"/>
                <a:gd name="T12" fmla="*/ 75 w 91"/>
                <a:gd name="T13" fmla="*/ 19 h 118"/>
                <a:gd name="T14" fmla="*/ 71 w 91"/>
                <a:gd name="T15" fmla="*/ 16 h 118"/>
                <a:gd name="T16" fmla="*/ 3 w 91"/>
                <a:gd name="T17" fmla="*/ 16 h 118"/>
                <a:gd name="T18" fmla="*/ 0 w 91"/>
                <a:gd name="T19" fmla="*/ 13 h 118"/>
                <a:gd name="T20" fmla="*/ 0 w 91"/>
                <a:gd name="T21" fmla="*/ 3 h 118"/>
                <a:gd name="T22" fmla="*/ 3 w 91"/>
                <a:gd name="T23" fmla="*/ 0 h 118"/>
                <a:gd name="T24" fmla="*/ 87 w 91"/>
                <a:gd name="T25"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1" h="118">
                  <a:moveTo>
                    <a:pt x="87" y="0"/>
                  </a:moveTo>
                  <a:cubicBezTo>
                    <a:pt x="89" y="0"/>
                    <a:pt x="91" y="2"/>
                    <a:pt x="91" y="3"/>
                  </a:cubicBezTo>
                  <a:cubicBezTo>
                    <a:pt x="91" y="115"/>
                    <a:pt x="91" y="115"/>
                    <a:pt x="91" y="115"/>
                  </a:cubicBezTo>
                  <a:cubicBezTo>
                    <a:pt x="91" y="117"/>
                    <a:pt x="89" y="118"/>
                    <a:pt x="88" y="117"/>
                  </a:cubicBezTo>
                  <a:cubicBezTo>
                    <a:pt x="77" y="109"/>
                    <a:pt x="77" y="109"/>
                    <a:pt x="77" y="109"/>
                  </a:cubicBezTo>
                  <a:cubicBezTo>
                    <a:pt x="76" y="108"/>
                    <a:pt x="75" y="106"/>
                    <a:pt x="75" y="104"/>
                  </a:cubicBezTo>
                  <a:cubicBezTo>
                    <a:pt x="75" y="19"/>
                    <a:pt x="75" y="19"/>
                    <a:pt x="75" y="19"/>
                  </a:cubicBezTo>
                  <a:cubicBezTo>
                    <a:pt x="75" y="18"/>
                    <a:pt x="73" y="16"/>
                    <a:pt x="71" y="16"/>
                  </a:cubicBezTo>
                  <a:cubicBezTo>
                    <a:pt x="3" y="16"/>
                    <a:pt x="3" y="16"/>
                    <a:pt x="3" y="16"/>
                  </a:cubicBezTo>
                  <a:cubicBezTo>
                    <a:pt x="1" y="16"/>
                    <a:pt x="0" y="15"/>
                    <a:pt x="0" y="13"/>
                  </a:cubicBezTo>
                  <a:cubicBezTo>
                    <a:pt x="0" y="3"/>
                    <a:pt x="0" y="3"/>
                    <a:pt x="0" y="3"/>
                  </a:cubicBezTo>
                  <a:cubicBezTo>
                    <a:pt x="0" y="2"/>
                    <a:pt x="1" y="0"/>
                    <a:pt x="3" y="0"/>
                  </a:cubicBezTo>
                  <a:lnTo>
                    <a:pt x="8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a:lnSpc>
                  <a:spcPct val="150000"/>
                </a:lnSpc>
              </a:pPr>
              <a:endParaRPr lang="zh-CN" altLang="en-US" sz="2000" b="1">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3585213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02</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用户调研</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2233782139"/>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02</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用户调研</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矩形 80">
            <a:extLst>
              <a:ext uri="{FF2B5EF4-FFF2-40B4-BE49-F238E27FC236}">
                <a16:creationId xmlns:a16="http://schemas.microsoft.com/office/drawing/2014/main" id="{0A3C572F-FC37-4041-96A2-65EC8A711456}"/>
              </a:ext>
            </a:extLst>
          </p:cNvPr>
          <p:cNvSpPr>
            <a:spLocks noChangeArrowheads="1"/>
          </p:cNvSpPr>
          <p:nvPr/>
        </p:nvSpPr>
        <p:spPr bwMode="auto">
          <a:xfrm>
            <a:off x="953472" y="683182"/>
            <a:ext cx="698776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我们网站的主要用户群体是</a:t>
            </a:r>
            <a:r>
              <a:rPr lang="zh-CN" altLang="en-US" sz="2000" b="1" dirty="0">
                <a:solidFill>
                  <a:srgbClr val="EA5514"/>
                </a:solidFill>
                <a:latin typeface="微软雅黑" panose="020B0503020204020204" pitchFamily="34" charset="-122"/>
                <a:ea typeface="微软雅黑" panose="020B0503020204020204" pitchFamily="34" charset="-122"/>
              </a:rPr>
              <a:t>应届高考生</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及其</a:t>
            </a:r>
            <a:r>
              <a:rPr lang="zh-CN" altLang="en-US" sz="2000" b="1" dirty="0">
                <a:solidFill>
                  <a:srgbClr val="EA5514"/>
                </a:solidFill>
                <a:latin typeface="微软雅黑" panose="020B0503020204020204" pitchFamily="34" charset="-122"/>
                <a:ea typeface="微软雅黑" panose="020B0503020204020204" pitchFamily="34" charset="-122"/>
              </a:rPr>
              <a:t>家长</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。我们组员自身有亲友正在读高中，可作为</a:t>
            </a:r>
            <a:r>
              <a:rPr lang="zh-CN" altLang="en-US" sz="2000" b="1" dirty="0">
                <a:solidFill>
                  <a:srgbClr val="EA5514"/>
                </a:solidFill>
                <a:latin typeface="微软雅黑" panose="020B0503020204020204" pitchFamily="34" charset="-122"/>
                <a:ea typeface="微软雅黑" panose="020B0503020204020204" pitchFamily="34" charset="-122"/>
              </a:rPr>
              <a:t>固定调研对象</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。并且我们制作了一个问卷，得出一些分析数据。</a:t>
            </a:r>
            <a:endParaRPr kumimoji="0"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Lantinghei SC Demibold" charset="-122"/>
            </a:endParaRPr>
          </a:p>
        </p:txBody>
      </p:sp>
      <p:sp>
        <p:nvSpPr>
          <p:cNvPr id="13" name="Rectangle 21">
            <a:extLst>
              <a:ext uri="{FF2B5EF4-FFF2-40B4-BE49-F238E27FC236}">
                <a16:creationId xmlns:a16="http://schemas.microsoft.com/office/drawing/2014/main" id="{19CCDDDF-54BB-4FAF-BC4B-DAE2799A5E7E}"/>
              </a:ext>
            </a:extLst>
          </p:cNvPr>
          <p:cNvSpPr>
            <a:spLocks noChangeArrowheads="1"/>
          </p:cNvSpPr>
          <p:nvPr/>
        </p:nvSpPr>
        <p:spPr bwMode="auto">
          <a:xfrm>
            <a:off x="892511" y="2498948"/>
            <a:ext cx="1371600" cy="1381125"/>
          </a:xfrm>
          <a:prstGeom prst="rect">
            <a:avLst/>
          </a:prstGeom>
          <a:solidFill>
            <a:schemeClr val="bg1">
              <a:lumMod val="95000"/>
            </a:schemeClr>
          </a:solidFill>
          <a:ln>
            <a:noFill/>
          </a:ln>
        </p:spPr>
        <p:txBody>
          <a:bodyPr/>
          <a:lstStyle/>
          <a:p>
            <a:endParaRPr lang="zh-CN" altLang="en-US"/>
          </a:p>
        </p:txBody>
      </p:sp>
      <p:sp>
        <p:nvSpPr>
          <p:cNvPr id="14" name="Rectangle 22">
            <a:extLst>
              <a:ext uri="{FF2B5EF4-FFF2-40B4-BE49-F238E27FC236}">
                <a16:creationId xmlns:a16="http://schemas.microsoft.com/office/drawing/2014/main" id="{56AD3764-2ABA-458A-8449-9EAC842DBAFD}"/>
              </a:ext>
            </a:extLst>
          </p:cNvPr>
          <p:cNvSpPr>
            <a:spLocks noChangeArrowheads="1"/>
          </p:cNvSpPr>
          <p:nvPr/>
        </p:nvSpPr>
        <p:spPr bwMode="auto">
          <a:xfrm>
            <a:off x="892511" y="3219027"/>
            <a:ext cx="1371600" cy="661045"/>
          </a:xfrm>
          <a:prstGeom prst="rect">
            <a:avLst/>
          </a:prstGeom>
          <a:solidFill>
            <a:srgbClr val="98D2E3"/>
          </a:solidFill>
          <a:ln>
            <a:noFill/>
          </a:ln>
        </p:spPr>
        <p:txBody>
          <a:bodyPr/>
          <a:lstStyle/>
          <a:p>
            <a:endParaRPr lang="zh-CN" altLang="en-US"/>
          </a:p>
        </p:txBody>
      </p:sp>
      <p:sp>
        <p:nvSpPr>
          <p:cNvPr id="15" name="Rectangle 23">
            <a:extLst>
              <a:ext uri="{FF2B5EF4-FFF2-40B4-BE49-F238E27FC236}">
                <a16:creationId xmlns:a16="http://schemas.microsoft.com/office/drawing/2014/main" id="{2B37E363-733A-4F94-9415-85CA47290A81}"/>
              </a:ext>
            </a:extLst>
          </p:cNvPr>
          <p:cNvSpPr>
            <a:spLocks noChangeArrowheads="1"/>
          </p:cNvSpPr>
          <p:nvPr/>
        </p:nvSpPr>
        <p:spPr bwMode="auto">
          <a:xfrm>
            <a:off x="1016336" y="2622773"/>
            <a:ext cx="1123950" cy="11334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 name="Rectangle 24">
            <a:extLst>
              <a:ext uri="{FF2B5EF4-FFF2-40B4-BE49-F238E27FC236}">
                <a16:creationId xmlns:a16="http://schemas.microsoft.com/office/drawing/2014/main" id="{0374E979-5707-4F97-8897-81992F31837E}"/>
              </a:ext>
            </a:extLst>
          </p:cNvPr>
          <p:cNvSpPr>
            <a:spLocks noChangeArrowheads="1"/>
          </p:cNvSpPr>
          <p:nvPr/>
        </p:nvSpPr>
        <p:spPr bwMode="auto">
          <a:xfrm>
            <a:off x="2859423" y="2498948"/>
            <a:ext cx="1371600" cy="1381125"/>
          </a:xfrm>
          <a:prstGeom prst="rect">
            <a:avLst/>
          </a:prstGeom>
          <a:solidFill>
            <a:schemeClr val="bg1">
              <a:lumMod val="95000"/>
            </a:schemeClr>
          </a:solidFill>
          <a:ln>
            <a:noFill/>
          </a:ln>
        </p:spPr>
        <p:txBody>
          <a:bodyPr/>
          <a:lstStyle/>
          <a:p>
            <a:endParaRPr lang="zh-CN" altLang="en-US"/>
          </a:p>
        </p:txBody>
      </p:sp>
      <p:sp>
        <p:nvSpPr>
          <p:cNvPr id="17" name="Rectangle 25">
            <a:extLst>
              <a:ext uri="{FF2B5EF4-FFF2-40B4-BE49-F238E27FC236}">
                <a16:creationId xmlns:a16="http://schemas.microsoft.com/office/drawing/2014/main" id="{6E19F904-8D23-4699-92B0-69B2EE0A9DE4}"/>
              </a:ext>
            </a:extLst>
          </p:cNvPr>
          <p:cNvSpPr>
            <a:spLocks noChangeArrowheads="1"/>
          </p:cNvSpPr>
          <p:nvPr/>
        </p:nvSpPr>
        <p:spPr bwMode="auto">
          <a:xfrm>
            <a:off x="2859423" y="2858988"/>
            <a:ext cx="1371600" cy="1021085"/>
          </a:xfrm>
          <a:prstGeom prst="rect">
            <a:avLst/>
          </a:prstGeom>
          <a:solidFill>
            <a:srgbClr val="FBE22D"/>
          </a:solidFill>
          <a:ln>
            <a:noFill/>
          </a:ln>
        </p:spPr>
        <p:txBody>
          <a:bodyPr/>
          <a:lstStyle/>
          <a:p>
            <a:endParaRPr lang="zh-CN" altLang="en-US"/>
          </a:p>
        </p:txBody>
      </p:sp>
      <p:sp>
        <p:nvSpPr>
          <p:cNvPr id="18" name="Rectangle 26">
            <a:extLst>
              <a:ext uri="{FF2B5EF4-FFF2-40B4-BE49-F238E27FC236}">
                <a16:creationId xmlns:a16="http://schemas.microsoft.com/office/drawing/2014/main" id="{70A44A8C-CA76-4AFD-B1CC-3255B429DEE2}"/>
              </a:ext>
            </a:extLst>
          </p:cNvPr>
          <p:cNvSpPr>
            <a:spLocks noChangeArrowheads="1"/>
          </p:cNvSpPr>
          <p:nvPr/>
        </p:nvSpPr>
        <p:spPr bwMode="auto">
          <a:xfrm>
            <a:off x="2981661" y="2622773"/>
            <a:ext cx="1125537" cy="11334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9" name="Rectangle 27">
            <a:extLst>
              <a:ext uri="{FF2B5EF4-FFF2-40B4-BE49-F238E27FC236}">
                <a16:creationId xmlns:a16="http://schemas.microsoft.com/office/drawing/2014/main" id="{69853BCD-27FE-485C-8D8B-6C34AD6348C6}"/>
              </a:ext>
            </a:extLst>
          </p:cNvPr>
          <p:cNvSpPr>
            <a:spLocks noChangeArrowheads="1"/>
          </p:cNvSpPr>
          <p:nvPr/>
        </p:nvSpPr>
        <p:spPr bwMode="auto">
          <a:xfrm>
            <a:off x="4821573" y="2498948"/>
            <a:ext cx="1371600" cy="1381125"/>
          </a:xfrm>
          <a:prstGeom prst="rect">
            <a:avLst/>
          </a:prstGeom>
          <a:solidFill>
            <a:schemeClr val="bg1">
              <a:lumMod val="95000"/>
            </a:schemeClr>
          </a:solidFill>
          <a:ln>
            <a:noFill/>
          </a:ln>
        </p:spPr>
        <p:txBody>
          <a:bodyPr/>
          <a:lstStyle/>
          <a:p>
            <a:endParaRPr lang="zh-CN" altLang="en-US"/>
          </a:p>
        </p:txBody>
      </p:sp>
      <p:sp>
        <p:nvSpPr>
          <p:cNvPr id="20" name="Rectangle 28">
            <a:extLst>
              <a:ext uri="{FF2B5EF4-FFF2-40B4-BE49-F238E27FC236}">
                <a16:creationId xmlns:a16="http://schemas.microsoft.com/office/drawing/2014/main" id="{36ADFF92-A72C-4530-82E2-D0F5A8A660A5}"/>
              </a:ext>
            </a:extLst>
          </p:cNvPr>
          <p:cNvSpPr>
            <a:spLocks noChangeArrowheads="1"/>
          </p:cNvSpPr>
          <p:nvPr/>
        </p:nvSpPr>
        <p:spPr bwMode="auto">
          <a:xfrm>
            <a:off x="4821573" y="2746598"/>
            <a:ext cx="1371600" cy="1133475"/>
          </a:xfrm>
          <a:prstGeom prst="rect">
            <a:avLst/>
          </a:prstGeom>
          <a:solidFill>
            <a:srgbClr val="A9D25A"/>
          </a:solidFill>
          <a:ln>
            <a:noFill/>
          </a:ln>
        </p:spPr>
        <p:txBody>
          <a:bodyPr/>
          <a:lstStyle/>
          <a:p>
            <a:endParaRPr lang="zh-CN" altLang="en-US"/>
          </a:p>
        </p:txBody>
      </p:sp>
      <p:sp>
        <p:nvSpPr>
          <p:cNvPr id="21" name="Rectangle 29">
            <a:extLst>
              <a:ext uri="{FF2B5EF4-FFF2-40B4-BE49-F238E27FC236}">
                <a16:creationId xmlns:a16="http://schemas.microsoft.com/office/drawing/2014/main" id="{2D3A0069-EA49-4A05-9E1E-01C55E322B37}"/>
              </a:ext>
            </a:extLst>
          </p:cNvPr>
          <p:cNvSpPr>
            <a:spLocks noChangeArrowheads="1"/>
          </p:cNvSpPr>
          <p:nvPr/>
        </p:nvSpPr>
        <p:spPr bwMode="auto">
          <a:xfrm>
            <a:off x="4945398" y="2622773"/>
            <a:ext cx="1125538" cy="11334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2" name="Rectangle 30">
            <a:extLst>
              <a:ext uri="{FF2B5EF4-FFF2-40B4-BE49-F238E27FC236}">
                <a16:creationId xmlns:a16="http://schemas.microsoft.com/office/drawing/2014/main" id="{B47C1AF0-D635-45D8-9100-8D1C1DC03D25}"/>
              </a:ext>
            </a:extLst>
          </p:cNvPr>
          <p:cNvSpPr>
            <a:spLocks noChangeArrowheads="1"/>
          </p:cNvSpPr>
          <p:nvPr/>
        </p:nvSpPr>
        <p:spPr bwMode="auto">
          <a:xfrm>
            <a:off x="6788486" y="2498948"/>
            <a:ext cx="1371600" cy="1381125"/>
          </a:xfrm>
          <a:prstGeom prst="rect">
            <a:avLst/>
          </a:prstGeom>
          <a:solidFill>
            <a:schemeClr val="bg1">
              <a:lumMod val="95000"/>
            </a:schemeClr>
          </a:solidFill>
          <a:ln>
            <a:noFill/>
          </a:ln>
        </p:spPr>
        <p:txBody>
          <a:bodyPr/>
          <a:lstStyle/>
          <a:p>
            <a:endParaRPr lang="zh-CN" altLang="en-US"/>
          </a:p>
        </p:txBody>
      </p:sp>
      <p:sp>
        <p:nvSpPr>
          <p:cNvPr id="23" name="Rectangle 31">
            <a:extLst>
              <a:ext uri="{FF2B5EF4-FFF2-40B4-BE49-F238E27FC236}">
                <a16:creationId xmlns:a16="http://schemas.microsoft.com/office/drawing/2014/main" id="{5421CC5D-E99C-4476-9063-E1E9F20CADE2}"/>
              </a:ext>
            </a:extLst>
          </p:cNvPr>
          <p:cNvSpPr>
            <a:spLocks noChangeArrowheads="1"/>
          </p:cNvSpPr>
          <p:nvPr/>
        </p:nvSpPr>
        <p:spPr bwMode="auto">
          <a:xfrm>
            <a:off x="6788486" y="3387629"/>
            <a:ext cx="1371600" cy="492444"/>
          </a:xfrm>
          <a:prstGeom prst="rect">
            <a:avLst/>
          </a:prstGeom>
          <a:solidFill>
            <a:srgbClr val="EA5514"/>
          </a:solidFill>
          <a:ln>
            <a:noFill/>
          </a:ln>
        </p:spPr>
        <p:txBody>
          <a:bodyPr/>
          <a:lstStyle/>
          <a:p>
            <a:endParaRPr lang="zh-CN" altLang="en-US"/>
          </a:p>
        </p:txBody>
      </p:sp>
      <p:sp>
        <p:nvSpPr>
          <p:cNvPr id="24" name="Rectangle 32">
            <a:extLst>
              <a:ext uri="{FF2B5EF4-FFF2-40B4-BE49-F238E27FC236}">
                <a16:creationId xmlns:a16="http://schemas.microsoft.com/office/drawing/2014/main" id="{278B1F0D-B9A7-4492-BA61-2AC92E598763}"/>
              </a:ext>
            </a:extLst>
          </p:cNvPr>
          <p:cNvSpPr>
            <a:spLocks noChangeArrowheads="1"/>
          </p:cNvSpPr>
          <p:nvPr/>
        </p:nvSpPr>
        <p:spPr bwMode="auto">
          <a:xfrm>
            <a:off x="6912311" y="2622773"/>
            <a:ext cx="1123950" cy="11334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5" name="Rectangle 33">
            <a:extLst>
              <a:ext uri="{FF2B5EF4-FFF2-40B4-BE49-F238E27FC236}">
                <a16:creationId xmlns:a16="http://schemas.microsoft.com/office/drawing/2014/main" id="{886FB345-6E73-40D5-A434-5B457CF9DC85}"/>
              </a:ext>
            </a:extLst>
          </p:cNvPr>
          <p:cNvSpPr>
            <a:spLocks noChangeArrowheads="1"/>
          </p:cNvSpPr>
          <p:nvPr/>
        </p:nvSpPr>
        <p:spPr bwMode="auto">
          <a:xfrm>
            <a:off x="1000461" y="2952973"/>
            <a:ext cx="11525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200" dirty="0">
                <a:solidFill>
                  <a:srgbClr val="98D2E3"/>
                </a:solidFill>
              </a:rPr>
              <a:t>18</a:t>
            </a:r>
            <a:r>
              <a:rPr lang="zh-CN" altLang="zh-CN" sz="3200" dirty="0">
                <a:solidFill>
                  <a:srgbClr val="98D2E3"/>
                </a:solidFill>
              </a:rPr>
              <a:t>%</a:t>
            </a:r>
          </a:p>
        </p:txBody>
      </p:sp>
      <p:sp>
        <p:nvSpPr>
          <p:cNvPr id="26" name="Rectangle 34">
            <a:extLst>
              <a:ext uri="{FF2B5EF4-FFF2-40B4-BE49-F238E27FC236}">
                <a16:creationId xmlns:a16="http://schemas.microsoft.com/office/drawing/2014/main" id="{0745FCE8-6E38-4FE5-97D6-E318CD4FD408}"/>
              </a:ext>
            </a:extLst>
          </p:cNvPr>
          <p:cNvSpPr>
            <a:spLocks noChangeArrowheads="1"/>
          </p:cNvSpPr>
          <p:nvPr/>
        </p:nvSpPr>
        <p:spPr bwMode="auto">
          <a:xfrm>
            <a:off x="2965786" y="2952973"/>
            <a:ext cx="11525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200" dirty="0">
                <a:solidFill>
                  <a:srgbClr val="FBE22D"/>
                </a:solidFill>
              </a:rPr>
              <a:t>24</a:t>
            </a:r>
            <a:r>
              <a:rPr lang="zh-CN" altLang="zh-CN" sz="3200" dirty="0">
                <a:solidFill>
                  <a:srgbClr val="FBE22D"/>
                </a:solidFill>
              </a:rPr>
              <a:t>%</a:t>
            </a:r>
          </a:p>
        </p:txBody>
      </p:sp>
      <p:sp>
        <p:nvSpPr>
          <p:cNvPr id="27" name="Rectangle 35">
            <a:extLst>
              <a:ext uri="{FF2B5EF4-FFF2-40B4-BE49-F238E27FC236}">
                <a16:creationId xmlns:a16="http://schemas.microsoft.com/office/drawing/2014/main" id="{E3103953-A06B-475E-BB90-960B3EEA7B88}"/>
              </a:ext>
            </a:extLst>
          </p:cNvPr>
          <p:cNvSpPr>
            <a:spLocks noChangeArrowheads="1"/>
          </p:cNvSpPr>
          <p:nvPr/>
        </p:nvSpPr>
        <p:spPr bwMode="auto">
          <a:xfrm>
            <a:off x="4924761" y="2952973"/>
            <a:ext cx="11525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200" dirty="0">
                <a:solidFill>
                  <a:srgbClr val="A9D25A"/>
                </a:solidFill>
              </a:rPr>
              <a:t>42</a:t>
            </a:r>
            <a:r>
              <a:rPr lang="zh-CN" altLang="zh-CN" sz="3200" dirty="0">
                <a:solidFill>
                  <a:srgbClr val="A9D25A"/>
                </a:solidFill>
              </a:rPr>
              <a:t>%</a:t>
            </a:r>
          </a:p>
        </p:txBody>
      </p:sp>
      <p:sp>
        <p:nvSpPr>
          <p:cNvPr id="28" name="Rectangle 36">
            <a:extLst>
              <a:ext uri="{FF2B5EF4-FFF2-40B4-BE49-F238E27FC236}">
                <a16:creationId xmlns:a16="http://schemas.microsoft.com/office/drawing/2014/main" id="{3A1BB303-E3D9-42D0-8843-8CCA186B9F5B}"/>
              </a:ext>
            </a:extLst>
          </p:cNvPr>
          <p:cNvSpPr>
            <a:spLocks noChangeArrowheads="1"/>
          </p:cNvSpPr>
          <p:nvPr/>
        </p:nvSpPr>
        <p:spPr bwMode="auto">
          <a:xfrm>
            <a:off x="6894848" y="2952973"/>
            <a:ext cx="11525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3200" dirty="0">
                <a:solidFill>
                  <a:srgbClr val="EA5514"/>
                </a:solidFill>
              </a:rPr>
              <a:t>16</a:t>
            </a:r>
            <a:r>
              <a:rPr lang="zh-CN" altLang="zh-CN" sz="3200" dirty="0">
                <a:solidFill>
                  <a:srgbClr val="EA5514"/>
                </a:solidFill>
              </a:rPr>
              <a:t>%</a:t>
            </a:r>
          </a:p>
        </p:txBody>
      </p:sp>
      <p:sp>
        <p:nvSpPr>
          <p:cNvPr id="29" name="Rectangle 37">
            <a:extLst>
              <a:ext uri="{FF2B5EF4-FFF2-40B4-BE49-F238E27FC236}">
                <a16:creationId xmlns:a16="http://schemas.microsoft.com/office/drawing/2014/main" id="{2B5C1885-0216-45F2-8F8F-6CB67D59CB6F}"/>
              </a:ext>
            </a:extLst>
          </p:cNvPr>
          <p:cNvSpPr>
            <a:spLocks noChangeArrowheads="1"/>
          </p:cNvSpPr>
          <p:nvPr/>
        </p:nvSpPr>
        <p:spPr bwMode="auto">
          <a:xfrm>
            <a:off x="7184257" y="4105948"/>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solidFill>
                  <a:srgbClr val="EA5514"/>
                </a:solidFill>
                <a:latin typeface="微软雅黑" pitchFamily="34" charset="-122"/>
                <a:ea typeface="微软雅黑" pitchFamily="34" charset="-122"/>
              </a:rPr>
              <a:t>其他</a:t>
            </a:r>
            <a:endParaRPr lang="zh-CN" altLang="zh-CN" b="1" dirty="0">
              <a:solidFill>
                <a:srgbClr val="EA5514"/>
              </a:solidFill>
              <a:latin typeface="微软雅黑" pitchFamily="34" charset="-122"/>
              <a:ea typeface="微软雅黑" pitchFamily="34" charset="-122"/>
            </a:endParaRPr>
          </a:p>
        </p:txBody>
      </p:sp>
      <p:sp>
        <p:nvSpPr>
          <p:cNvPr id="30" name="Rectangle 38">
            <a:extLst>
              <a:ext uri="{FF2B5EF4-FFF2-40B4-BE49-F238E27FC236}">
                <a16:creationId xmlns:a16="http://schemas.microsoft.com/office/drawing/2014/main" id="{342EF692-1D7A-4E57-9BD7-0A1B5A1E56F2}"/>
              </a:ext>
            </a:extLst>
          </p:cNvPr>
          <p:cNvSpPr>
            <a:spLocks noChangeArrowheads="1"/>
          </p:cNvSpPr>
          <p:nvPr/>
        </p:nvSpPr>
        <p:spPr bwMode="auto">
          <a:xfrm>
            <a:off x="5220520" y="4105948"/>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solidFill>
                  <a:srgbClr val="A9D25A"/>
                </a:solidFill>
                <a:latin typeface="微软雅黑" pitchFamily="34" charset="-122"/>
                <a:ea typeface="微软雅黑" pitchFamily="34" charset="-122"/>
              </a:rPr>
              <a:t>家长</a:t>
            </a:r>
            <a:endParaRPr lang="zh-CN" altLang="zh-CN" b="1" dirty="0">
              <a:solidFill>
                <a:srgbClr val="A9D25A"/>
              </a:solidFill>
              <a:latin typeface="微软雅黑" pitchFamily="34" charset="-122"/>
              <a:ea typeface="微软雅黑" pitchFamily="34" charset="-122"/>
            </a:endParaRPr>
          </a:p>
        </p:txBody>
      </p:sp>
      <p:sp>
        <p:nvSpPr>
          <p:cNvPr id="31" name="Rectangle 39">
            <a:extLst>
              <a:ext uri="{FF2B5EF4-FFF2-40B4-BE49-F238E27FC236}">
                <a16:creationId xmlns:a16="http://schemas.microsoft.com/office/drawing/2014/main" id="{B3204AC7-B949-433E-B2E2-1EAF100454D3}"/>
              </a:ext>
            </a:extLst>
          </p:cNvPr>
          <p:cNvSpPr>
            <a:spLocks noChangeArrowheads="1"/>
          </p:cNvSpPr>
          <p:nvPr/>
        </p:nvSpPr>
        <p:spPr bwMode="auto">
          <a:xfrm>
            <a:off x="3131840" y="410594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solidFill>
                  <a:srgbClr val="FBE22D"/>
                </a:solidFill>
                <a:latin typeface="微软雅黑" pitchFamily="34" charset="-122"/>
                <a:ea typeface="微软雅黑" pitchFamily="34" charset="-122"/>
              </a:rPr>
              <a:t>高中生</a:t>
            </a:r>
            <a:endParaRPr lang="zh-CN" altLang="zh-CN" b="1" dirty="0">
              <a:solidFill>
                <a:srgbClr val="FBE22D"/>
              </a:solidFill>
              <a:latin typeface="微软雅黑" pitchFamily="34" charset="-122"/>
              <a:ea typeface="微软雅黑" pitchFamily="34" charset="-122"/>
            </a:endParaRPr>
          </a:p>
        </p:txBody>
      </p:sp>
      <p:sp>
        <p:nvSpPr>
          <p:cNvPr id="32" name="Rectangle 40">
            <a:extLst>
              <a:ext uri="{FF2B5EF4-FFF2-40B4-BE49-F238E27FC236}">
                <a16:creationId xmlns:a16="http://schemas.microsoft.com/office/drawing/2014/main" id="{46394397-3B79-4BD7-B10E-99ED1897DF76}"/>
              </a:ext>
            </a:extLst>
          </p:cNvPr>
          <p:cNvSpPr>
            <a:spLocks noChangeArrowheads="1"/>
          </p:cNvSpPr>
          <p:nvPr/>
        </p:nvSpPr>
        <p:spPr bwMode="auto">
          <a:xfrm>
            <a:off x="1142702" y="4105948"/>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b="1" dirty="0">
                <a:solidFill>
                  <a:srgbClr val="98D2E3"/>
                </a:solidFill>
                <a:latin typeface="微软雅黑" pitchFamily="34" charset="-122"/>
                <a:ea typeface="微软雅黑" pitchFamily="34" charset="-122"/>
              </a:rPr>
              <a:t>高考生</a:t>
            </a:r>
            <a:endParaRPr lang="zh-CN" altLang="zh-CN" b="1" dirty="0">
              <a:solidFill>
                <a:srgbClr val="98D2E3"/>
              </a:solidFill>
              <a:latin typeface="微软雅黑" pitchFamily="34" charset="-122"/>
              <a:ea typeface="微软雅黑" pitchFamily="34" charset="-122"/>
            </a:endParaRPr>
          </a:p>
        </p:txBody>
      </p:sp>
    </p:spTree>
    <p:extLst>
      <p:ext uri="{BB962C8B-B14F-4D97-AF65-F5344CB8AC3E}">
        <p14:creationId xmlns:p14="http://schemas.microsoft.com/office/powerpoint/2010/main" val="3738949980"/>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53" presetClass="entr" presetSubtype="16" fill="hold" grpId="0" nodeType="withEffect">
                                      <p:stCondLst>
                                        <p:cond delay="800"/>
                                      </p:stCondLst>
                                      <p:childTnLst>
                                        <p:set>
                                          <p:cBhvr>
                                            <p:cTn id="44" dur="1" fill="hold">
                                              <p:stCondLst>
                                                <p:cond delay="0"/>
                                              </p:stCondLst>
                                            </p:cTn>
                                            <p:tgtEl>
                                              <p:spTgt spid="13"/>
                                            </p:tgtEl>
                                            <p:attrNameLst>
                                              <p:attrName>style.visibility</p:attrName>
                                            </p:attrNameLst>
                                          </p:cBhvr>
                                          <p:to>
                                            <p:strVal val="visible"/>
                                          </p:to>
                                        </p:set>
                                        <p:anim calcmode="lin" valueType="num">
                                          <p:cBhvr>
                                            <p:cTn id="45" dur="300" fill="hold"/>
                                            <p:tgtEl>
                                              <p:spTgt spid="13"/>
                                            </p:tgtEl>
                                            <p:attrNameLst>
                                              <p:attrName>ppt_w</p:attrName>
                                            </p:attrNameLst>
                                          </p:cBhvr>
                                          <p:tavLst>
                                            <p:tav tm="0">
                                              <p:val>
                                                <p:fltVal val="0"/>
                                              </p:val>
                                            </p:tav>
                                            <p:tav tm="100000">
                                              <p:val>
                                                <p:strVal val="#ppt_w"/>
                                              </p:val>
                                            </p:tav>
                                          </p:tavLst>
                                        </p:anim>
                                        <p:anim calcmode="lin" valueType="num">
                                          <p:cBhvr>
                                            <p:cTn id="46" dur="300" fill="hold"/>
                                            <p:tgtEl>
                                              <p:spTgt spid="13"/>
                                            </p:tgtEl>
                                            <p:attrNameLst>
                                              <p:attrName>ppt_h</p:attrName>
                                            </p:attrNameLst>
                                          </p:cBhvr>
                                          <p:tavLst>
                                            <p:tav tm="0">
                                              <p:val>
                                                <p:fltVal val="0"/>
                                              </p:val>
                                            </p:tav>
                                            <p:tav tm="100000">
                                              <p:val>
                                                <p:strVal val="#ppt_h"/>
                                              </p:val>
                                            </p:tav>
                                          </p:tavLst>
                                        </p:anim>
                                        <p:animEffect transition="in" filter="fade">
                                          <p:cBhvr>
                                            <p:cTn id="47" dur="300"/>
                                            <p:tgtEl>
                                              <p:spTgt spid="13"/>
                                            </p:tgtEl>
                                          </p:cBhvr>
                                        </p:animEffect>
                                      </p:childTnLst>
                                    </p:cTn>
                                  </p:par>
                                  <p:par>
                                    <p:cTn id="48" presetID="6" presetClass="emph" presetSubtype="0" autoRev="1" fill="hold" grpId="1" nodeType="withEffect">
                                      <p:stCondLst>
                                        <p:cond delay="1100"/>
                                      </p:stCondLst>
                                      <p:childTnLst>
                                        <p:animScale>
                                          <p:cBhvr>
                                            <p:cTn id="49" dur="150" fill="hold"/>
                                            <p:tgtEl>
                                              <p:spTgt spid="13"/>
                                            </p:tgtEl>
                                          </p:cBhvr>
                                          <p:by x="110000" y="110000"/>
                                        </p:animScale>
                                      </p:childTnLst>
                                    </p:cTn>
                                  </p:par>
                                  <p:par>
                                    <p:cTn id="50" presetID="53" presetClass="entr" presetSubtype="16" fill="hold" grpId="0" nodeType="withEffect">
                                      <p:stCondLst>
                                        <p:cond delay="900"/>
                                      </p:stCondLst>
                                      <p:childTnLst>
                                        <p:set>
                                          <p:cBhvr>
                                            <p:cTn id="51" dur="1" fill="hold">
                                              <p:stCondLst>
                                                <p:cond delay="0"/>
                                              </p:stCondLst>
                                            </p:cTn>
                                            <p:tgtEl>
                                              <p:spTgt spid="15"/>
                                            </p:tgtEl>
                                            <p:attrNameLst>
                                              <p:attrName>style.visibility</p:attrName>
                                            </p:attrNameLst>
                                          </p:cBhvr>
                                          <p:to>
                                            <p:strVal val="visible"/>
                                          </p:to>
                                        </p:set>
                                        <p:anim calcmode="lin" valueType="num">
                                          <p:cBhvr>
                                            <p:cTn id="52" dur="300" fill="hold"/>
                                            <p:tgtEl>
                                              <p:spTgt spid="15"/>
                                            </p:tgtEl>
                                            <p:attrNameLst>
                                              <p:attrName>ppt_w</p:attrName>
                                            </p:attrNameLst>
                                          </p:cBhvr>
                                          <p:tavLst>
                                            <p:tav tm="0">
                                              <p:val>
                                                <p:fltVal val="0"/>
                                              </p:val>
                                            </p:tav>
                                            <p:tav tm="100000">
                                              <p:val>
                                                <p:strVal val="#ppt_w"/>
                                              </p:val>
                                            </p:tav>
                                          </p:tavLst>
                                        </p:anim>
                                        <p:anim calcmode="lin" valueType="num">
                                          <p:cBhvr>
                                            <p:cTn id="53" dur="300" fill="hold"/>
                                            <p:tgtEl>
                                              <p:spTgt spid="15"/>
                                            </p:tgtEl>
                                            <p:attrNameLst>
                                              <p:attrName>ppt_h</p:attrName>
                                            </p:attrNameLst>
                                          </p:cBhvr>
                                          <p:tavLst>
                                            <p:tav tm="0">
                                              <p:val>
                                                <p:fltVal val="0"/>
                                              </p:val>
                                            </p:tav>
                                            <p:tav tm="100000">
                                              <p:val>
                                                <p:strVal val="#ppt_h"/>
                                              </p:val>
                                            </p:tav>
                                          </p:tavLst>
                                        </p:anim>
                                        <p:animEffect transition="in" filter="fade">
                                          <p:cBhvr>
                                            <p:cTn id="54" dur="300"/>
                                            <p:tgtEl>
                                              <p:spTgt spid="15"/>
                                            </p:tgtEl>
                                          </p:cBhvr>
                                        </p:animEffect>
                                      </p:childTnLst>
                                    </p:cTn>
                                  </p:par>
                                  <p:par>
                                    <p:cTn id="55" presetID="6" presetClass="emph" presetSubtype="0" autoRev="1" fill="hold" grpId="1" nodeType="withEffect">
                                      <p:stCondLst>
                                        <p:cond delay="1200"/>
                                      </p:stCondLst>
                                      <p:childTnLst>
                                        <p:animScale>
                                          <p:cBhvr>
                                            <p:cTn id="56" dur="150" fill="hold"/>
                                            <p:tgtEl>
                                              <p:spTgt spid="15"/>
                                            </p:tgtEl>
                                          </p:cBhvr>
                                          <p:by x="110000" y="110000"/>
                                        </p:animScale>
                                      </p:childTnLst>
                                    </p:cTn>
                                  </p:par>
                                  <p:par>
                                    <p:cTn id="57" presetID="2" presetClass="entr" presetSubtype="4" fill="hold" grpId="0" nodeType="withEffect" p14:presetBounceEnd="50000">
                                      <p:stCondLst>
                                        <p:cond delay="1200"/>
                                      </p:stCondLst>
                                      <p:childTnLst>
                                        <p:set>
                                          <p:cBhvr>
                                            <p:cTn id="58" dur="1" fill="hold">
                                              <p:stCondLst>
                                                <p:cond delay="0"/>
                                              </p:stCondLst>
                                            </p:cTn>
                                            <p:tgtEl>
                                              <p:spTgt spid="25"/>
                                            </p:tgtEl>
                                            <p:attrNameLst>
                                              <p:attrName>style.visibility</p:attrName>
                                            </p:attrNameLst>
                                          </p:cBhvr>
                                          <p:to>
                                            <p:strVal val="visible"/>
                                          </p:to>
                                        </p:set>
                                        <p:anim calcmode="lin" valueType="num" p14:bounceEnd="50000">
                                          <p:cBhvr additive="base">
                                            <p:cTn id="59" dur="500" fill="hold"/>
                                            <p:tgtEl>
                                              <p:spTgt spid="25"/>
                                            </p:tgtEl>
                                            <p:attrNameLst>
                                              <p:attrName>ppt_x</p:attrName>
                                            </p:attrNameLst>
                                          </p:cBhvr>
                                          <p:tavLst>
                                            <p:tav tm="0">
                                              <p:val>
                                                <p:strVal val="#ppt_x"/>
                                              </p:val>
                                            </p:tav>
                                            <p:tav tm="100000">
                                              <p:val>
                                                <p:strVal val="#ppt_x"/>
                                              </p:val>
                                            </p:tav>
                                          </p:tavLst>
                                        </p:anim>
                                        <p:anim calcmode="lin" valueType="num" p14:bounceEnd="50000">
                                          <p:cBhvr additive="base">
                                            <p:cTn id="60" dur="500" fill="hold"/>
                                            <p:tgtEl>
                                              <p:spTgt spid="2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14:presetBounceEnd="50000">
                                      <p:stCondLst>
                                        <p:cond delay="1300"/>
                                      </p:stCondLst>
                                      <p:childTnLst>
                                        <p:set>
                                          <p:cBhvr>
                                            <p:cTn id="62" dur="1" fill="hold">
                                              <p:stCondLst>
                                                <p:cond delay="0"/>
                                              </p:stCondLst>
                                            </p:cTn>
                                            <p:tgtEl>
                                              <p:spTgt spid="32"/>
                                            </p:tgtEl>
                                            <p:attrNameLst>
                                              <p:attrName>style.visibility</p:attrName>
                                            </p:attrNameLst>
                                          </p:cBhvr>
                                          <p:to>
                                            <p:strVal val="visible"/>
                                          </p:to>
                                        </p:set>
                                        <p:anim calcmode="lin" valueType="num" p14:bounceEnd="50000">
                                          <p:cBhvr additive="base">
                                            <p:cTn id="63" dur="500" fill="hold"/>
                                            <p:tgtEl>
                                              <p:spTgt spid="32"/>
                                            </p:tgtEl>
                                            <p:attrNameLst>
                                              <p:attrName>ppt_x</p:attrName>
                                            </p:attrNameLst>
                                          </p:cBhvr>
                                          <p:tavLst>
                                            <p:tav tm="0">
                                              <p:val>
                                                <p:strVal val="#ppt_x"/>
                                              </p:val>
                                            </p:tav>
                                            <p:tav tm="100000">
                                              <p:val>
                                                <p:strVal val="#ppt_x"/>
                                              </p:val>
                                            </p:tav>
                                          </p:tavLst>
                                        </p:anim>
                                        <p:anim calcmode="lin" valueType="num" p14:bounceEnd="50000">
                                          <p:cBhvr additive="base">
                                            <p:cTn id="64" dur="500" fill="hold"/>
                                            <p:tgtEl>
                                              <p:spTgt spid="32"/>
                                            </p:tgtEl>
                                            <p:attrNameLst>
                                              <p:attrName>ppt_y</p:attrName>
                                            </p:attrNameLst>
                                          </p:cBhvr>
                                          <p:tavLst>
                                            <p:tav tm="0">
                                              <p:val>
                                                <p:strVal val="1+#ppt_h/2"/>
                                              </p:val>
                                            </p:tav>
                                            <p:tav tm="100000">
                                              <p:val>
                                                <p:strVal val="#ppt_y"/>
                                              </p:val>
                                            </p:tav>
                                          </p:tavLst>
                                        </p:anim>
                                      </p:childTnLst>
                                    </p:cTn>
                                  </p:par>
                                  <p:par>
                                    <p:cTn id="65" presetID="22" presetClass="entr" presetSubtype="4" fill="hold" grpId="0" nodeType="withEffect">
                                      <p:stCondLst>
                                        <p:cond delay="1400"/>
                                      </p:stCondLst>
                                      <p:childTnLst>
                                        <p:set>
                                          <p:cBhvr>
                                            <p:cTn id="66" dur="1" fill="hold">
                                              <p:stCondLst>
                                                <p:cond delay="0"/>
                                              </p:stCondLst>
                                            </p:cTn>
                                            <p:tgtEl>
                                              <p:spTgt spid="14"/>
                                            </p:tgtEl>
                                            <p:attrNameLst>
                                              <p:attrName>style.visibility</p:attrName>
                                            </p:attrNameLst>
                                          </p:cBhvr>
                                          <p:to>
                                            <p:strVal val="visible"/>
                                          </p:to>
                                        </p:set>
                                        <p:animEffect transition="in" filter="wipe(down)">
                                          <p:cBhvr>
                                            <p:cTn id="67" dur="750"/>
                                            <p:tgtEl>
                                              <p:spTgt spid="14"/>
                                            </p:tgtEl>
                                          </p:cBhvr>
                                        </p:animEffect>
                                      </p:childTnLst>
                                    </p:cTn>
                                  </p:par>
                                  <p:par>
                                    <p:cTn id="68" presetID="53" presetClass="entr" presetSubtype="16" fill="hold" grpId="0" nodeType="withEffect">
                                      <p:stCondLst>
                                        <p:cond delay="1400"/>
                                      </p:stCondLst>
                                      <p:childTnLst>
                                        <p:set>
                                          <p:cBhvr>
                                            <p:cTn id="69" dur="1" fill="hold">
                                              <p:stCondLst>
                                                <p:cond delay="0"/>
                                              </p:stCondLst>
                                            </p:cTn>
                                            <p:tgtEl>
                                              <p:spTgt spid="16"/>
                                            </p:tgtEl>
                                            <p:attrNameLst>
                                              <p:attrName>style.visibility</p:attrName>
                                            </p:attrNameLst>
                                          </p:cBhvr>
                                          <p:to>
                                            <p:strVal val="visible"/>
                                          </p:to>
                                        </p:set>
                                        <p:anim calcmode="lin" valueType="num">
                                          <p:cBhvr>
                                            <p:cTn id="70" dur="300" fill="hold"/>
                                            <p:tgtEl>
                                              <p:spTgt spid="16"/>
                                            </p:tgtEl>
                                            <p:attrNameLst>
                                              <p:attrName>ppt_w</p:attrName>
                                            </p:attrNameLst>
                                          </p:cBhvr>
                                          <p:tavLst>
                                            <p:tav tm="0">
                                              <p:val>
                                                <p:fltVal val="0"/>
                                              </p:val>
                                            </p:tav>
                                            <p:tav tm="100000">
                                              <p:val>
                                                <p:strVal val="#ppt_w"/>
                                              </p:val>
                                            </p:tav>
                                          </p:tavLst>
                                        </p:anim>
                                        <p:anim calcmode="lin" valueType="num">
                                          <p:cBhvr>
                                            <p:cTn id="71" dur="300" fill="hold"/>
                                            <p:tgtEl>
                                              <p:spTgt spid="16"/>
                                            </p:tgtEl>
                                            <p:attrNameLst>
                                              <p:attrName>ppt_h</p:attrName>
                                            </p:attrNameLst>
                                          </p:cBhvr>
                                          <p:tavLst>
                                            <p:tav tm="0">
                                              <p:val>
                                                <p:fltVal val="0"/>
                                              </p:val>
                                            </p:tav>
                                            <p:tav tm="100000">
                                              <p:val>
                                                <p:strVal val="#ppt_h"/>
                                              </p:val>
                                            </p:tav>
                                          </p:tavLst>
                                        </p:anim>
                                        <p:animEffect transition="in" filter="fade">
                                          <p:cBhvr>
                                            <p:cTn id="72" dur="300"/>
                                            <p:tgtEl>
                                              <p:spTgt spid="16"/>
                                            </p:tgtEl>
                                          </p:cBhvr>
                                        </p:animEffect>
                                      </p:childTnLst>
                                    </p:cTn>
                                  </p:par>
                                  <p:par>
                                    <p:cTn id="73" presetID="6" presetClass="emph" presetSubtype="0" autoRev="1" fill="hold" grpId="1" nodeType="withEffect">
                                      <p:stCondLst>
                                        <p:cond delay="1700"/>
                                      </p:stCondLst>
                                      <p:childTnLst>
                                        <p:animScale>
                                          <p:cBhvr>
                                            <p:cTn id="74" dur="150" fill="hold"/>
                                            <p:tgtEl>
                                              <p:spTgt spid="16"/>
                                            </p:tgtEl>
                                          </p:cBhvr>
                                          <p:by x="110000" y="110000"/>
                                        </p:animScale>
                                      </p:childTnLst>
                                    </p:cTn>
                                  </p:par>
                                  <p:par>
                                    <p:cTn id="75" presetID="53" presetClass="entr" presetSubtype="16" fill="hold" grpId="0" nodeType="withEffect">
                                      <p:stCondLst>
                                        <p:cond delay="1500"/>
                                      </p:stCondLst>
                                      <p:childTnLst>
                                        <p:set>
                                          <p:cBhvr>
                                            <p:cTn id="76" dur="1" fill="hold">
                                              <p:stCondLst>
                                                <p:cond delay="0"/>
                                              </p:stCondLst>
                                            </p:cTn>
                                            <p:tgtEl>
                                              <p:spTgt spid="18"/>
                                            </p:tgtEl>
                                            <p:attrNameLst>
                                              <p:attrName>style.visibility</p:attrName>
                                            </p:attrNameLst>
                                          </p:cBhvr>
                                          <p:to>
                                            <p:strVal val="visible"/>
                                          </p:to>
                                        </p:set>
                                        <p:anim calcmode="lin" valueType="num">
                                          <p:cBhvr>
                                            <p:cTn id="77" dur="300" fill="hold"/>
                                            <p:tgtEl>
                                              <p:spTgt spid="18"/>
                                            </p:tgtEl>
                                            <p:attrNameLst>
                                              <p:attrName>ppt_w</p:attrName>
                                            </p:attrNameLst>
                                          </p:cBhvr>
                                          <p:tavLst>
                                            <p:tav tm="0">
                                              <p:val>
                                                <p:fltVal val="0"/>
                                              </p:val>
                                            </p:tav>
                                            <p:tav tm="100000">
                                              <p:val>
                                                <p:strVal val="#ppt_w"/>
                                              </p:val>
                                            </p:tav>
                                          </p:tavLst>
                                        </p:anim>
                                        <p:anim calcmode="lin" valueType="num">
                                          <p:cBhvr>
                                            <p:cTn id="78" dur="300" fill="hold"/>
                                            <p:tgtEl>
                                              <p:spTgt spid="18"/>
                                            </p:tgtEl>
                                            <p:attrNameLst>
                                              <p:attrName>ppt_h</p:attrName>
                                            </p:attrNameLst>
                                          </p:cBhvr>
                                          <p:tavLst>
                                            <p:tav tm="0">
                                              <p:val>
                                                <p:fltVal val="0"/>
                                              </p:val>
                                            </p:tav>
                                            <p:tav tm="100000">
                                              <p:val>
                                                <p:strVal val="#ppt_h"/>
                                              </p:val>
                                            </p:tav>
                                          </p:tavLst>
                                        </p:anim>
                                        <p:animEffect transition="in" filter="fade">
                                          <p:cBhvr>
                                            <p:cTn id="79" dur="300"/>
                                            <p:tgtEl>
                                              <p:spTgt spid="18"/>
                                            </p:tgtEl>
                                          </p:cBhvr>
                                        </p:animEffect>
                                      </p:childTnLst>
                                    </p:cTn>
                                  </p:par>
                                  <p:par>
                                    <p:cTn id="80" presetID="6" presetClass="emph" presetSubtype="0" autoRev="1" fill="hold" grpId="1" nodeType="withEffect">
                                      <p:stCondLst>
                                        <p:cond delay="1800"/>
                                      </p:stCondLst>
                                      <p:childTnLst>
                                        <p:animScale>
                                          <p:cBhvr>
                                            <p:cTn id="81" dur="150" fill="hold"/>
                                            <p:tgtEl>
                                              <p:spTgt spid="18"/>
                                            </p:tgtEl>
                                          </p:cBhvr>
                                          <p:by x="110000" y="110000"/>
                                        </p:animScale>
                                      </p:childTnLst>
                                    </p:cTn>
                                  </p:par>
                                  <p:par>
                                    <p:cTn id="82" presetID="2" presetClass="entr" presetSubtype="4" fill="hold" grpId="0" nodeType="withEffect" p14:presetBounceEnd="50000">
                                      <p:stCondLst>
                                        <p:cond delay="1800"/>
                                      </p:stCondLst>
                                      <p:childTnLst>
                                        <p:set>
                                          <p:cBhvr>
                                            <p:cTn id="83" dur="1" fill="hold">
                                              <p:stCondLst>
                                                <p:cond delay="0"/>
                                              </p:stCondLst>
                                            </p:cTn>
                                            <p:tgtEl>
                                              <p:spTgt spid="26"/>
                                            </p:tgtEl>
                                            <p:attrNameLst>
                                              <p:attrName>style.visibility</p:attrName>
                                            </p:attrNameLst>
                                          </p:cBhvr>
                                          <p:to>
                                            <p:strVal val="visible"/>
                                          </p:to>
                                        </p:set>
                                        <p:anim calcmode="lin" valueType="num" p14:bounceEnd="50000">
                                          <p:cBhvr additive="base">
                                            <p:cTn id="84" dur="500" fill="hold"/>
                                            <p:tgtEl>
                                              <p:spTgt spid="26"/>
                                            </p:tgtEl>
                                            <p:attrNameLst>
                                              <p:attrName>ppt_x</p:attrName>
                                            </p:attrNameLst>
                                          </p:cBhvr>
                                          <p:tavLst>
                                            <p:tav tm="0">
                                              <p:val>
                                                <p:strVal val="#ppt_x"/>
                                              </p:val>
                                            </p:tav>
                                            <p:tav tm="100000">
                                              <p:val>
                                                <p:strVal val="#ppt_x"/>
                                              </p:val>
                                            </p:tav>
                                          </p:tavLst>
                                        </p:anim>
                                        <p:anim calcmode="lin" valueType="num" p14:bounceEnd="50000">
                                          <p:cBhvr additive="base">
                                            <p:cTn id="85" dur="500" fill="hold"/>
                                            <p:tgtEl>
                                              <p:spTgt spid="26"/>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14:presetBounceEnd="50000">
                                      <p:stCondLst>
                                        <p:cond delay="1900"/>
                                      </p:stCondLst>
                                      <p:childTnLst>
                                        <p:set>
                                          <p:cBhvr>
                                            <p:cTn id="87" dur="1" fill="hold">
                                              <p:stCondLst>
                                                <p:cond delay="0"/>
                                              </p:stCondLst>
                                            </p:cTn>
                                            <p:tgtEl>
                                              <p:spTgt spid="31"/>
                                            </p:tgtEl>
                                            <p:attrNameLst>
                                              <p:attrName>style.visibility</p:attrName>
                                            </p:attrNameLst>
                                          </p:cBhvr>
                                          <p:to>
                                            <p:strVal val="visible"/>
                                          </p:to>
                                        </p:set>
                                        <p:anim calcmode="lin" valueType="num" p14:bounceEnd="50000">
                                          <p:cBhvr additive="base">
                                            <p:cTn id="88" dur="500" fill="hold"/>
                                            <p:tgtEl>
                                              <p:spTgt spid="31"/>
                                            </p:tgtEl>
                                            <p:attrNameLst>
                                              <p:attrName>ppt_x</p:attrName>
                                            </p:attrNameLst>
                                          </p:cBhvr>
                                          <p:tavLst>
                                            <p:tav tm="0">
                                              <p:val>
                                                <p:strVal val="#ppt_x"/>
                                              </p:val>
                                            </p:tav>
                                            <p:tav tm="100000">
                                              <p:val>
                                                <p:strVal val="#ppt_x"/>
                                              </p:val>
                                            </p:tav>
                                          </p:tavLst>
                                        </p:anim>
                                        <p:anim calcmode="lin" valueType="num" p14:bounceEnd="50000">
                                          <p:cBhvr additive="base">
                                            <p:cTn id="89" dur="500" fill="hold"/>
                                            <p:tgtEl>
                                              <p:spTgt spid="31"/>
                                            </p:tgtEl>
                                            <p:attrNameLst>
                                              <p:attrName>ppt_y</p:attrName>
                                            </p:attrNameLst>
                                          </p:cBhvr>
                                          <p:tavLst>
                                            <p:tav tm="0">
                                              <p:val>
                                                <p:strVal val="1+#ppt_h/2"/>
                                              </p:val>
                                            </p:tav>
                                            <p:tav tm="100000">
                                              <p:val>
                                                <p:strVal val="#ppt_y"/>
                                              </p:val>
                                            </p:tav>
                                          </p:tavLst>
                                        </p:anim>
                                      </p:childTnLst>
                                    </p:cTn>
                                  </p:par>
                                  <p:par>
                                    <p:cTn id="90" presetID="22" presetClass="entr" presetSubtype="4" fill="hold" grpId="0" nodeType="withEffect">
                                      <p:stCondLst>
                                        <p:cond delay="2000"/>
                                      </p:stCondLst>
                                      <p:childTnLst>
                                        <p:set>
                                          <p:cBhvr>
                                            <p:cTn id="91" dur="1" fill="hold">
                                              <p:stCondLst>
                                                <p:cond delay="0"/>
                                              </p:stCondLst>
                                            </p:cTn>
                                            <p:tgtEl>
                                              <p:spTgt spid="17"/>
                                            </p:tgtEl>
                                            <p:attrNameLst>
                                              <p:attrName>style.visibility</p:attrName>
                                            </p:attrNameLst>
                                          </p:cBhvr>
                                          <p:to>
                                            <p:strVal val="visible"/>
                                          </p:to>
                                        </p:set>
                                        <p:animEffect transition="in" filter="wipe(down)">
                                          <p:cBhvr>
                                            <p:cTn id="92" dur="750"/>
                                            <p:tgtEl>
                                              <p:spTgt spid="17"/>
                                            </p:tgtEl>
                                          </p:cBhvr>
                                        </p:animEffect>
                                      </p:childTnLst>
                                    </p:cTn>
                                  </p:par>
                                  <p:par>
                                    <p:cTn id="93" presetID="53" presetClass="entr" presetSubtype="16" fill="hold" grpId="0" nodeType="withEffect">
                                      <p:stCondLst>
                                        <p:cond delay="2000"/>
                                      </p:stCondLst>
                                      <p:childTnLst>
                                        <p:set>
                                          <p:cBhvr>
                                            <p:cTn id="94" dur="1" fill="hold">
                                              <p:stCondLst>
                                                <p:cond delay="0"/>
                                              </p:stCondLst>
                                            </p:cTn>
                                            <p:tgtEl>
                                              <p:spTgt spid="19"/>
                                            </p:tgtEl>
                                            <p:attrNameLst>
                                              <p:attrName>style.visibility</p:attrName>
                                            </p:attrNameLst>
                                          </p:cBhvr>
                                          <p:to>
                                            <p:strVal val="visible"/>
                                          </p:to>
                                        </p:set>
                                        <p:anim calcmode="lin" valueType="num">
                                          <p:cBhvr>
                                            <p:cTn id="95" dur="300" fill="hold"/>
                                            <p:tgtEl>
                                              <p:spTgt spid="19"/>
                                            </p:tgtEl>
                                            <p:attrNameLst>
                                              <p:attrName>ppt_w</p:attrName>
                                            </p:attrNameLst>
                                          </p:cBhvr>
                                          <p:tavLst>
                                            <p:tav tm="0">
                                              <p:val>
                                                <p:fltVal val="0"/>
                                              </p:val>
                                            </p:tav>
                                            <p:tav tm="100000">
                                              <p:val>
                                                <p:strVal val="#ppt_w"/>
                                              </p:val>
                                            </p:tav>
                                          </p:tavLst>
                                        </p:anim>
                                        <p:anim calcmode="lin" valueType="num">
                                          <p:cBhvr>
                                            <p:cTn id="96" dur="300" fill="hold"/>
                                            <p:tgtEl>
                                              <p:spTgt spid="19"/>
                                            </p:tgtEl>
                                            <p:attrNameLst>
                                              <p:attrName>ppt_h</p:attrName>
                                            </p:attrNameLst>
                                          </p:cBhvr>
                                          <p:tavLst>
                                            <p:tav tm="0">
                                              <p:val>
                                                <p:fltVal val="0"/>
                                              </p:val>
                                            </p:tav>
                                            <p:tav tm="100000">
                                              <p:val>
                                                <p:strVal val="#ppt_h"/>
                                              </p:val>
                                            </p:tav>
                                          </p:tavLst>
                                        </p:anim>
                                        <p:animEffect transition="in" filter="fade">
                                          <p:cBhvr>
                                            <p:cTn id="97" dur="300"/>
                                            <p:tgtEl>
                                              <p:spTgt spid="19"/>
                                            </p:tgtEl>
                                          </p:cBhvr>
                                        </p:animEffect>
                                      </p:childTnLst>
                                    </p:cTn>
                                  </p:par>
                                  <p:par>
                                    <p:cTn id="98" presetID="6" presetClass="emph" presetSubtype="0" autoRev="1" fill="hold" grpId="1" nodeType="withEffect">
                                      <p:stCondLst>
                                        <p:cond delay="2300"/>
                                      </p:stCondLst>
                                      <p:childTnLst>
                                        <p:animScale>
                                          <p:cBhvr>
                                            <p:cTn id="99" dur="150" fill="hold"/>
                                            <p:tgtEl>
                                              <p:spTgt spid="19"/>
                                            </p:tgtEl>
                                          </p:cBhvr>
                                          <p:by x="110000" y="110000"/>
                                        </p:animScale>
                                      </p:childTnLst>
                                    </p:cTn>
                                  </p:par>
                                  <p:par>
                                    <p:cTn id="100" presetID="53" presetClass="entr" presetSubtype="16" fill="hold" grpId="0" nodeType="withEffect">
                                      <p:stCondLst>
                                        <p:cond delay="2100"/>
                                      </p:stCondLst>
                                      <p:childTnLst>
                                        <p:set>
                                          <p:cBhvr>
                                            <p:cTn id="101" dur="1" fill="hold">
                                              <p:stCondLst>
                                                <p:cond delay="0"/>
                                              </p:stCondLst>
                                            </p:cTn>
                                            <p:tgtEl>
                                              <p:spTgt spid="21"/>
                                            </p:tgtEl>
                                            <p:attrNameLst>
                                              <p:attrName>style.visibility</p:attrName>
                                            </p:attrNameLst>
                                          </p:cBhvr>
                                          <p:to>
                                            <p:strVal val="visible"/>
                                          </p:to>
                                        </p:set>
                                        <p:anim calcmode="lin" valueType="num">
                                          <p:cBhvr>
                                            <p:cTn id="102" dur="300" fill="hold"/>
                                            <p:tgtEl>
                                              <p:spTgt spid="21"/>
                                            </p:tgtEl>
                                            <p:attrNameLst>
                                              <p:attrName>ppt_w</p:attrName>
                                            </p:attrNameLst>
                                          </p:cBhvr>
                                          <p:tavLst>
                                            <p:tav tm="0">
                                              <p:val>
                                                <p:fltVal val="0"/>
                                              </p:val>
                                            </p:tav>
                                            <p:tav tm="100000">
                                              <p:val>
                                                <p:strVal val="#ppt_w"/>
                                              </p:val>
                                            </p:tav>
                                          </p:tavLst>
                                        </p:anim>
                                        <p:anim calcmode="lin" valueType="num">
                                          <p:cBhvr>
                                            <p:cTn id="103" dur="300" fill="hold"/>
                                            <p:tgtEl>
                                              <p:spTgt spid="21"/>
                                            </p:tgtEl>
                                            <p:attrNameLst>
                                              <p:attrName>ppt_h</p:attrName>
                                            </p:attrNameLst>
                                          </p:cBhvr>
                                          <p:tavLst>
                                            <p:tav tm="0">
                                              <p:val>
                                                <p:fltVal val="0"/>
                                              </p:val>
                                            </p:tav>
                                            <p:tav tm="100000">
                                              <p:val>
                                                <p:strVal val="#ppt_h"/>
                                              </p:val>
                                            </p:tav>
                                          </p:tavLst>
                                        </p:anim>
                                        <p:animEffect transition="in" filter="fade">
                                          <p:cBhvr>
                                            <p:cTn id="104" dur="300"/>
                                            <p:tgtEl>
                                              <p:spTgt spid="21"/>
                                            </p:tgtEl>
                                          </p:cBhvr>
                                        </p:animEffect>
                                      </p:childTnLst>
                                    </p:cTn>
                                  </p:par>
                                  <p:par>
                                    <p:cTn id="105" presetID="6" presetClass="emph" presetSubtype="0" autoRev="1" fill="hold" grpId="1" nodeType="withEffect">
                                      <p:stCondLst>
                                        <p:cond delay="2400"/>
                                      </p:stCondLst>
                                      <p:childTnLst>
                                        <p:animScale>
                                          <p:cBhvr>
                                            <p:cTn id="106" dur="150" fill="hold"/>
                                            <p:tgtEl>
                                              <p:spTgt spid="21"/>
                                            </p:tgtEl>
                                          </p:cBhvr>
                                          <p:by x="110000" y="110000"/>
                                        </p:animScale>
                                      </p:childTnLst>
                                    </p:cTn>
                                  </p:par>
                                  <p:par>
                                    <p:cTn id="107" presetID="2" presetClass="entr" presetSubtype="4" fill="hold" grpId="0" nodeType="withEffect" p14:presetBounceEnd="50000">
                                      <p:stCondLst>
                                        <p:cond delay="2400"/>
                                      </p:stCondLst>
                                      <p:childTnLst>
                                        <p:set>
                                          <p:cBhvr>
                                            <p:cTn id="108" dur="1" fill="hold">
                                              <p:stCondLst>
                                                <p:cond delay="0"/>
                                              </p:stCondLst>
                                            </p:cTn>
                                            <p:tgtEl>
                                              <p:spTgt spid="27"/>
                                            </p:tgtEl>
                                            <p:attrNameLst>
                                              <p:attrName>style.visibility</p:attrName>
                                            </p:attrNameLst>
                                          </p:cBhvr>
                                          <p:to>
                                            <p:strVal val="visible"/>
                                          </p:to>
                                        </p:set>
                                        <p:anim calcmode="lin" valueType="num" p14:bounceEnd="50000">
                                          <p:cBhvr additive="base">
                                            <p:cTn id="109" dur="500" fill="hold"/>
                                            <p:tgtEl>
                                              <p:spTgt spid="27"/>
                                            </p:tgtEl>
                                            <p:attrNameLst>
                                              <p:attrName>ppt_x</p:attrName>
                                            </p:attrNameLst>
                                          </p:cBhvr>
                                          <p:tavLst>
                                            <p:tav tm="0">
                                              <p:val>
                                                <p:strVal val="#ppt_x"/>
                                              </p:val>
                                            </p:tav>
                                            <p:tav tm="100000">
                                              <p:val>
                                                <p:strVal val="#ppt_x"/>
                                              </p:val>
                                            </p:tav>
                                          </p:tavLst>
                                        </p:anim>
                                        <p:anim calcmode="lin" valueType="num" p14:bounceEnd="50000">
                                          <p:cBhvr additive="base">
                                            <p:cTn id="110" dur="500" fill="hold"/>
                                            <p:tgtEl>
                                              <p:spTgt spid="27"/>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14:presetBounceEnd="50000">
                                      <p:stCondLst>
                                        <p:cond delay="2500"/>
                                      </p:stCondLst>
                                      <p:childTnLst>
                                        <p:set>
                                          <p:cBhvr>
                                            <p:cTn id="112" dur="1" fill="hold">
                                              <p:stCondLst>
                                                <p:cond delay="0"/>
                                              </p:stCondLst>
                                            </p:cTn>
                                            <p:tgtEl>
                                              <p:spTgt spid="30"/>
                                            </p:tgtEl>
                                            <p:attrNameLst>
                                              <p:attrName>style.visibility</p:attrName>
                                            </p:attrNameLst>
                                          </p:cBhvr>
                                          <p:to>
                                            <p:strVal val="visible"/>
                                          </p:to>
                                        </p:set>
                                        <p:anim calcmode="lin" valueType="num" p14:bounceEnd="50000">
                                          <p:cBhvr additive="base">
                                            <p:cTn id="113" dur="500" fill="hold"/>
                                            <p:tgtEl>
                                              <p:spTgt spid="30"/>
                                            </p:tgtEl>
                                            <p:attrNameLst>
                                              <p:attrName>ppt_x</p:attrName>
                                            </p:attrNameLst>
                                          </p:cBhvr>
                                          <p:tavLst>
                                            <p:tav tm="0">
                                              <p:val>
                                                <p:strVal val="#ppt_x"/>
                                              </p:val>
                                            </p:tav>
                                            <p:tav tm="100000">
                                              <p:val>
                                                <p:strVal val="#ppt_x"/>
                                              </p:val>
                                            </p:tav>
                                          </p:tavLst>
                                        </p:anim>
                                        <p:anim calcmode="lin" valueType="num" p14:bounceEnd="50000">
                                          <p:cBhvr additive="base">
                                            <p:cTn id="114" dur="500" fill="hold"/>
                                            <p:tgtEl>
                                              <p:spTgt spid="30"/>
                                            </p:tgtEl>
                                            <p:attrNameLst>
                                              <p:attrName>ppt_y</p:attrName>
                                            </p:attrNameLst>
                                          </p:cBhvr>
                                          <p:tavLst>
                                            <p:tav tm="0">
                                              <p:val>
                                                <p:strVal val="1+#ppt_h/2"/>
                                              </p:val>
                                            </p:tav>
                                            <p:tav tm="100000">
                                              <p:val>
                                                <p:strVal val="#ppt_y"/>
                                              </p:val>
                                            </p:tav>
                                          </p:tavLst>
                                        </p:anim>
                                      </p:childTnLst>
                                    </p:cTn>
                                  </p:par>
                                  <p:par>
                                    <p:cTn id="115" presetID="22" presetClass="entr" presetSubtype="4" fill="hold" grpId="0" nodeType="withEffect">
                                      <p:stCondLst>
                                        <p:cond delay="2600"/>
                                      </p:stCondLst>
                                      <p:childTnLst>
                                        <p:set>
                                          <p:cBhvr>
                                            <p:cTn id="116" dur="1" fill="hold">
                                              <p:stCondLst>
                                                <p:cond delay="0"/>
                                              </p:stCondLst>
                                            </p:cTn>
                                            <p:tgtEl>
                                              <p:spTgt spid="20"/>
                                            </p:tgtEl>
                                            <p:attrNameLst>
                                              <p:attrName>style.visibility</p:attrName>
                                            </p:attrNameLst>
                                          </p:cBhvr>
                                          <p:to>
                                            <p:strVal val="visible"/>
                                          </p:to>
                                        </p:set>
                                        <p:animEffect transition="in" filter="wipe(down)">
                                          <p:cBhvr>
                                            <p:cTn id="117" dur="750"/>
                                            <p:tgtEl>
                                              <p:spTgt spid="20"/>
                                            </p:tgtEl>
                                          </p:cBhvr>
                                        </p:animEffect>
                                      </p:childTnLst>
                                    </p:cTn>
                                  </p:par>
                                  <p:par>
                                    <p:cTn id="118" presetID="53" presetClass="entr" presetSubtype="16" fill="hold" grpId="0" nodeType="withEffect">
                                      <p:stCondLst>
                                        <p:cond delay="2600"/>
                                      </p:stCondLst>
                                      <p:childTnLst>
                                        <p:set>
                                          <p:cBhvr>
                                            <p:cTn id="119" dur="1" fill="hold">
                                              <p:stCondLst>
                                                <p:cond delay="0"/>
                                              </p:stCondLst>
                                            </p:cTn>
                                            <p:tgtEl>
                                              <p:spTgt spid="22"/>
                                            </p:tgtEl>
                                            <p:attrNameLst>
                                              <p:attrName>style.visibility</p:attrName>
                                            </p:attrNameLst>
                                          </p:cBhvr>
                                          <p:to>
                                            <p:strVal val="visible"/>
                                          </p:to>
                                        </p:set>
                                        <p:anim calcmode="lin" valueType="num">
                                          <p:cBhvr>
                                            <p:cTn id="120" dur="300" fill="hold"/>
                                            <p:tgtEl>
                                              <p:spTgt spid="22"/>
                                            </p:tgtEl>
                                            <p:attrNameLst>
                                              <p:attrName>ppt_w</p:attrName>
                                            </p:attrNameLst>
                                          </p:cBhvr>
                                          <p:tavLst>
                                            <p:tav tm="0">
                                              <p:val>
                                                <p:fltVal val="0"/>
                                              </p:val>
                                            </p:tav>
                                            <p:tav tm="100000">
                                              <p:val>
                                                <p:strVal val="#ppt_w"/>
                                              </p:val>
                                            </p:tav>
                                          </p:tavLst>
                                        </p:anim>
                                        <p:anim calcmode="lin" valueType="num">
                                          <p:cBhvr>
                                            <p:cTn id="121" dur="300" fill="hold"/>
                                            <p:tgtEl>
                                              <p:spTgt spid="22"/>
                                            </p:tgtEl>
                                            <p:attrNameLst>
                                              <p:attrName>ppt_h</p:attrName>
                                            </p:attrNameLst>
                                          </p:cBhvr>
                                          <p:tavLst>
                                            <p:tav tm="0">
                                              <p:val>
                                                <p:fltVal val="0"/>
                                              </p:val>
                                            </p:tav>
                                            <p:tav tm="100000">
                                              <p:val>
                                                <p:strVal val="#ppt_h"/>
                                              </p:val>
                                            </p:tav>
                                          </p:tavLst>
                                        </p:anim>
                                        <p:animEffect transition="in" filter="fade">
                                          <p:cBhvr>
                                            <p:cTn id="122" dur="300"/>
                                            <p:tgtEl>
                                              <p:spTgt spid="22"/>
                                            </p:tgtEl>
                                          </p:cBhvr>
                                        </p:animEffect>
                                      </p:childTnLst>
                                    </p:cTn>
                                  </p:par>
                                  <p:par>
                                    <p:cTn id="123" presetID="6" presetClass="emph" presetSubtype="0" autoRev="1" fill="hold" grpId="1" nodeType="withEffect">
                                      <p:stCondLst>
                                        <p:cond delay="2900"/>
                                      </p:stCondLst>
                                      <p:childTnLst>
                                        <p:animScale>
                                          <p:cBhvr>
                                            <p:cTn id="124" dur="150" fill="hold"/>
                                            <p:tgtEl>
                                              <p:spTgt spid="22"/>
                                            </p:tgtEl>
                                          </p:cBhvr>
                                          <p:by x="110000" y="110000"/>
                                        </p:animScale>
                                      </p:childTnLst>
                                    </p:cTn>
                                  </p:par>
                                  <p:par>
                                    <p:cTn id="125" presetID="53" presetClass="entr" presetSubtype="16" fill="hold" grpId="0" nodeType="withEffect">
                                      <p:stCondLst>
                                        <p:cond delay="2700"/>
                                      </p:stCondLst>
                                      <p:childTnLst>
                                        <p:set>
                                          <p:cBhvr>
                                            <p:cTn id="126" dur="1" fill="hold">
                                              <p:stCondLst>
                                                <p:cond delay="0"/>
                                              </p:stCondLst>
                                            </p:cTn>
                                            <p:tgtEl>
                                              <p:spTgt spid="24"/>
                                            </p:tgtEl>
                                            <p:attrNameLst>
                                              <p:attrName>style.visibility</p:attrName>
                                            </p:attrNameLst>
                                          </p:cBhvr>
                                          <p:to>
                                            <p:strVal val="visible"/>
                                          </p:to>
                                        </p:set>
                                        <p:anim calcmode="lin" valueType="num">
                                          <p:cBhvr>
                                            <p:cTn id="127" dur="300" fill="hold"/>
                                            <p:tgtEl>
                                              <p:spTgt spid="24"/>
                                            </p:tgtEl>
                                            <p:attrNameLst>
                                              <p:attrName>ppt_w</p:attrName>
                                            </p:attrNameLst>
                                          </p:cBhvr>
                                          <p:tavLst>
                                            <p:tav tm="0">
                                              <p:val>
                                                <p:fltVal val="0"/>
                                              </p:val>
                                            </p:tav>
                                            <p:tav tm="100000">
                                              <p:val>
                                                <p:strVal val="#ppt_w"/>
                                              </p:val>
                                            </p:tav>
                                          </p:tavLst>
                                        </p:anim>
                                        <p:anim calcmode="lin" valueType="num">
                                          <p:cBhvr>
                                            <p:cTn id="128" dur="300" fill="hold"/>
                                            <p:tgtEl>
                                              <p:spTgt spid="24"/>
                                            </p:tgtEl>
                                            <p:attrNameLst>
                                              <p:attrName>ppt_h</p:attrName>
                                            </p:attrNameLst>
                                          </p:cBhvr>
                                          <p:tavLst>
                                            <p:tav tm="0">
                                              <p:val>
                                                <p:fltVal val="0"/>
                                              </p:val>
                                            </p:tav>
                                            <p:tav tm="100000">
                                              <p:val>
                                                <p:strVal val="#ppt_h"/>
                                              </p:val>
                                            </p:tav>
                                          </p:tavLst>
                                        </p:anim>
                                        <p:animEffect transition="in" filter="fade">
                                          <p:cBhvr>
                                            <p:cTn id="129" dur="300"/>
                                            <p:tgtEl>
                                              <p:spTgt spid="24"/>
                                            </p:tgtEl>
                                          </p:cBhvr>
                                        </p:animEffect>
                                      </p:childTnLst>
                                    </p:cTn>
                                  </p:par>
                                  <p:par>
                                    <p:cTn id="130" presetID="6" presetClass="emph" presetSubtype="0" autoRev="1" fill="hold" grpId="1" nodeType="withEffect">
                                      <p:stCondLst>
                                        <p:cond delay="3000"/>
                                      </p:stCondLst>
                                      <p:childTnLst>
                                        <p:animScale>
                                          <p:cBhvr>
                                            <p:cTn id="131" dur="150" fill="hold"/>
                                            <p:tgtEl>
                                              <p:spTgt spid="24"/>
                                            </p:tgtEl>
                                          </p:cBhvr>
                                          <p:by x="110000" y="110000"/>
                                        </p:animScale>
                                      </p:childTnLst>
                                    </p:cTn>
                                  </p:par>
                                  <p:par>
                                    <p:cTn id="132" presetID="2" presetClass="entr" presetSubtype="4" fill="hold" grpId="0" nodeType="withEffect" p14:presetBounceEnd="50000">
                                      <p:stCondLst>
                                        <p:cond delay="3000"/>
                                      </p:stCondLst>
                                      <p:childTnLst>
                                        <p:set>
                                          <p:cBhvr>
                                            <p:cTn id="133" dur="1" fill="hold">
                                              <p:stCondLst>
                                                <p:cond delay="0"/>
                                              </p:stCondLst>
                                            </p:cTn>
                                            <p:tgtEl>
                                              <p:spTgt spid="28"/>
                                            </p:tgtEl>
                                            <p:attrNameLst>
                                              <p:attrName>style.visibility</p:attrName>
                                            </p:attrNameLst>
                                          </p:cBhvr>
                                          <p:to>
                                            <p:strVal val="visible"/>
                                          </p:to>
                                        </p:set>
                                        <p:anim calcmode="lin" valueType="num" p14:bounceEnd="50000">
                                          <p:cBhvr additive="base">
                                            <p:cTn id="134" dur="500" fill="hold"/>
                                            <p:tgtEl>
                                              <p:spTgt spid="28"/>
                                            </p:tgtEl>
                                            <p:attrNameLst>
                                              <p:attrName>ppt_x</p:attrName>
                                            </p:attrNameLst>
                                          </p:cBhvr>
                                          <p:tavLst>
                                            <p:tav tm="0">
                                              <p:val>
                                                <p:strVal val="#ppt_x"/>
                                              </p:val>
                                            </p:tav>
                                            <p:tav tm="100000">
                                              <p:val>
                                                <p:strVal val="#ppt_x"/>
                                              </p:val>
                                            </p:tav>
                                          </p:tavLst>
                                        </p:anim>
                                        <p:anim calcmode="lin" valueType="num" p14:bounceEnd="50000">
                                          <p:cBhvr additive="base">
                                            <p:cTn id="135" dur="500" fill="hold"/>
                                            <p:tgtEl>
                                              <p:spTgt spid="28"/>
                                            </p:tgtEl>
                                            <p:attrNameLst>
                                              <p:attrName>ppt_y</p:attrName>
                                            </p:attrNameLst>
                                          </p:cBhvr>
                                          <p:tavLst>
                                            <p:tav tm="0">
                                              <p:val>
                                                <p:strVal val="1+#ppt_h/2"/>
                                              </p:val>
                                            </p:tav>
                                            <p:tav tm="100000">
                                              <p:val>
                                                <p:strVal val="#ppt_y"/>
                                              </p:val>
                                            </p:tav>
                                          </p:tavLst>
                                        </p:anim>
                                      </p:childTnLst>
                                    </p:cTn>
                                  </p:par>
                                  <p:par>
                                    <p:cTn id="136" presetID="2" presetClass="entr" presetSubtype="4" fill="hold" grpId="0" nodeType="withEffect" p14:presetBounceEnd="50000">
                                      <p:stCondLst>
                                        <p:cond delay="3100"/>
                                      </p:stCondLst>
                                      <p:childTnLst>
                                        <p:set>
                                          <p:cBhvr>
                                            <p:cTn id="137" dur="1" fill="hold">
                                              <p:stCondLst>
                                                <p:cond delay="0"/>
                                              </p:stCondLst>
                                            </p:cTn>
                                            <p:tgtEl>
                                              <p:spTgt spid="29"/>
                                            </p:tgtEl>
                                            <p:attrNameLst>
                                              <p:attrName>style.visibility</p:attrName>
                                            </p:attrNameLst>
                                          </p:cBhvr>
                                          <p:to>
                                            <p:strVal val="visible"/>
                                          </p:to>
                                        </p:set>
                                        <p:anim calcmode="lin" valueType="num" p14:bounceEnd="50000">
                                          <p:cBhvr additive="base">
                                            <p:cTn id="138" dur="5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139" dur="500" fill="hold"/>
                                            <p:tgtEl>
                                              <p:spTgt spid="29"/>
                                            </p:tgtEl>
                                            <p:attrNameLst>
                                              <p:attrName>ppt_y</p:attrName>
                                            </p:attrNameLst>
                                          </p:cBhvr>
                                          <p:tavLst>
                                            <p:tav tm="0">
                                              <p:val>
                                                <p:strVal val="1+#ppt_h/2"/>
                                              </p:val>
                                            </p:tav>
                                            <p:tav tm="100000">
                                              <p:val>
                                                <p:strVal val="#ppt_y"/>
                                              </p:val>
                                            </p:tav>
                                          </p:tavLst>
                                        </p:anim>
                                      </p:childTnLst>
                                    </p:cTn>
                                  </p:par>
                                  <p:par>
                                    <p:cTn id="140" presetID="22" presetClass="entr" presetSubtype="4" fill="hold" grpId="0" nodeType="withEffect">
                                      <p:stCondLst>
                                        <p:cond delay="3200"/>
                                      </p:stCondLst>
                                      <p:childTnLst>
                                        <p:set>
                                          <p:cBhvr>
                                            <p:cTn id="141" dur="1" fill="hold">
                                              <p:stCondLst>
                                                <p:cond delay="0"/>
                                              </p:stCondLst>
                                            </p:cTn>
                                            <p:tgtEl>
                                              <p:spTgt spid="23"/>
                                            </p:tgtEl>
                                            <p:attrNameLst>
                                              <p:attrName>style.visibility</p:attrName>
                                            </p:attrNameLst>
                                          </p:cBhvr>
                                          <p:to>
                                            <p:strVal val="visible"/>
                                          </p:to>
                                        </p:set>
                                        <p:animEffect transition="in" filter="wipe(down)">
                                          <p:cBhvr>
                                            <p:cTn id="142" dur="7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13" grpId="0" animBg="1"/>
          <p:bldP spid="13" grpId="1" animBg="1"/>
          <p:bldP spid="14" grpId="0" animBg="1"/>
          <p:bldP spid="15" grpId="0" animBg="1"/>
          <p:bldP spid="15" grpId="1" animBg="1"/>
          <p:bldP spid="16" grpId="0" animBg="1"/>
          <p:bldP spid="16" grpId="1" animBg="1"/>
          <p:bldP spid="17" grpId="0" animBg="1"/>
          <p:bldP spid="18" grpId="0" animBg="1"/>
          <p:bldP spid="18" grpId="1" animBg="1"/>
          <p:bldP spid="19" grpId="0" animBg="1"/>
          <p:bldP spid="19" grpId="1" animBg="1"/>
          <p:bldP spid="20" grpId="0" animBg="1"/>
          <p:bldP spid="21" grpId="0" animBg="1"/>
          <p:bldP spid="21" grpId="1" animBg="1"/>
          <p:bldP spid="22" grpId="0" animBg="1"/>
          <p:bldP spid="22" grpId="1" animBg="1"/>
          <p:bldP spid="23" grpId="0" animBg="1"/>
          <p:bldP spid="24" grpId="0" animBg="1"/>
          <p:bldP spid="24" grpId="1" animBg="1"/>
          <p:bldP spid="25" grpId="0"/>
          <p:bldP spid="26" grpId="0"/>
          <p:bldP spid="27" grpId="0"/>
          <p:bldP spid="28" grpId="0"/>
          <p:bldP spid="29" grpId="0"/>
          <p:bldP spid="30" grpId="0"/>
          <p:bldP spid="31" grpId="0"/>
          <p:bldP spid="3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53" presetClass="entr" presetSubtype="16" fill="hold" grpId="0" nodeType="withEffect">
                                      <p:stCondLst>
                                        <p:cond delay="800"/>
                                      </p:stCondLst>
                                      <p:childTnLst>
                                        <p:set>
                                          <p:cBhvr>
                                            <p:cTn id="44" dur="1" fill="hold">
                                              <p:stCondLst>
                                                <p:cond delay="0"/>
                                              </p:stCondLst>
                                            </p:cTn>
                                            <p:tgtEl>
                                              <p:spTgt spid="13"/>
                                            </p:tgtEl>
                                            <p:attrNameLst>
                                              <p:attrName>style.visibility</p:attrName>
                                            </p:attrNameLst>
                                          </p:cBhvr>
                                          <p:to>
                                            <p:strVal val="visible"/>
                                          </p:to>
                                        </p:set>
                                        <p:anim calcmode="lin" valueType="num">
                                          <p:cBhvr>
                                            <p:cTn id="45" dur="300" fill="hold"/>
                                            <p:tgtEl>
                                              <p:spTgt spid="13"/>
                                            </p:tgtEl>
                                            <p:attrNameLst>
                                              <p:attrName>ppt_w</p:attrName>
                                            </p:attrNameLst>
                                          </p:cBhvr>
                                          <p:tavLst>
                                            <p:tav tm="0">
                                              <p:val>
                                                <p:fltVal val="0"/>
                                              </p:val>
                                            </p:tav>
                                            <p:tav tm="100000">
                                              <p:val>
                                                <p:strVal val="#ppt_w"/>
                                              </p:val>
                                            </p:tav>
                                          </p:tavLst>
                                        </p:anim>
                                        <p:anim calcmode="lin" valueType="num">
                                          <p:cBhvr>
                                            <p:cTn id="46" dur="300" fill="hold"/>
                                            <p:tgtEl>
                                              <p:spTgt spid="13"/>
                                            </p:tgtEl>
                                            <p:attrNameLst>
                                              <p:attrName>ppt_h</p:attrName>
                                            </p:attrNameLst>
                                          </p:cBhvr>
                                          <p:tavLst>
                                            <p:tav tm="0">
                                              <p:val>
                                                <p:fltVal val="0"/>
                                              </p:val>
                                            </p:tav>
                                            <p:tav tm="100000">
                                              <p:val>
                                                <p:strVal val="#ppt_h"/>
                                              </p:val>
                                            </p:tav>
                                          </p:tavLst>
                                        </p:anim>
                                        <p:animEffect transition="in" filter="fade">
                                          <p:cBhvr>
                                            <p:cTn id="47" dur="300"/>
                                            <p:tgtEl>
                                              <p:spTgt spid="13"/>
                                            </p:tgtEl>
                                          </p:cBhvr>
                                        </p:animEffect>
                                      </p:childTnLst>
                                    </p:cTn>
                                  </p:par>
                                  <p:par>
                                    <p:cTn id="48" presetID="6" presetClass="emph" presetSubtype="0" autoRev="1" fill="hold" grpId="1" nodeType="withEffect">
                                      <p:stCondLst>
                                        <p:cond delay="1100"/>
                                      </p:stCondLst>
                                      <p:childTnLst>
                                        <p:animScale>
                                          <p:cBhvr>
                                            <p:cTn id="49" dur="150" fill="hold"/>
                                            <p:tgtEl>
                                              <p:spTgt spid="13"/>
                                            </p:tgtEl>
                                          </p:cBhvr>
                                          <p:by x="110000" y="110000"/>
                                        </p:animScale>
                                      </p:childTnLst>
                                    </p:cTn>
                                  </p:par>
                                  <p:par>
                                    <p:cTn id="50" presetID="53" presetClass="entr" presetSubtype="16" fill="hold" grpId="0" nodeType="withEffect">
                                      <p:stCondLst>
                                        <p:cond delay="900"/>
                                      </p:stCondLst>
                                      <p:childTnLst>
                                        <p:set>
                                          <p:cBhvr>
                                            <p:cTn id="51" dur="1" fill="hold">
                                              <p:stCondLst>
                                                <p:cond delay="0"/>
                                              </p:stCondLst>
                                            </p:cTn>
                                            <p:tgtEl>
                                              <p:spTgt spid="15"/>
                                            </p:tgtEl>
                                            <p:attrNameLst>
                                              <p:attrName>style.visibility</p:attrName>
                                            </p:attrNameLst>
                                          </p:cBhvr>
                                          <p:to>
                                            <p:strVal val="visible"/>
                                          </p:to>
                                        </p:set>
                                        <p:anim calcmode="lin" valueType="num">
                                          <p:cBhvr>
                                            <p:cTn id="52" dur="300" fill="hold"/>
                                            <p:tgtEl>
                                              <p:spTgt spid="15"/>
                                            </p:tgtEl>
                                            <p:attrNameLst>
                                              <p:attrName>ppt_w</p:attrName>
                                            </p:attrNameLst>
                                          </p:cBhvr>
                                          <p:tavLst>
                                            <p:tav tm="0">
                                              <p:val>
                                                <p:fltVal val="0"/>
                                              </p:val>
                                            </p:tav>
                                            <p:tav tm="100000">
                                              <p:val>
                                                <p:strVal val="#ppt_w"/>
                                              </p:val>
                                            </p:tav>
                                          </p:tavLst>
                                        </p:anim>
                                        <p:anim calcmode="lin" valueType="num">
                                          <p:cBhvr>
                                            <p:cTn id="53" dur="300" fill="hold"/>
                                            <p:tgtEl>
                                              <p:spTgt spid="15"/>
                                            </p:tgtEl>
                                            <p:attrNameLst>
                                              <p:attrName>ppt_h</p:attrName>
                                            </p:attrNameLst>
                                          </p:cBhvr>
                                          <p:tavLst>
                                            <p:tav tm="0">
                                              <p:val>
                                                <p:fltVal val="0"/>
                                              </p:val>
                                            </p:tav>
                                            <p:tav tm="100000">
                                              <p:val>
                                                <p:strVal val="#ppt_h"/>
                                              </p:val>
                                            </p:tav>
                                          </p:tavLst>
                                        </p:anim>
                                        <p:animEffect transition="in" filter="fade">
                                          <p:cBhvr>
                                            <p:cTn id="54" dur="300"/>
                                            <p:tgtEl>
                                              <p:spTgt spid="15"/>
                                            </p:tgtEl>
                                          </p:cBhvr>
                                        </p:animEffect>
                                      </p:childTnLst>
                                    </p:cTn>
                                  </p:par>
                                  <p:par>
                                    <p:cTn id="55" presetID="6" presetClass="emph" presetSubtype="0" autoRev="1" fill="hold" grpId="1" nodeType="withEffect">
                                      <p:stCondLst>
                                        <p:cond delay="1200"/>
                                      </p:stCondLst>
                                      <p:childTnLst>
                                        <p:animScale>
                                          <p:cBhvr>
                                            <p:cTn id="56" dur="150" fill="hold"/>
                                            <p:tgtEl>
                                              <p:spTgt spid="15"/>
                                            </p:tgtEl>
                                          </p:cBhvr>
                                          <p:by x="110000" y="110000"/>
                                        </p:animScale>
                                      </p:childTnLst>
                                    </p:cTn>
                                  </p:par>
                                  <p:par>
                                    <p:cTn id="57" presetID="2" presetClass="entr" presetSubtype="4" fill="hold" grpId="0" nodeType="withEffect">
                                      <p:stCondLst>
                                        <p:cond delay="1200"/>
                                      </p:stCondLst>
                                      <p:childTnLst>
                                        <p:set>
                                          <p:cBhvr>
                                            <p:cTn id="58" dur="1" fill="hold">
                                              <p:stCondLst>
                                                <p:cond delay="0"/>
                                              </p:stCondLst>
                                            </p:cTn>
                                            <p:tgtEl>
                                              <p:spTgt spid="25"/>
                                            </p:tgtEl>
                                            <p:attrNameLst>
                                              <p:attrName>style.visibility</p:attrName>
                                            </p:attrNameLst>
                                          </p:cBhvr>
                                          <p:to>
                                            <p:strVal val="visible"/>
                                          </p:to>
                                        </p:set>
                                        <p:anim calcmode="lin" valueType="num">
                                          <p:cBhvr additive="base">
                                            <p:cTn id="59" dur="500" fill="hold"/>
                                            <p:tgtEl>
                                              <p:spTgt spid="25"/>
                                            </p:tgtEl>
                                            <p:attrNameLst>
                                              <p:attrName>ppt_x</p:attrName>
                                            </p:attrNameLst>
                                          </p:cBhvr>
                                          <p:tavLst>
                                            <p:tav tm="0">
                                              <p:val>
                                                <p:strVal val="#ppt_x"/>
                                              </p:val>
                                            </p:tav>
                                            <p:tav tm="100000">
                                              <p:val>
                                                <p:strVal val="#ppt_x"/>
                                              </p:val>
                                            </p:tav>
                                          </p:tavLst>
                                        </p:anim>
                                        <p:anim calcmode="lin" valueType="num">
                                          <p:cBhvr additive="base">
                                            <p:cTn id="60" dur="500" fill="hold"/>
                                            <p:tgtEl>
                                              <p:spTgt spid="2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1300"/>
                                      </p:stCondLst>
                                      <p:childTnLst>
                                        <p:set>
                                          <p:cBhvr>
                                            <p:cTn id="62" dur="1" fill="hold">
                                              <p:stCondLst>
                                                <p:cond delay="0"/>
                                              </p:stCondLst>
                                            </p:cTn>
                                            <p:tgtEl>
                                              <p:spTgt spid="32"/>
                                            </p:tgtEl>
                                            <p:attrNameLst>
                                              <p:attrName>style.visibility</p:attrName>
                                            </p:attrNameLst>
                                          </p:cBhvr>
                                          <p:to>
                                            <p:strVal val="visible"/>
                                          </p:to>
                                        </p:set>
                                        <p:anim calcmode="lin" valueType="num">
                                          <p:cBhvr additive="base">
                                            <p:cTn id="63" dur="500" fill="hold"/>
                                            <p:tgtEl>
                                              <p:spTgt spid="32"/>
                                            </p:tgtEl>
                                            <p:attrNameLst>
                                              <p:attrName>ppt_x</p:attrName>
                                            </p:attrNameLst>
                                          </p:cBhvr>
                                          <p:tavLst>
                                            <p:tav tm="0">
                                              <p:val>
                                                <p:strVal val="#ppt_x"/>
                                              </p:val>
                                            </p:tav>
                                            <p:tav tm="100000">
                                              <p:val>
                                                <p:strVal val="#ppt_x"/>
                                              </p:val>
                                            </p:tav>
                                          </p:tavLst>
                                        </p:anim>
                                        <p:anim calcmode="lin" valueType="num">
                                          <p:cBhvr additive="base">
                                            <p:cTn id="64" dur="500" fill="hold"/>
                                            <p:tgtEl>
                                              <p:spTgt spid="32"/>
                                            </p:tgtEl>
                                            <p:attrNameLst>
                                              <p:attrName>ppt_y</p:attrName>
                                            </p:attrNameLst>
                                          </p:cBhvr>
                                          <p:tavLst>
                                            <p:tav tm="0">
                                              <p:val>
                                                <p:strVal val="1+#ppt_h/2"/>
                                              </p:val>
                                            </p:tav>
                                            <p:tav tm="100000">
                                              <p:val>
                                                <p:strVal val="#ppt_y"/>
                                              </p:val>
                                            </p:tav>
                                          </p:tavLst>
                                        </p:anim>
                                      </p:childTnLst>
                                    </p:cTn>
                                  </p:par>
                                  <p:par>
                                    <p:cTn id="65" presetID="22" presetClass="entr" presetSubtype="4" fill="hold" grpId="0" nodeType="withEffect">
                                      <p:stCondLst>
                                        <p:cond delay="1400"/>
                                      </p:stCondLst>
                                      <p:childTnLst>
                                        <p:set>
                                          <p:cBhvr>
                                            <p:cTn id="66" dur="1" fill="hold">
                                              <p:stCondLst>
                                                <p:cond delay="0"/>
                                              </p:stCondLst>
                                            </p:cTn>
                                            <p:tgtEl>
                                              <p:spTgt spid="14"/>
                                            </p:tgtEl>
                                            <p:attrNameLst>
                                              <p:attrName>style.visibility</p:attrName>
                                            </p:attrNameLst>
                                          </p:cBhvr>
                                          <p:to>
                                            <p:strVal val="visible"/>
                                          </p:to>
                                        </p:set>
                                        <p:animEffect transition="in" filter="wipe(down)">
                                          <p:cBhvr>
                                            <p:cTn id="67" dur="750"/>
                                            <p:tgtEl>
                                              <p:spTgt spid="14"/>
                                            </p:tgtEl>
                                          </p:cBhvr>
                                        </p:animEffect>
                                      </p:childTnLst>
                                    </p:cTn>
                                  </p:par>
                                  <p:par>
                                    <p:cTn id="68" presetID="53" presetClass="entr" presetSubtype="16" fill="hold" grpId="0" nodeType="withEffect">
                                      <p:stCondLst>
                                        <p:cond delay="1400"/>
                                      </p:stCondLst>
                                      <p:childTnLst>
                                        <p:set>
                                          <p:cBhvr>
                                            <p:cTn id="69" dur="1" fill="hold">
                                              <p:stCondLst>
                                                <p:cond delay="0"/>
                                              </p:stCondLst>
                                            </p:cTn>
                                            <p:tgtEl>
                                              <p:spTgt spid="16"/>
                                            </p:tgtEl>
                                            <p:attrNameLst>
                                              <p:attrName>style.visibility</p:attrName>
                                            </p:attrNameLst>
                                          </p:cBhvr>
                                          <p:to>
                                            <p:strVal val="visible"/>
                                          </p:to>
                                        </p:set>
                                        <p:anim calcmode="lin" valueType="num">
                                          <p:cBhvr>
                                            <p:cTn id="70" dur="300" fill="hold"/>
                                            <p:tgtEl>
                                              <p:spTgt spid="16"/>
                                            </p:tgtEl>
                                            <p:attrNameLst>
                                              <p:attrName>ppt_w</p:attrName>
                                            </p:attrNameLst>
                                          </p:cBhvr>
                                          <p:tavLst>
                                            <p:tav tm="0">
                                              <p:val>
                                                <p:fltVal val="0"/>
                                              </p:val>
                                            </p:tav>
                                            <p:tav tm="100000">
                                              <p:val>
                                                <p:strVal val="#ppt_w"/>
                                              </p:val>
                                            </p:tav>
                                          </p:tavLst>
                                        </p:anim>
                                        <p:anim calcmode="lin" valueType="num">
                                          <p:cBhvr>
                                            <p:cTn id="71" dur="300" fill="hold"/>
                                            <p:tgtEl>
                                              <p:spTgt spid="16"/>
                                            </p:tgtEl>
                                            <p:attrNameLst>
                                              <p:attrName>ppt_h</p:attrName>
                                            </p:attrNameLst>
                                          </p:cBhvr>
                                          <p:tavLst>
                                            <p:tav tm="0">
                                              <p:val>
                                                <p:fltVal val="0"/>
                                              </p:val>
                                            </p:tav>
                                            <p:tav tm="100000">
                                              <p:val>
                                                <p:strVal val="#ppt_h"/>
                                              </p:val>
                                            </p:tav>
                                          </p:tavLst>
                                        </p:anim>
                                        <p:animEffect transition="in" filter="fade">
                                          <p:cBhvr>
                                            <p:cTn id="72" dur="300"/>
                                            <p:tgtEl>
                                              <p:spTgt spid="16"/>
                                            </p:tgtEl>
                                          </p:cBhvr>
                                        </p:animEffect>
                                      </p:childTnLst>
                                    </p:cTn>
                                  </p:par>
                                  <p:par>
                                    <p:cTn id="73" presetID="6" presetClass="emph" presetSubtype="0" autoRev="1" fill="hold" grpId="1" nodeType="withEffect">
                                      <p:stCondLst>
                                        <p:cond delay="1700"/>
                                      </p:stCondLst>
                                      <p:childTnLst>
                                        <p:animScale>
                                          <p:cBhvr>
                                            <p:cTn id="74" dur="150" fill="hold"/>
                                            <p:tgtEl>
                                              <p:spTgt spid="16"/>
                                            </p:tgtEl>
                                          </p:cBhvr>
                                          <p:by x="110000" y="110000"/>
                                        </p:animScale>
                                      </p:childTnLst>
                                    </p:cTn>
                                  </p:par>
                                  <p:par>
                                    <p:cTn id="75" presetID="53" presetClass="entr" presetSubtype="16" fill="hold" grpId="0" nodeType="withEffect">
                                      <p:stCondLst>
                                        <p:cond delay="1500"/>
                                      </p:stCondLst>
                                      <p:childTnLst>
                                        <p:set>
                                          <p:cBhvr>
                                            <p:cTn id="76" dur="1" fill="hold">
                                              <p:stCondLst>
                                                <p:cond delay="0"/>
                                              </p:stCondLst>
                                            </p:cTn>
                                            <p:tgtEl>
                                              <p:spTgt spid="18"/>
                                            </p:tgtEl>
                                            <p:attrNameLst>
                                              <p:attrName>style.visibility</p:attrName>
                                            </p:attrNameLst>
                                          </p:cBhvr>
                                          <p:to>
                                            <p:strVal val="visible"/>
                                          </p:to>
                                        </p:set>
                                        <p:anim calcmode="lin" valueType="num">
                                          <p:cBhvr>
                                            <p:cTn id="77" dur="300" fill="hold"/>
                                            <p:tgtEl>
                                              <p:spTgt spid="18"/>
                                            </p:tgtEl>
                                            <p:attrNameLst>
                                              <p:attrName>ppt_w</p:attrName>
                                            </p:attrNameLst>
                                          </p:cBhvr>
                                          <p:tavLst>
                                            <p:tav tm="0">
                                              <p:val>
                                                <p:fltVal val="0"/>
                                              </p:val>
                                            </p:tav>
                                            <p:tav tm="100000">
                                              <p:val>
                                                <p:strVal val="#ppt_w"/>
                                              </p:val>
                                            </p:tav>
                                          </p:tavLst>
                                        </p:anim>
                                        <p:anim calcmode="lin" valueType="num">
                                          <p:cBhvr>
                                            <p:cTn id="78" dur="300" fill="hold"/>
                                            <p:tgtEl>
                                              <p:spTgt spid="18"/>
                                            </p:tgtEl>
                                            <p:attrNameLst>
                                              <p:attrName>ppt_h</p:attrName>
                                            </p:attrNameLst>
                                          </p:cBhvr>
                                          <p:tavLst>
                                            <p:tav tm="0">
                                              <p:val>
                                                <p:fltVal val="0"/>
                                              </p:val>
                                            </p:tav>
                                            <p:tav tm="100000">
                                              <p:val>
                                                <p:strVal val="#ppt_h"/>
                                              </p:val>
                                            </p:tav>
                                          </p:tavLst>
                                        </p:anim>
                                        <p:animEffect transition="in" filter="fade">
                                          <p:cBhvr>
                                            <p:cTn id="79" dur="300"/>
                                            <p:tgtEl>
                                              <p:spTgt spid="18"/>
                                            </p:tgtEl>
                                          </p:cBhvr>
                                        </p:animEffect>
                                      </p:childTnLst>
                                    </p:cTn>
                                  </p:par>
                                  <p:par>
                                    <p:cTn id="80" presetID="6" presetClass="emph" presetSubtype="0" autoRev="1" fill="hold" grpId="1" nodeType="withEffect">
                                      <p:stCondLst>
                                        <p:cond delay="1800"/>
                                      </p:stCondLst>
                                      <p:childTnLst>
                                        <p:animScale>
                                          <p:cBhvr>
                                            <p:cTn id="81" dur="150" fill="hold"/>
                                            <p:tgtEl>
                                              <p:spTgt spid="18"/>
                                            </p:tgtEl>
                                          </p:cBhvr>
                                          <p:by x="110000" y="110000"/>
                                        </p:animScale>
                                      </p:childTnLst>
                                    </p:cTn>
                                  </p:par>
                                  <p:par>
                                    <p:cTn id="82" presetID="2" presetClass="entr" presetSubtype="4" fill="hold" grpId="0" nodeType="withEffect">
                                      <p:stCondLst>
                                        <p:cond delay="1800"/>
                                      </p:stCondLst>
                                      <p:childTnLst>
                                        <p:set>
                                          <p:cBhvr>
                                            <p:cTn id="83" dur="1" fill="hold">
                                              <p:stCondLst>
                                                <p:cond delay="0"/>
                                              </p:stCondLst>
                                            </p:cTn>
                                            <p:tgtEl>
                                              <p:spTgt spid="26"/>
                                            </p:tgtEl>
                                            <p:attrNameLst>
                                              <p:attrName>style.visibility</p:attrName>
                                            </p:attrNameLst>
                                          </p:cBhvr>
                                          <p:to>
                                            <p:strVal val="visible"/>
                                          </p:to>
                                        </p:set>
                                        <p:anim calcmode="lin" valueType="num">
                                          <p:cBhvr additive="base">
                                            <p:cTn id="84" dur="500" fill="hold"/>
                                            <p:tgtEl>
                                              <p:spTgt spid="26"/>
                                            </p:tgtEl>
                                            <p:attrNameLst>
                                              <p:attrName>ppt_x</p:attrName>
                                            </p:attrNameLst>
                                          </p:cBhvr>
                                          <p:tavLst>
                                            <p:tav tm="0">
                                              <p:val>
                                                <p:strVal val="#ppt_x"/>
                                              </p:val>
                                            </p:tav>
                                            <p:tav tm="100000">
                                              <p:val>
                                                <p:strVal val="#ppt_x"/>
                                              </p:val>
                                            </p:tav>
                                          </p:tavLst>
                                        </p:anim>
                                        <p:anim calcmode="lin" valueType="num">
                                          <p:cBhvr additive="base">
                                            <p:cTn id="85" dur="500" fill="hold"/>
                                            <p:tgtEl>
                                              <p:spTgt spid="26"/>
                                            </p:tgtEl>
                                            <p:attrNameLst>
                                              <p:attrName>ppt_y</p:attrName>
                                            </p:attrNameLst>
                                          </p:cBhvr>
                                          <p:tavLst>
                                            <p:tav tm="0">
                                              <p:val>
                                                <p:strVal val="1+#ppt_h/2"/>
                                              </p:val>
                                            </p:tav>
                                            <p:tav tm="100000">
                                              <p:val>
                                                <p:strVal val="#ppt_y"/>
                                              </p:val>
                                            </p:tav>
                                          </p:tavLst>
                                        </p:anim>
                                      </p:childTnLst>
                                    </p:cTn>
                                  </p:par>
                                  <p:par>
                                    <p:cTn id="86" presetID="2" presetClass="entr" presetSubtype="4" fill="hold" grpId="0" nodeType="withEffect">
                                      <p:stCondLst>
                                        <p:cond delay="1900"/>
                                      </p:stCondLst>
                                      <p:childTnLst>
                                        <p:set>
                                          <p:cBhvr>
                                            <p:cTn id="87" dur="1" fill="hold">
                                              <p:stCondLst>
                                                <p:cond delay="0"/>
                                              </p:stCondLst>
                                            </p:cTn>
                                            <p:tgtEl>
                                              <p:spTgt spid="31"/>
                                            </p:tgtEl>
                                            <p:attrNameLst>
                                              <p:attrName>style.visibility</p:attrName>
                                            </p:attrNameLst>
                                          </p:cBhvr>
                                          <p:to>
                                            <p:strVal val="visible"/>
                                          </p:to>
                                        </p:set>
                                        <p:anim calcmode="lin" valueType="num">
                                          <p:cBhvr additive="base">
                                            <p:cTn id="88" dur="500" fill="hold"/>
                                            <p:tgtEl>
                                              <p:spTgt spid="31"/>
                                            </p:tgtEl>
                                            <p:attrNameLst>
                                              <p:attrName>ppt_x</p:attrName>
                                            </p:attrNameLst>
                                          </p:cBhvr>
                                          <p:tavLst>
                                            <p:tav tm="0">
                                              <p:val>
                                                <p:strVal val="#ppt_x"/>
                                              </p:val>
                                            </p:tav>
                                            <p:tav tm="100000">
                                              <p:val>
                                                <p:strVal val="#ppt_x"/>
                                              </p:val>
                                            </p:tav>
                                          </p:tavLst>
                                        </p:anim>
                                        <p:anim calcmode="lin" valueType="num">
                                          <p:cBhvr additive="base">
                                            <p:cTn id="89" dur="500" fill="hold"/>
                                            <p:tgtEl>
                                              <p:spTgt spid="31"/>
                                            </p:tgtEl>
                                            <p:attrNameLst>
                                              <p:attrName>ppt_y</p:attrName>
                                            </p:attrNameLst>
                                          </p:cBhvr>
                                          <p:tavLst>
                                            <p:tav tm="0">
                                              <p:val>
                                                <p:strVal val="1+#ppt_h/2"/>
                                              </p:val>
                                            </p:tav>
                                            <p:tav tm="100000">
                                              <p:val>
                                                <p:strVal val="#ppt_y"/>
                                              </p:val>
                                            </p:tav>
                                          </p:tavLst>
                                        </p:anim>
                                      </p:childTnLst>
                                    </p:cTn>
                                  </p:par>
                                  <p:par>
                                    <p:cTn id="90" presetID="22" presetClass="entr" presetSubtype="4" fill="hold" grpId="0" nodeType="withEffect">
                                      <p:stCondLst>
                                        <p:cond delay="2000"/>
                                      </p:stCondLst>
                                      <p:childTnLst>
                                        <p:set>
                                          <p:cBhvr>
                                            <p:cTn id="91" dur="1" fill="hold">
                                              <p:stCondLst>
                                                <p:cond delay="0"/>
                                              </p:stCondLst>
                                            </p:cTn>
                                            <p:tgtEl>
                                              <p:spTgt spid="17"/>
                                            </p:tgtEl>
                                            <p:attrNameLst>
                                              <p:attrName>style.visibility</p:attrName>
                                            </p:attrNameLst>
                                          </p:cBhvr>
                                          <p:to>
                                            <p:strVal val="visible"/>
                                          </p:to>
                                        </p:set>
                                        <p:animEffect transition="in" filter="wipe(down)">
                                          <p:cBhvr>
                                            <p:cTn id="92" dur="750"/>
                                            <p:tgtEl>
                                              <p:spTgt spid="17"/>
                                            </p:tgtEl>
                                          </p:cBhvr>
                                        </p:animEffect>
                                      </p:childTnLst>
                                    </p:cTn>
                                  </p:par>
                                  <p:par>
                                    <p:cTn id="93" presetID="53" presetClass="entr" presetSubtype="16" fill="hold" grpId="0" nodeType="withEffect">
                                      <p:stCondLst>
                                        <p:cond delay="2000"/>
                                      </p:stCondLst>
                                      <p:childTnLst>
                                        <p:set>
                                          <p:cBhvr>
                                            <p:cTn id="94" dur="1" fill="hold">
                                              <p:stCondLst>
                                                <p:cond delay="0"/>
                                              </p:stCondLst>
                                            </p:cTn>
                                            <p:tgtEl>
                                              <p:spTgt spid="19"/>
                                            </p:tgtEl>
                                            <p:attrNameLst>
                                              <p:attrName>style.visibility</p:attrName>
                                            </p:attrNameLst>
                                          </p:cBhvr>
                                          <p:to>
                                            <p:strVal val="visible"/>
                                          </p:to>
                                        </p:set>
                                        <p:anim calcmode="lin" valueType="num">
                                          <p:cBhvr>
                                            <p:cTn id="95" dur="300" fill="hold"/>
                                            <p:tgtEl>
                                              <p:spTgt spid="19"/>
                                            </p:tgtEl>
                                            <p:attrNameLst>
                                              <p:attrName>ppt_w</p:attrName>
                                            </p:attrNameLst>
                                          </p:cBhvr>
                                          <p:tavLst>
                                            <p:tav tm="0">
                                              <p:val>
                                                <p:fltVal val="0"/>
                                              </p:val>
                                            </p:tav>
                                            <p:tav tm="100000">
                                              <p:val>
                                                <p:strVal val="#ppt_w"/>
                                              </p:val>
                                            </p:tav>
                                          </p:tavLst>
                                        </p:anim>
                                        <p:anim calcmode="lin" valueType="num">
                                          <p:cBhvr>
                                            <p:cTn id="96" dur="300" fill="hold"/>
                                            <p:tgtEl>
                                              <p:spTgt spid="19"/>
                                            </p:tgtEl>
                                            <p:attrNameLst>
                                              <p:attrName>ppt_h</p:attrName>
                                            </p:attrNameLst>
                                          </p:cBhvr>
                                          <p:tavLst>
                                            <p:tav tm="0">
                                              <p:val>
                                                <p:fltVal val="0"/>
                                              </p:val>
                                            </p:tav>
                                            <p:tav tm="100000">
                                              <p:val>
                                                <p:strVal val="#ppt_h"/>
                                              </p:val>
                                            </p:tav>
                                          </p:tavLst>
                                        </p:anim>
                                        <p:animEffect transition="in" filter="fade">
                                          <p:cBhvr>
                                            <p:cTn id="97" dur="300"/>
                                            <p:tgtEl>
                                              <p:spTgt spid="19"/>
                                            </p:tgtEl>
                                          </p:cBhvr>
                                        </p:animEffect>
                                      </p:childTnLst>
                                    </p:cTn>
                                  </p:par>
                                  <p:par>
                                    <p:cTn id="98" presetID="6" presetClass="emph" presetSubtype="0" autoRev="1" fill="hold" grpId="1" nodeType="withEffect">
                                      <p:stCondLst>
                                        <p:cond delay="2300"/>
                                      </p:stCondLst>
                                      <p:childTnLst>
                                        <p:animScale>
                                          <p:cBhvr>
                                            <p:cTn id="99" dur="150" fill="hold"/>
                                            <p:tgtEl>
                                              <p:spTgt spid="19"/>
                                            </p:tgtEl>
                                          </p:cBhvr>
                                          <p:by x="110000" y="110000"/>
                                        </p:animScale>
                                      </p:childTnLst>
                                    </p:cTn>
                                  </p:par>
                                  <p:par>
                                    <p:cTn id="100" presetID="53" presetClass="entr" presetSubtype="16" fill="hold" grpId="0" nodeType="withEffect">
                                      <p:stCondLst>
                                        <p:cond delay="2100"/>
                                      </p:stCondLst>
                                      <p:childTnLst>
                                        <p:set>
                                          <p:cBhvr>
                                            <p:cTn id="101" dur="1" fill="hold">
                                              <p:stCondLst>
                                                <p:cond delay="0"/>
                                              </p:stCondLst>
                                            </p:cTn>
                                            <p:tgtEl>
                                              <p:spTgt spid="21"/>
                                            </p:tgtEl>
                                            <p:attrNameLst>
                                              <p:attrName>style.visibility</p:attrName>
                                            </p:attrNameLst>
                                          </p:cBhvr>
                                          <p:to>
                                            <p:strVal val="visible"/>
                                          </p:to>
                                        </p:set>
                                        <p:anim calcmode="lin" valueType="num">
                                          <p:cBhvr>
                                            <p:cTn id="102" dur="300" fill="hold"/>
                                            <p:tgtEl>
                                              <p:spTgt spid="21"/>
                                            </p:tgtEl>
                                            <p:attrNameLst>
                                              <p:attrName>ppt_w</p:attrName>
                                            </p:attrNameLst>
                                          </p:cBhvr>
                                          <p:tavLst>
                                            <p:tav tm="0">
                                              <p:val>
                                                <p:fltVal val="0"/>
                                              </p:val>
                                            </p:tav>
                                            <p:tav tm="100000">
                                              <p:val>
                                                <p:strVal val="#ppt_w"/>
                                              </p:val>
                                            </p:tav>
                                          </p:tavLst>
                                        </p:anim>
                                        <p:anim calcmode="lin" valueType="num">
                                          <p:cBhvr>
                                            <p:cTn id="103" dur="300" fill="hold"/>
                                            <p:tgtEl>
                                              <p:spTgt spid="21"/>
                                            </p:tgtEl>
                                            <p:attrNameLst>
                                              <p:attrName>ppt_h</p:attrName>
                                            </p:attrNameLst>
                                          </p:cBhvr>
                                          <p:tavLst>
                                            <p:tav tm="0">
                                              <p:val>
                                                <p:fltVal val="0"/>
                                              </p:val>
                                            </p:tav>
                                            <p:tav tm="100000">
                                              <p:val>
                                                <p:strVal val="#ppt_h"/>
                                              </p:val>
                                            </p:tav>
                                          </p:tavLst>
                                        </p:anim>
                                        <p:animEffect transition="in" filter="fade">
                                          <p:cBhvr>
                                            <p:cTn id="104" dur="300"/>
                                            <p:tgtEl>
                                              <p:spTgt spid="21"/>
                                            </p:tgtEl>
                                          </p:cBhvr>
                                        </p:animEffect>
                                      </p:childTnLst>
                                    </p:cTn>
                                  </p:par>
                                  <p:par>
                                    <p:cTn id="105" presetID="6" presetClass="emph" presetSubtype="0" autoRev="1" fill="hold" grpId="1" nodeType="withEffect">
                                      <p:stCondLst>
                                        <p:cond delay="2400"/>
                                      </p:stCondLst>
                                      <p:childTnLst>
                                        <p:animScale>
                                          <p:cBhvr>
                                            <p:cTn id="106" dur="150" fill="hold"/>
                                            <p:tgtEl>
                                              <p:spTgt spid="21"/>
                                            </p:tgtEl>
                                          </p:cBhvr>
                                          <p:by x="110000" y="110000"/>
                                        </p:animScale>
                                      </p:childTnLst>
                                    </p:cTn>
                                  </p:par>
                                  <p:par>
                                    <p:cTn id="107" presetID="2" presetClass="entr" presetSubtype="4" fill="hold" grpId="0" nodeType="withEffect">
                                      <p:stCondLst>
                                        <p:cond delay="2400"/>
                                      </p:stCondLst>
                                      <p:childTnLst>
                                        <p:set>
                                          <p:cBhvr>
                                            <p:cTn id="108" dur="1" fill="hold">
                                              <p:stCondLst>
                                                <p:cond delay="0"/>
                                              </p:stCondLst>
                                            </p:cTn>
                                            <p:tgtEl>
                                              <p:spTgt spid="27"/>
                                            </p:tgtEl>
                                            <p:attrNameLst>
                                              <p:attrName>style.visibility</p:attrName>
                                            </p:attrNameLst>
                                          </p:cBhvr>
                                          <p:to>
                                            <p:strVal val="visible"/>
                                          </p:to>
                                        </p:set>
                                        <p:anim calcmode="lin" valueType="num">
                                          <p:cBhvr additive="base">
                                            <p:cTn id="109" dur="500" fill="hold"/>
                                            <p:tgtEl>
                                              <p:spTgt spid="27"/>
                                            </p:tgtEl>
                                            <p:attrNameLst>
                                              <p:attrName>ppt_x</p:attrName>
                                            </p:attrNameLst>
                                          </p:cBhvr>
                                          <p:tavLst>
                                            <p:tav tm="0">
                                              <p:val>
                                                <p:strVal val="#ppt_x"/>
                                              </p:val>
                                            </p:tav>
                                            <p:tav tm="100000">
                                              <p:val>
                                                <p:strVal val="#ppt_x"/>
                                              </p:val>
                                            </p:tav>
                                          </p:tavLst>
                                        </p:anim>
                                        <p:anim calcmode="lin" valueType="num">
                                          <p:cBhvr additive="base">
                                            <p:cTn id="110" dur="500" fill="hold"/>
                                            <p:tgtEl>
                                              <p:spTgt spid="27"/>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2500"/>
                                      </p:stCondLst>
                                      <p:childTnLst>
                                        <p:set>
                                          <p:cBhvr>
                                            <p:cTn id="112" dur="1" fill="hold">
                                              <p:stCondLst>
                                                <p:cond delay="0"/>
                                              </p:stCondLst>
                                            </p:cTn>
                                            <p:tgtEl>
                                              <p:spTgt spid="30"/>
                                            </p:tgtEl>
                                            <p:attrNameLst>
                                              <p:attrName>style.visibility</p:attrName>
                                            </p:attrNameLst>
                                          </p:cBhvr>
                                          <p:to>
                                            <p:strVal val="visible"/>
                                          </p:to>
                                        </p:set>
                                        <p:anim calcmode="lin" valueType="num">
                                          <p:cBhvr additive="base">
                                            <p:cTn id="113" dur="500" fill="hold"/>
                                            <p:tgtEl>
                                              <p:spTgt spid="30"/>
                                            </p:tgtEl>
                                            <p:attrNameLst>
                                              <p:attrName>ppt_x</p:attrName>
                                            </p:attrNameLst>
                                          </p:cBhvr>
                                          <p:tavLst>
                                            <p:tav tm="0">
                                              <p:val>
                                                <p:strVal val="#ppt_x"/>
                                              </p:val>
                                            </p:tav>
                                            <p:tav tm="100000">
                                              <p:val>
                                                <p:strVal val="#ppt_x"/>
                                              </p:val>
                                            </p:tav>
                                          </p:tavLst>
                                        </p:anim>
                                        <p:anim calcmode="lin" valueType="num">
                                          <p:cBhvr additive="base">
                                            <p:cTn id="114" dur="500" fill="hold"/>
                                            <p:tgtEl>
                                              <p:spTgt spid="30"/>
                                            </p:tgtEl>
                                            <p:attrNameLst>
                                              <p:attrName>ppt_y</p:attrName>
                                            </p:attrNameLst>
                                          </p:cBhvr>
                                          <p:tavLst>
                                            <p:tav tm="0">
                                              <p:val>
                                                <p:strVal val="1+#ppt_h/2"/>
                                              </p:val>
                                            </p:tav>
                                            <p:tav tm="100000">
                                              <p:val>
                                                <p:strVal val="#ppt_y"/>
                                              </p:val>
                                            </p:tav>
                                          </p:tavLst>
                                        </p:anim>
                                      </p:childTnLst>
                                    </p:cTn>
                                  </p:par>
                                  <p:par>
                                    <p:cTn id="115" presetID="22" presetClass="entr" presetSubtype="4" fill="hold" grpId="0" nodeType="withEffect">
                                      <p:stCondLst>
                                        <p:cond delay="2600"/>
                                      </p:stCondLst>
                                      <p:childTnLst>
                                        <p:set>
                                          <p:cBhvr>
                                            <p:cTn id="116" dur="1" fill="hold">
                                              <p:stCondLst>
                                                <p:cond delay="0"/>
                                              </p:stCondLst>
                                            </p:cTn>
                                            <p:tgtEl>
                                              <p:spTgt spid="20"/>
                                            </p:tgtEl>
                                            <p:attrNameLst>
                                              <p:attrName>style.visibility</p:attrName>
                                            </p:attrNameLst>
                                          </p:cBhvr>
                                          <p:to>
                                            <p:strVal val="visible"/>
                                          </p:to>
                                        </p:set>
                                        <p:animEffect transition="in" filter="wipe(down)">
                                          <p:cBhvr>
                                            <p:cTn id="117" dur="750"/>
                                            <p:tgtEl>
                                              <p:spTgt spid="20"/>
                                            </p:tgtEl>
                                          </p:cBhvr>
                                        </p:animEffect>
                                      </p:childTnLst>
                                    </p:cTn>
                                  </p:par>
                                  <p:par>
                                    <p:cTn id="118" presetID="53" presetClass="entr" presetSubtype="16" fill="hold" grpId="0" nodeType="withEffect">
                                      <p:stCondLst>
                                        <p:cond delay="2600"/>
                                      </p:stCondLst>
                                      <p:childTnLst>
                                        <p:set>
                                          <p:cBhvr>
                                            <p:cTn id="119" dur="1" fill="hold">
                                              <p:stCondLst>
                                                <p:cond delay="0"/>
                                              </p:stCondLst>
                                            </p:cTn>
                                            <p:tgtEl>
                                              <p:spTgt spid="22"/>
                                            </p:tgtEl>
                                            <p:attrNameLst>
                                              <p:attrName>style.visibility</p:attrName>
                                            </p:attrNameLst>
                                          </p:cBhvr>
                                          <p:to>
                                            <p:strVal val="visible"/>
                                          </p:to>
                                        </p:set>
                                        <p:anim calcmode="lin" valueType="num">
                                          <p:cBhvr>
                                            <p:cTn id="120" dur="300" fill="hold"/>
                                            <p:tgtEl>
                                              <p:spTgt spid="22"/>
                                            </p:tgtEl>
                                            <p:attrNameLst>
                                              <p:attrName>ppt_w</p:attrName>
                                            </p:attrNameLst>
                                          </p:cBhvr>
                                          <p:tavLst>
                                            <p:tav tm="0">
                                              <p:val>
                                                <p:fltVal val="0"/>
                                              </p:val>
                                            </p:tav>
                                            <p:tav tm="100000">
                                              <p:val>
                                                <p:strVal val="#ppt_w"/>
                                              </p:val>
                                            </p:tav>
                                          </p:tavLst>
                                        </p:anim>
                                        <p:anim calcmode="lin" valueType="num">
                                          <p:cBhvr>
                                            <p:cTn id="121" dur="300" fill="hold"/>
                                            <p:tgtEl>
                                              <p:spTgt spid="22"/>
                                            </p:tgtEl>
                                            <p:attrNameLst>
                                              <p:attrName>ppt_h</p:attrName>
                                            </p:attrNameLst>
                                          </p:cBhvr>
                                          <p:tavLst>
                                            <p:tav tm="0">
                                              <p:val>
                                                <p:fltVal val="0"/>
                                              </p:val>
                                            </p:tav>
                                            <p:tav tm="100000">
                                              <p:val>
                                                <p:strVal val="#ppt_h"/>
                                              </p:val>
                                            </p:tav>
                                          </p:tavLst>
                                        </p:anim>
                                        <p:animEffect transition="in" filter="fade">
                                          <p:cBhvr>
                                            <p:cTn id="122" dur="300"/>
                                            <p:tgtEl>
                                              <p:spTgt spid="22"/>
                                            </p:tgtEl>
                                          </p:cBhvr>
                                        </p:animEffect>
                                      </p:childTnLst>
                                    </p:cTn>
                                  </p:par>
                                  <p:par>
                                    <p:cTn id="123" presetID="6" presetClass="emph" presetSubtype="0" autoRev="1" fill="hold" grpId="1" nodeType="withEffect">
                                      <p:stCondLst>
                                        <p:cond delay="2900"/>
                                      </p:stCondLst>
                                      <p:childTnLst>
                                        <p:animScale>
                                          <p:cBhvr>
                                            <p:cTn id="124" dur="150" fill="hold"/>
                                            <p:tgtEl>
                                              <p:spTgt spid="22"/>
                                            </p:tgtEl>
                                          </p:cBhvr>
                                          <p:by x="110000" y="110000"/>
                                        </p:animScale>
                                      </p:childTnLst>
                                    </p:cTn>
                                  </p:par>
                                  <p:par>
                                    <p:cTn id="125" presetID="53" presetClass="entr" presetSubtype="16" fill="hold" grpId="0" nodeType="withEffect">
                                      <p:stCondLst>
                                        <p:cond delay="2700"/>
                                      </p:stCondLst>
                                      <p:childTnLst>
                                        <p:set>
                                          <p:cBhvr>
                                            <p:cTn id="126" dur="1" fill="hold">
                                              <p:stCondLst>
                                                <p:cond delay="0"/>
                                              </p:stCondLst>
                                            </p:cTn>
                                            <p:tgtEl>
                                              <p:spTgt spid="24"/>
                                            </p:tgtEl>
                                            <p:attrNameLst>
                                              <p:attrName>style.visibility</p:attrName>
                                            </p:attrNameLst>
                                          </p:cBhvr>
                                          <p:to>
                                            <p:strVal val="visible"/>
                                          </p:to>
                                        </p:set>
                                        <p:anim calcmode="lin" valueType="num">
                                          <p:cBhvr>
                                            <p:cTn id="127" dur="300" fill="hold"/>
                                            <p:tgtEl>
                                              <p:spTgt spid="24"/>
                                            </p:tgtEl>
                                            <p:attrNameLst>
                                              <p:attrName>ppt_w</p:attrName>
                                            </p:attrNameLst>
                                          </p:cBhvr>
                                          <p:tavLst>
                                            <p:tav tm="0">
                                              <p:val>
                                                <p:fltVal val="0"/>
                                              </p:val>
                                            </p:tav>
                                            <p:tav tm="100000">
                                              <p:val>
                                                <p:strVal val="#ppt_w"/>
                                              </p:val>
                                            </p:tav>
                                          </p:tavLst>
                                        </p:anim>
                                        <p:anim calcmode="lin" valueType="num">
                                          <p:cBhvr>
                                            <p:cTn id="128" dur="300" fill="hold"/>
                                            <p:tgtEl>
                                              <p:spTgt spid="24"/>
                                            </p:tgtEl>
                                            <p:attrNameLst>
                                              <p:attrName>ppt_h</p:attrName>
                                            </p:attrNameLst>
                                          </p:cBhvr>
                                          <p:tavLst>
                                            <p:tav tm="0">
                                              <p:val>
                                                <p:fltVal val="0"/>
                                              </p:val>
                                            </p:tav>
                                            <p:tav tm="100000">
                                              <p:val>
                                                <p:strVal val="#ppt_h"/>
                                              </p:val>
                                            </p:tav>
                                          </p:tavLst>
                                        </p:anim>
                                        <p:animEffect transition="in" filter="fade">
                                          <p:cBhvr>
                                            <p:cTn id="129" dur="300"/>
                                            <p:tgtEl>
                                              <p:spTgt spid="24"/>
                                            </p:tgtEl>
                                          </p:cBhvr>
                                        </p:animEffect>
                                      </p:childTnLst>
                                    </p:cTn>
                                  </p:par>
                                  <p:par>
                                    <p:cTn id="130" presetID="6" presetClass="emph" presetSubtype="0" autoRev="1" fill="hold" grpId="1" nodeType="withEffect">
                                      <p:stCondLst>
                                        <p:cond delay="3000"/>
                                      </p:stCondLst>
                                      <p:childTnLst>
                                        <p:animScale>
                                          <p:cBhvr>
                                            <p:cTn id="131" dur="150" fill="hold"/>
                                            <p:tgtEl>
                                              <p:spTgt spid="24"/>
                                            </p:tgtEl>
                                          </p:cBhvr>
                                          <p:by x="110000" y="110000"/>
                                        </p:animScale>
                                      </p:childTnLst>
                                    </p:cTn>
                                  </p:par>
                                  <p:par>
                                    <p:cTn id="132" presetID="2" presetClass="entr" presetSubtype="4" fill="hold" grpId="0" nodeType="withEffect">
                                      <p:stCondLst>
                                        <p:cond delay="3000"/>
                                      </p:stCondLst>
                                      <p:childTnLst>
                                        <p:set>
                                          <p:cBhvr>
                                            <p:cTn id="133" dur="1" fill="hold">
                                              <p:stCondLst>
                                                <p:cond delay="0"/>
                                              </p:stCondLst>
                                            </p:cTn>
                                            <p:tgtEl>
                                              <p:spTgt spid="28"/>
                                            </p:tgtEl>
                                            <p:attrNameLst>
                                              <p:attrName>style.visibility</p:attrName>
                                            </p:attrNameLst>
                                          </p:cBhvr>
                                          <p:to>
                                            <p:strVal val="visible"/>
                                          </p:to>
                                        </p:set>
                                        <p:anim calcmode="lin" valueType="num">
                                          <p:cBhvr additive="base">
                                            <p:cTn id="134" dur="500" fill="hold"/>
                                            <p:tgtEl>
                                              <p:spTgt spid="28"/>
                                            </p:tgtEl>
                                            <p:attrNameLst>
                                              <p:attrName>ppt_x</p:attrName>
                                            </p:attrNameLst>
                                          </p:cBhvr>
                                          <p:tavLst>
                                            <p:tav tm="0">
                                              <p:val>
                                                <p:strVal val="#ppt_x"/>
                                              </p:val>
                                            </p:tav>
                                            <p:tav tm="100000">
                                              <p:val>
                                                <p:strVal val="#ppt_x"/>
                                              </p:val>
                                            </p:tav>
                                          </p:tavLst>
                                        </p:anim>
                                        <p:anim calcmode="lin" valueType="num">
                                          <p:cBhvr additive="base">
                                            <p:cTn id="135" dur="500" fill="hold"/>
                                            <p:tgtEl>
                                              <p:spTgt spid="28"/>
                                            </p:tgtEl>
                                            <p:attrNameLst>
                                              <p:attrName>ppt_y</p:attrName>
                                            </p:attrNameLst>
                                          </p:cBhvr>
                                          <p:tavLst>
                                            <p:tav tm="0">
                                              <p:val>
                                                <p:strVal val="1+#ppt_h/2"/>
                                              </p:val>
                                            </p:tav>
                                            <p:tav tm="100000">
                                              <p:val>
                                                <p:strVal val="#ppt_y"/>
                                              </p:val>
                                            </p:tav>
                                          </p:tavLst>
                                        </p:anim>
                                      </p:childTnLst>
                                    </p:cTn>
                                  </p:par>
                                  <p:par>
                                    <p:cTn id="136" presetID="2" presetClass="entr" presetSubtype="4" fill="hold" grpId="0" nodeType="withEffect">
                                      <p:stCondLst>
                                        <p:cond delay="3100"/>
                                      </p:stCondLst>
                                      <p:childTnLst>
                                        <p:set>
                                          <p:cBhvr>
                                            <p:cTn id="137" dur="1" fill="hold">
                                              <p:stCondLst>
                                                <p:cond delay="0"/>
                                              </p:stCondLst>
                                            </p:cTn>
                                            <p:tgtEl>
                                              <p:spTgt spid="29"/>
                                            </p:tgtEl>
                                            <p:attrNameLst>
                                              <p:attrName>style.visibility</p:attrName>
                                            </p:attrNameLst>
                                          </p:cBhvr>
                                          <p:to>
                                            <p:strVal val="visible"/>
                                          </p:to>
                                        </p:set>
                                        <p:anim calcmode="lin" valueType="num">
                                          <p:cBhvr additive="base">
                                            <p:cTn id="138" dur="500" fill="hold"/>
                                            <p:tgtEl>
                                              <p:spTgt spid="29"/>
                                            </p:tgtEl>
                                            <p:attrNameLst>
                                              <p:attrName>ppt_x</p:attrName>
                                            </p:attrNameLst>
                                          </p:cBhvr>
                                          <p:tavLst>
                                            <p:tav tm="0">
                                              <p:val>
                                                <p:strVal val="#ppt_x"/>
                                              </p:val>
                                            </p:tav>
                                            <p:tav tm="100000">
                                              <p:val>
                                                <p:strVal val="#ppt_x"/>
                                              </p:val>
                                            </p:tav>
                                          </p:tavLst>
                                        </p:anim>
                                        <p:anim calcmode="lin" valueType="num">
                                          <p:cBhvr additive="base">
                                            <p:cTn id="139" dur="500" fill="hold"/>
                                            <p:tgtEl>
                                              <p:spTgt spid="29"/>
                                            </p:tgtEl>
                                            <p:attrNameLst>
                                              <p:attrName>ppt_y</p:attrName>
                                            </p:attrNameLst>
                                          </p:cBhvr>
                                          <p:tavLst>
                                            <p:tav tm="0">
                                              <p:val>
                                                <p:strVal val="1+#ppt_h/2"/>
                                              </p:val>
                                            </p:tav>
                                            <p:tav tm="100000">
                                              <p:val>
                                                <p:strVal val="#ppt_y"/>
                                              </p:val>
                                            </p:tav>
                                          </p:tavLst>
                                        </p:anim>
                                      </p:childTnLst>
                                    </p:cTn>
                                  </p:par>
                                  <p:par>
                                    <p:cTn id="140" presetID="22" presetClass="entr" presetSubtype="4" fill="hold" grpId="0" nodeType="withEffect">
                                      <p:stCondLst>
                                        <p:cond delay="3200"/>
                                      </p:stCondLst>
                                      <p:childTnLst>
                                        <p:set>
                                          <p:cBhvr>
                                            <p:cTn id="141" dur="1" fill="hold">
                                              <p:stCondLst>
                                                <p:cond delay="0"/>
                                              </p:stCondLst>
                                            </p:cTn>
                                            <p:tgtEl>
                                              <p:spTgt spid="23"/>
                                            </p:tgtEl>
                                            <p:attrNameLst>
                                              <p:attrName>style.visibility</p:attrName>
                                            </p:attrNameLst>
                                          </p:cBhvr>
                                          <p:to>
                                            <p:strVal val="visible"/>
                                          </p:to>
                                        </p:set>
                                        <p:animEffect transition="in" filter="wipe(down)">
                                          <p:cBhvr>
                                            <p:cTn id="142" dur="7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13" grpId="0" animBg="1"/>
          <p:bldP spid="13" grpId="1" animBg="1"/>
          <p:bldP spid="14" grpId="0" animBg="1"/>
          <p:bldP spid="15" grpId="0" animBg="1"/>
          <p:bldP spid="15" grpId="1" animBg="1"/>
          <p:bldP spid="16" grpId="0" animBg="1"/>
          <p:bldP spid="16" grpId="1" animBg="1"/>
          <p:bldP spid="17" grpId="0" animBg="1"/>
          <p:bldP spid="18" grpId="0" animBg="1"/>
          <p:bldP spid="18" grpId="1" animBg="1"/>
          <p:bldP spid="19" grpId="0" animBg="1"/>
          <p:bldP spid="19" grpId="1" animBg="1"/>
          <p:bldP spid="20" grpId="0" animBg="1"/>
          <p:bldP spid="21" grpId="0" animBg="1"/>
          <p:bldP spid="21" grpId="1" animBg="1"/>
          <p:bldP spid="22" grpId="0" animBg="1"/>
          <p:bldP spid="22" grpId="1" animBg="1"/>
          <p:bldP spid="23" grpId="0" animBg="1"/>
          <p:bldP spid="24" grpId="0" animBg="1"/>
          <p:bldP spid="24" grpId="1" animBg="1"/>
          <p:bldP spid="25" grpId="0"/>
          <p:bldP spid="26" grpId="0"/>
          <p:bldP spid="27" grpId="0"/>
          <p:bldP spid="28" grpId="0"/>
          <p:bldP spid="29" grpId="0"/>
          <p:bldP spid="30" grpId="0"/>
          <p:bldP spid="31" grpId="0"/>
          <p:bldP spid="32"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02</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用户调研</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矩形 80">
            <a:extLst>
              <a:ext uri="{FF2B5EF4-FFF2-40B4-BE49-F238E27FC236}">
                <a16:creationId xmlns:a16="http://schemas.microsoft.com/office/drawing/2014/main" id="{0A3C572F-FC37-4041-96A2-65EC8A711456}"/>
              </a:ext>
            </a:extLst>
          </p:cNvPr>
          <p:cNvSpPr>
            <a:spLocks noChangeArrowheads="1"/>
          </p:cNvSpPr>
          <p:nvPr/>
        </p:nvSpPr>
        <p:spPr bwMode="auto">
          <a:xfrm>
            <a:off x="3268198" y="2774753"/>
            <a:ext cx="562225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150000"/>
              </a:lnSpc>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可见我们的用户需求还是很大的，大多数人都没用使用过相关产品，许多功能都没有进入大众市场并应用，因此我们的项目还是很</a:t>
            </a:r>
            <a:r>
              <a:rPr lang="zh-CN" altLang="en-US" sz="2000" b="1" dirty="0">
                <a:solidFill>
                  <a:srgbClr val="EA5514"/>
                </a:solidFill>
                <a:latin typeface="微软雅黑" panose="020B0503020204020204" pitchFamily="34" charset="-122"/>
                <a:ea typeface="微软雅黑" panose="020B0503020204020204" pitchFamily="34" charset="-122"/>
              </a:rPr>
              <a:t>有市场前景</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的，十分有</a:t>
            </a:r>
            <a:r>
              <a:rPr lang="zh-CN" altLang="en-US" sz="2000" b="1" dirty="0">
                <a:solidFill>
                  <a:srgbClr val="EA5514"/>
                </a:solidFill>
                <a:latin typeface="微软雅黑" panose="020B0503020204020204" pitchFamily="34" charset="-122"/>
                <a:ea typeface="微软雅黑" panose="020B0503020204020204" pitchFamily="34" charset="-122"/>
              </a:rPr>
              <a:t>应用价值</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kumimoji="0"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Lantinghei SC Demibold" charset="-122"/>
            </a:endParaRPr>
          </a:p>
        </p:txBody>
      </p:sp>
      <p:sp>
        <p:nvSpPr>
          <p:cNvPr id="68" name="Freeform 21">
            <a:extLst>
              <a:ext uri="{FF2B5EF4-FFF2-40B4-BE49-F238E27FC236}">
                <a16:creationId xmlns:a16="http://schemas.microsoft.com/office/drawing/2014/main" id="{8CDFB36B-AADF-4E0D-8096-FF627131BD22}"/>
              </a:ext>
            </a:extLst>
          </p:cNvPr>
          <p:cNvSpPr>
            <a:spLocks/>
          </p:cNvSpPr>
          <p:nvPr/>
        </p:nvSpPr>
        <p:spPr bwMode="auto">
          <a:xfrm>
            <a:off x="2222339" y="794106"/>
            <a:ext cx="527050" cy="520700"/>
          </a:xfrm>
          <a:custGeom>
            <a:avLst/>
            <a:gdLst>
              <a:gd name="T0" fmla="*/ 267 w 267"/>
              <a:gd name="T1" fmla="*/ 218 h 263"/>
              <a:gd name="T2" fmla="*/ 222 w 267"/>
              <a:gd name="T3" fmla="*/ 263 h 263"/>
              <a:gd name="T4" fmla="*/ 46 w 267"/>
              <a:gd name="T5" fmla="*/ 263 h 263"/>
              <a:gd name="T6" fmla="*/ 0 w 267"/>
              <a:gd name="T7" fmla="*/ 218 h 263"/>
              <a:gd name="T8" fmla="*/ 0 w 267"/>
              <a:gd name="T9" fmla="*/ 46 h 263"/>
              <a:gd name="T10" fmla="*/ 46 w 267"/>
              <a:gd name="T11" fmla="*/ 0 h 263"/>
              <a:gd name="T12" fmla="*/ 222 w 267"/>
              <a:gd name="T13" fmla="*/ 0 h 263"/>
              <a:gd name="T14" fmla="*/ 267 w 267"/>
              <a:gd name="T15" fmla="*/ 46 h 263"/>
              <a:gd name="T16" fmla="*/ 267 w 267"/>
              <a:gd name="T17" fmla="*/ 218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3">
                <a:moveTo>
                  <a:pt x="267" y="218"/>
                </a:moveTo>
                <a:cubicBezTo>
                  <a:pt x="267" y="243"/>
                  <a:pt x="247" y="263"/>
                  <a:pt x="222" y="263"/>
                </a:cubicBezTo>
                <a:cubicBezTo>
                  <a:pt x="46" y="263"/>
                  <a:pt x="46" y="263"/>
                  <a:pt x="46" y="263"/>
                </a:cubicBezTo>
                <a:cubicBezTo>
                  <a:pt x="21" y="263"/>
                  <a:pt x="0" y="243"/>
                  <a:pt x="0" y="218"/>
                </a:cubicBezTo>
                <a:cubicBezTo>
                  <a:pt x="0" y="46"/>
                  <a:pt x="0" y="46"/>
                  <a:pt x="0" y="46"/>
                </a:cubicBezTo>
                <a:cubicBezTo>
                  <a:pt x="0" y="21"/>
                  <a:pt x="21" y="0"/>
                  <a:pt x="46" y="0"/>
                </a:cubicBezTo>
                <a:cubicBezTo>
                  <a:pt x="222" y="0"/>
                  <a:pt x="222" y="0"/>
                  <a:pt x="222" y="0"/>
                </a:cubicBezTo>
                <a:cubicBezTo>
                  <a:pt x="247" y="0"/>
                  <a:pt x="267" y="21"/>
                  <a:pt x="267" y="46"/>
                </a:cubicBezTo>
                <a:lnTo>
                  <a:pt x="267" y="218"/>
                </a:lnTo>
                <a:close/>
              </a:path>
            </a:pathLst>
          </a:custGeom>
          <a:solidFill>
            <a:srgbClr val="98D2E3"/>
          </a:solidFill>
          <a:ln>
            <a:noFill/>
          </a:ln>
        </p:spPr>
        <p:txBody>
          <a:bodyPr/>
          <a:lstStyle/>
          <a:p>
            <a:endParaRPr lang="zh-CN" altLang="en-US">
              <a:solidFill>
                <a:schemeClr val="tx1">
                  <a:lumMod val="50000"/>
                  <a:lumOff val="50000"/>
                </a:schemeClr>
              </a:solidFill>
            </a:endParaRPr>
          </a:p>
        </p:txBody>
      </p:sp>
      <p:sp>
        <p:nvSpPr>
          <p:cNvPr id="69" name="Freeform 22">
            <a:extLst>
              <a:ext uri="{FF2B5EF4-FFF2-40B4-BE49-F238E27FC236}">
                <a16:creationId xmlns:a16="http://schemas.microsoft.com/office/drawing/2014/main" id="{64010F71-6170-4028-B83F-1D3BFFAC8CDC}"/>
              </a:ext>
            </a:extLst>
          </p:cNvPr>
          <p:cNvSpPr>
            <a:spLocks/>
          </p:cNvSpPr>
          <p:nvPr/>
        </p:nvSpPr>
        <p:spPr bwMode="auto">
          <a:xfrm>
            <a:off x="2592495" y="1500084"/>
            <a:ext cx="527050" cy="519113"/>
          </a:xfrm>
          <a:custGeom>
            <a:avLst/>
            <a:gdLst>
              <a:gd name="T0" fmla="*/ 267 w 267"/>
              <a:gd name="T1" fmla="*/ 218 h 263"/>
              <a:gd name="T2" fmla="*/ 222 w 267"/>
              <a:gd name="T3" fmla="*/ 263 h 263"/>
              <a:gd name="T4" fmla="*/ 46 w 267"/>
              <a:gd name="T5" fmla="*/ 263 h 263"/>
              <a:gd name="T6" fmla="*/ 0 w 267"/>
              <a:gd name="T7" fmla="*/ 218 h 263"/>
              <a:gd name="T8" fmla="*/ 0 w 267"/>
              <a:gd name="T9" fmla="*/ 46 h 263"/>
              <a:gd name="T10" fmla="*/ 46 w 267"/>
              <a:gd name="T11" fmla="*/ 0 h 263"/>
              <a:gd name="T12" fmla="*/ 222 w 267"/>
              <a:gd name="T13" fmla="*/ 0 h 263"/>
              <a:gd name="T14" fmla="*/ 267 w 267"/>
              <a:gd name="T15" fmla="*/ 46 h 263"/>
              <a:gd name="T16" fmla="*/ 267 w 267"/>
              <a:gd name="T17" fmla="*/ 218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3">
                <a:moveTo>
                  <a:pt x="267" y="218"/>
                </a:moveTo>
                <a:cubicBezTo>
                  <a:pt x="267" y="243"/>
                  <a:pt x="247" y="263"/>
                  <a:pt x="222" y="263"/>
                </a:cubicBezTo>
                <a:cubicBezTo>
                  <a:pt x="46" y="263"/>
                  <a:pt x="46" y="263"/>
                  <a:pt x="46" y="263"/>
                </a:cubicBezTo>
                <a:cubicBezTo>
                  <a:pt x="21" y="263"/>
                  <a:pt x="0" y="243"/>
                  <a:pt x="0" y="218"/>
                </a:cubicBezTo>
                <a:cubicBezTo>
                  <a:pt x="0" y="46"/>
                  <a:pt x="0" y="46"/>
                  <a:pt x="0" y="46"/>
                </a:cubicBezTo>
                <a:cubicBezTo>
                  <a:pt x="0" y="21"/>
                  <a:pt x="21" y="0"/>
                  <a:pt x="46" y="0"/>
                </a:cubicBezTo>
                <a:cubicBezTo>
                  <a:pt x="222" y="0"/>
                  <a:pt x="222" y="0"/>
                  <a:pt x="222" y="0"/>
                </a:cubicBezTo>
                <a:cubicBezTo>
                  <a:pt x="247" y="0"/>
                  <a:pt x="267" y="21"/>
                  <a:pt x="267" y="46"/>
                </a:cubicBezTo>
                <a:lnTo>
                  <a:pt x="267" y="218"/>
                </a:lnTo>
                <a:close/>
              </a:path>
            </a:pathLst>
          </a:custGeom>
          <a:solidFill>
            <a:srgbClr val="A9D25A"/>
          </a:solidFill>
          <a:ln>
            <a:noFill/>
          </a:ln>
        </p:spPr>
        <p:txBody>
          <a:bodyPr/>
          <a:lstStyle/>
          <a:p>
            <a:endParaRPr lang="zh-CN" altLang="en-US">
              <a:solidFill>
                <a:schemeClr val="tx1">
                  <a:lumMod val="50000"/>
                  <a:lumOff val="50000"/>
                </a:schemeClr>
              </a:solidFill>
            </a:endParaRPr>
          </a:p>
        </p:txBody>
      </p:sp>
      <p:sp>
        <p:nvSpPr>
          <p:cNvPr id="70" name="Freeform 23">
            <a:extLst>
              <a:ext uri="{FF2B5EF4-FFF2-40B4-BE49-F238E27FC236}">
                <a16:creationId xmlns:a16="http://schemas.microsoft.com/office/drawing/2014/main" id="{1CAEE84A-B9FF-4D95-8A70-BA4DFD054DB8}"/>
              </a:ext>
            </a:extLst>
          </p:cNvPr>
          <p:cNvSpPr>
            <a:spLocks/>
          </p:cNvSpPr>
          <p:nvPr/>
        </p:nvSpPr>
        <p:spPr bwMode="auto">
          <a:xfrm>
            <a:off x="3036477" y="2217564"/>
            <a:ext cx="527050" cy="520700"/>
          </a:xfrm>
          <a:custGeom>
            <a:avLst/>
            <a:gdLst>
              <a:gd name="T0" fmla="*/ 267 w 267"/>
              <a:gd name="T1" fmla="*/ 218 h 263"/>
              <a:gd name="T2" fmla="*/ 222 w 267"/>
              <a:gd name="T3" fmla="*/ 263 h 263"/>
              <a:gd name="T4" fmla="*/ 46 w 267"/>
              <a:gd name="T5" fmla="*/ 263 h 263"/>
              <a:gd name="T6" fmla="*/ 0 w 267"/>
              <a:gd name="T7" fmla="*/ 218 h 263"/>
              <a:gd name="T8" fmla="*/ 0 w 267"/>
              <a:gd name="T9" fmla="*/ 46 h 263"/>
              <a:gd name="T10" fmla="*/ 46 w 267"/>
              <a:gd name="T11" fmla="*/ 0 h 263"/>
              <a:gd name="T12" fmla="*/ 222 w 267"/>
              <a:gd name="T13" fmla="*/ 0 h 263"/>
              <a:gd name="T14" fmla="*/ 267 w 267"/>
              <a:gd name="T15" fmla="*/ 46 h 263"/>
              <a:gd name="T16" fmla="*/ 267 w 267"/>
              <a:gd name="T17" fmla="*/ 218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3">
                <a:moveTo>
                  <a:pt x="267" y="218"/>
                </a:moveTo>
                <a:cubicBezTo>
                  <a:pt x="267" y="243"/>
                  <a:pt x="247" y="263"/>
                  <a:pt x="222" y="263"/>
                </a:cubicBezTo>
                <a:cubicBezTo>
                  <a:pt x="46" y="263"/>
                  <a:pt x="46" y="263"/>
                  <a:pt x="46" y="263"/>
                </a:cubicBezTo>
                <a:cubicBezTo>
                  <a:pt x="21" y="263"/>
                  <a:pt x="0" y="243"/>
                  <a:pt x="0" y="218"/>
                </a:cubicBezTo>
                <a:cubicBezTo>
                  <a:pt x="0" y="46"/>
                  <a:pt x="0" y="46"/>
                  <a:pt x="0" y="46"/>
                </a:cubicBezTo>
                <a:cubicBezTo>
                  <a:pt x="0" y="21"/>
                  <a:pt x="21" y="0"/>
                  <a:pt x="46" y="0"/>
                </a:cubicBezTo>
                <a:cubicBezTo>
                  <a:pt x="222" y="0"/>
                  <a:pt x="222" y="0"/>
                  <a:pt x="222" y="0"/>
                </a:cubicBezTo>
                <a:cubicBezTo>
                  <a:pt x="247" y="0"/>
                  <a:pt x="267" y="21"/>
                  <a:pt x="267" y="46"/>
                </a:cubicBezTo>
                <a:lnTo>
                  <a:pt x="267" y="218"/>
                </a:lnTo>
                <a:close/>
              </a:path>
            </a:pathLst>
          </a:custGeom>
          <a:solidFill>
            <a:srgbClr val="FBE22D"/>
          </a:solidFill>
          <a:ln>
            <a:noFill/>
          </a:ln>
        </p:spPr>
        <p:txBody>
          <a:bodyPr/>
          <a:lstStyle/>
          <a:p>
            <a:endParaRPr lang="zh-CN" altLang="en-US" b="1">
              <a:solidFill>
                <a:schemeClr val="tx1">
                  <a:lumMod val="50000"/>
                  <a:lumOff val="50000"/>
                </a:schemeClr>
              </a:solidFill>
            </a:endParaRPr>
          </a:p>
        </p:txBody>
      </p:sp>
      <p:sp>
        <p:nvSpPr>
          <p:cNvPr id="71" name="Freeform 24">
            <a:extLst>
              <a:ext uri="{FF2B5EF4-FFF2-40B4-BE49-F238E27FC236}">
                <a16:creationId xmlns:a16="http://schemas.microsoft.com/office/drawing/2014/main" id="{2CF850D6-C956-4396-9F58-80E89C3C185C}"/>
              </a:ext>
            </a:extLst>
          </p:cNvPr>
          <p:cNvSpPr>
            <a:spLocks/>
          </p:cNvSpPr>
          <p:nvPr/>
        </p:nvSpPr>
        <p:spPr bwMode="auto">
          <a:xfrm>
            <a:off x="852326" y="1056043"/>
            <a:ext cx="1370013" cy="2406650"/>
          </a:xfrm>
          <a:custGeom>
            <a:avLst/>
            <a:gdLst>
              <a:gd name="T0" fmla="*/ 863 w 863"/>
              <a:gd name="T1" fmla="*/ 0 h 1516"/>
              <a:gd name="T2" fmla="*/ 0 w 863"/>
              <a:gd name="T3" fmla="*/ 0 h 1516"/>
              <a:gd name="T4" fmla="*/ 0 w 863"/>
              <a:gd name="T5" fmla="*/ 1516 h 1516"/>
            </a:gdLst>
            <a:ahLst/>
            <a:cxnLst>
              <a:cxn ang="0">
                <a:pos x="T0" y="T1"/>
              </a:cxn>
              <a:cxn ang="0">
                <a:pos x="T2" y="T3"/>
              </a:cxn>
              <a:cxn ang="0">
                <a:pos x="T4" y="T5"/>
              </a:cxn>
            </a:cxnLst>
            <a:rect l="0" t="0" r="r" b="b"/>
            <a:pathLst>
              <a:path w="863" h="1516">
                <a:moveTo>
                  <a:pt x="863" y="0"/>
                </a:moveTo>
                <a:lnTo>
                  <a:pt x="0" y="0"/>
                </a:lnTo>
                <a:lnTo>
                  <a:pt x="0" y="1516"/>
                </a:lnTo>
              </a:path>
            </a:pathLst>
          </a:custGeom>
          <a:noFill/>
          <a:ln w="6350" cap="flat" cmpd="sng">
            <a:solidFill>
              <a:srgbClr val="C0C0C0"/>
            </a:solidFill>
            <a:prstDash val="dash"/>
            <a:round/>
            <a:headEnd type="oval" w="sm" len="sm"/>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 name="Freeform 25">
            <a:extLst>
              <a:ext uri="{FF2B5EF4-FFF2-40B4-BE49-F238E27FC236}">
                <a16:creationId xmlns:a16="http://schemas.microsoft.com/office/drawing/2014/main" id="{22DD1352-2E6E-46EC-9071-DF3CED828C1C}"/>
              </a:ext>
            </a:extLst>
          </p:cNvPr>
          <p:cNvSpPr>
            <a:spLocks/>
          </p:cNvSpPr>
          <p:nvPr/>
        </p:nvSpPr>
        <p:spPr bwMode="auto">
          <a:xfrm>
            <a:off x="1559032" y="1760434"/>
            <a:ext cx="1033463" cy="1584325"/>
          </a:xfrm>
          <a:custGeom>
            <a:avLst/>
            <a:gdLst>
              <a:gd name="T0" fmla="*/ 651 w 651"/>
              <a:gd name="T1" fmla="*/ 0 h 998"/>
              <a:gd name="T2" fmla="*/ 0 w 651"/>
              <a:gd name="T3" fmla="*/ 0 h 998"/>
              <a:gd name="T4" fmla="*/ 0 w 651"/>
              <a:gd name="T5" fmla="*/ 998 h 998"/>
            </a:gdLst>
            <a:ahLst/>
            <a:cxnLst>
              <a:cxn ang="0">
                <a:pos x="T0" y="T1"/>
              </a:cxn>
              <a:cxn ang="0">
                <a:pos x="T2" y="T3"/>
              </a:cxn>
              <a:cxn ang="0">
                <a:pos x="T4" y="T5"/>
              </a:cxn>
            </a:cxnLst>
            <a:rect l="0" t="0" r="r" b="b"/>
            <a:pathLst>
              <a:path w="651" h="998">
                <a:moveTo>
                  <a:pt x="651" y="0"/>
                </a:moveTo>
                <a:lnTo>
                  <a:pt x="0" y="0"/>
                </a:lnTo>
                <a:lnTo>
                  <a:pt x="0" y="998"/>
                </a:lnTo>
              </a:path>
            </a:pathLst>
          </a:custGeom>
          <a:noFill/>
          <a:ln w="6350" cap="flat" cmpd="sng">
            <a:solidFill>
              <a:srgbClr val="C0C0C0"/>
            </a:solidFill>
            <a:prstDash val="dash"/>
            <a:round/>
            <a:headEnd type="oval" w="sm" len="sm"/>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 name="Freeform 26">
            <a:extLst>
              <a:ext uri="{FF2B5EF4-FFF2-40B4-BE49-F238E27FC236}">
                <a16:creationId xmlns:a16="http://schemas.microsoft.com/office/drawing/2014/main" id="{9AA3342C-4CFB-4D28-9B3D-19D3688C5FEF}"/>
              </a:ext>
            </a:extLst>
          </p:cNvPr>
          <p:cNvSpPr>
            <a:spLocks/>
          </p:cNvSpPr>
          <p:nvPr/>
        </p:nvSpPr>
        <p:spPr bwMode="auto">
          <a:xfrm>
            <a:off x="2352264" y="2477914"/>
            <a:ext cx="684213" cy="762000"/>
          </a:xfrm>
          <a:custGeom>
            <a:avLst/>
            <a:gdLst>
              <a:gd name="T0" fmla="*/ 431 w 431"/>
              <a:gd name="T1" fmla="*/ 0 h 480"/>
              <a:gd name="T2" fmla="*/ 0 w 431"/>
              <a:gd name="T3" fmla="*/ 0 h 480"/>
              <a:gd name="T4" fmla="*/ 0 w 431"/>
              <a:gd name="T5" fmla="*/ 480 h 480"/>
            </a:gdLst>
            <a:ahLst/>
            <a:cxnLst>
              <a:cxn ang="0">
                <a:pos x="T0" y="T1"/>
              </a:cxn>
              <a:cxn ang="0">
                <a:pos x="T2" y="T3"/>
              </a:cxn>
              <a:cxn ang="0">
                <a:pos x="T4" y="T5"/>
              </a:cxn>
            </a:cxnLst>
            <a:rect l="0" t="0" r="r" b="b"/>
            <a:pathLst>
              <a:path w="431" h="480">
                <a:moveTo>
                  <a:pt x="431" y="0"/>
                </a:moveTo>
                <a:lnTo>
                  <a:pt x="0" y="0"/>
                </a:lnTo>
                <a:lnTo>
                  <a:pt x="0" y="480"/>
                </a:lnTo>
              </a:path>
            </a:pathLst>
          </a:custGeom>
          <a:noFill/>
          <a:ln w="6350" cap="flat" cmpd="sng">
            <a:solidFill>
              <a:srgbClr val="C0C0C0"/>
            </a:solidFill>
            <a:prstDash val="dash"/>
            <a:round/>
            <a:headEnd type="oval" w="sm" len="sm"/>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 name="Freeform 34">
            <a:extLst>
              <a:ext uri="{FF2B5EF4-FFF2-40B4-BE49-F238E27FC236}">
                <a16:creationId xmlns:a16="http://schemas.microsoft.com/office/drawing/2014/main" id="{65EDFB3F-85B4-4605-B028-FCD336735178}"/>
              </a:ext>
            </a:extLst>
          </p:cNvPr>
          <p:cNvSpPr>
            <a:spLocks noEditPoints="1"/>
          </p:cNvSpPr>
          <p:nvPr/>
        </p:nvSpPr>
        <p:spPr bwMode="auto">
          <a:xfrm>
            <a:off x="2770295" y="1638197"/>
            <a:ext cx="173037" cy="244475"/>
          </a:xfrm>
          <a:custGeom>
            <a:avLst/>
            <a:gdLst>
              <a:gd name="T0" fmla="*/ 77 w 88"/>
              <a:gd name="T1" fmla="*/ 33 h 124"/>
              <a:gd name="T2" fmla="*/ 67 w 88"/>
              <a:gd name="T3" fmla="*/ 57 h 124"/>
              <a:gd name="T4" fmla="*/ 67 w 88"/>
              <a:gd name="T5" fmla="*/ 57 h 124"/>
              <a:gd name="T6" fmla="*/ 85 w 88"/>
              <a:gd name="T7" fmla="*/ 79 h 124"/>
              <a:gd name="T8" fmla="*/ 88 w 88"/>
              <a:gd name="T9" fmla="*/ 104 h 124"/>
              <a:gd name="T10" fmla="*/ 79 w 88"/>
              <a:gd name="T11" fmla="*/ 115 h 124"/>
              <a:gd name="T12" fmla="*/ 69 w 88"/>
              <a:gd name="T13" fmla="*/ 115 h 124"/>
              <a:gd name="T14" fmla="*/ 64 w 88"/>
              <a:gd name="T15" fmla="*/ 124 h 124"/>
              <a:gd name="T16" fmla="*/ 23 w 88"/>
              <a:gd name="T17" fmla="*/ 124 h 124"/>
              <a:gd name="T18" fmla="*/ 19 w 88"/>
              <a:gd name="T19" fmla="*/ 119 h 124"/>
              <a:gd name="T20" fmla="*/ 9 w 88"/>
              <a:gd name="T21" fmla="*/ 115 h 124"/>
              <a:gd name="T22" fmla="*/ 2 w 88"/>
              <a:gd name="T23" fmla="*/ 111 h 124"/>
              <a:gd name="T24" fmla="*/ 0 w 88"/>
              <a:gd name="T25" fmla="*/ 93 h 124"/>
              <a:gd name="T26" fmla="*/ 20 w 88"/>
              <a:gd name="T27" fmla="*/ 57 h 124"/>
              <a:gd name="T28" fmla="*/ 20 w 88"/>
              <a:gd name="T29" fmla="*/ 57 h 124"/>
              <a:gd name="T30" fmla="*/ 44 w 88"/>
              <a:gd name="T31" fmla="*/ 0 h 124"/>
              <a:gd name="T32" fmla="*/ 22 w 88"/>
              <a:gd name="T33" fmla="*/ 105 h 124"/>
              <a:gd name="T34" fmla="*/ 25 w 88"/>
              <a:gd name="T35" fmla="*/ 89 h 124"/>
              <a:gd name="T36" fmla="*/ 28 w 88"/>
              <a:gd name="T37" fmla="*/ 109 h 124"/>
              <a:gd name="T38" fmla="*/ 28 w 88"/>
              <a:gd name="T39" fmla="*/ 114 h 124"/>
              <a:gd name="T40" fmla="*/ 59 w 88"/>
              <a:gd name="T41" fmla="*/ 110 h 124"/>
              <a:gd name="T42" fmla="*/ 59 w 88"/>
              <a:gd name="T43" fmla="*/ 109 h 124"/>
              <a:gd name="T44" fmla="*/ 62 w 88"/>
              <a:gd name="T45" fmla="*/ 89 h 124"/>
              <a:gd name="T46" fmla="*/ 65 w 88"/>
              <a:gd name="T47" fmla="*/ 105 h 124"/>
              <a:gd name="T48" fmla="*/ 78 w 88"/>
              <a:gd name="T49" fmla="*/ 104 h 124"/>
              <a:gd name="T50" fmla="*/ 76 w 88"/>
              <a:gd name="T51" fmla="*/ 83 h 124"/>
              <a:gd name="T52" fmla="*/ 59 w 88"/>
              <a:gd name="T53" fmla="*/ 63 h 124"/>
              <a:gd name="T54" fmla="*/ 28 w 88"/>
              <a:gd name="T55" fmla="*/ 63 h 124"/>
              <a:gd name="T56" fmla="*/ 10 w 88"/>
              <a:gd name="T57" fmla="*/ 93 h 124"/>
              <a:gd name="T58" fmla="*/ 10 w 88"/>
              <a:gd name="T59" fmla="*/ 105 h 124"/>
              <a:gd name="T60" fmla="*/ 44 w 88"/>
              <a:gd name="T61" fmla="*/ 9 h 124"/>
              <a:gd name="T62" fmla="*/ 20 w 88"/>
              <a:gd name="T63" fmla="*/ 33 h 124"/>
              <a:gd name="T64" fmla="*/ 68 w 88"/>
              <a:gd name="T65" fmla="*/ 3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8" h="124">
                <a:moveTo>
                  <a:pt x="44" y="0"/>
                </a:moveTo>
                <a:cubicBezTo>
                  <a:pt x="62" y="0"/>
                  <a:pt x="77" y="15"/>
                  <a:pt x="77" y="33"/>
                </a:cubicBezTo>
                <a:cubicBezTo>
                  <a:pt x="77" y="43"/>
                  <a:pt x="74" y="51"/>
                  <a:pt x="68" y="57"/>
                </a:cubicBezTo>
                <a:cubicBezTo>
                  <a:pt x="67" y="57"/>
                  <a:pt x="67" y="57"/>
                  <a:pt x="67" y="57"/>
                </a:cubicBezTo>
                <a:cubicBezTo>
                  <a:pt x="67" y="57"/>
                  <a:pt x="67" y="57"/>
                  <a:pt x="67" y="57"/>
                </a:cubicBezTo>
                <a:cubicBezTo>
                  <a:pt x="67" y="57"/>
                  <a:pt x="67" y="57"/>
                  <a:pt x="67" y="57"/>
                </a:cubicBezTo>
                <a:cubicBezTo>
                  <a:pt x="74" y="64"/>
                  <a:pt x="81" y="70"/>
                  <a:pt x="85" y="79"/>
                </a:cubicBezTo>
                <a:cubicBezTo>
                  <a:pt x="85" y="79"/>
                  <a:pt x="85" y="79"/>
                  <a:pt x="85" y="79"/>
                </a:cubicBezTo>
                <a:cubicBezTo>
                  <a:pt x="87" y="83"/>
                  <a:pt x="88" y="88"/>
                  <a:pt x="88" y="93"/>
                </a:cubicBezTo>
                <a:cubicBezTo>
                  <a:pt x="88" y="104"/>
                  <a:pt x="88" y="104"/>
                  <a:pt x="88" y="104"/>
                </a:cubicBezTo>
                <a:cubicBezTo>
                  <a:pt x="88" y="106"/>
                  <a:pt x="87" y="109"/>
                  <a:pt x="85" y="111"/>
                </a:cubicBezTo>
                <a:cubicBezTo>
                  <a:pt x="84" y="113"/>
                  <a:pt x="82" y="114"/>
                  <a:pt x="79" y="115"/>
                </a:cubicBezTo>
                <a:cubicBezTo>
                  <a:pt x="79" y="115"/>
                  <a:pt x="79" y="115"/>
                  <a:pt x="78" y="115"/>
                </a:cubicBezTo>
                <a:cubicBezTo>
                  <a:pt x="69" y="115"/>
                  <a:pt x="69" y="115"/>
                  <a:pt x="69" y="115"/>
                </a:cubicBezTo>
                <a:cubicBezTo>
                  <a:pt x="69" y="119"/>
                  <a:pt x="69" y="119"/>
                  <a:pt x="69" y="119"/>
                </a:cubicBezTo>
                <a:cubicBezTo>
                  <a:pt x="69" y="122"/>
                  <a:pt x="66" y="124"/>
                  <a:pt x="64" y="124"/>
                </a:cubicBezTo>
                <a:cubicBezTo>
                  <a:pt x="64" y="124"/>
                  <a:pt x="64" y="124"/>
                  <a:pt x="64" y="124"/>
                </a:cubicBezTo>
                <a:cubicBezTo>
                  <a:pt x="23" y="124"/>
                  <a:pt x="23" y="124"/>
                  <a:pt x="23" y="124"/>
                </a:cubicBezTo>
                <a:cubicBezTo>
                  <a:pt x="21" y="124"/>
                  <a:pt x="19" y="122"/>
                  <a:pt x="19" y="119"/>
                </a:cubicBezTo>
                <a:cubicBezTo>
                  <a:pt x="19" y="119"/>
                  <a:pt x="19" y="119"/>
                  <a:pt x="19" y="119"/>
                </a:cubicBezTo>
                <a:cubicBezTo>
                  <a:pt x="19" y="115"/>
                  <a:pt x="19" y="115"/>
                  <a:pt x="19" y="115"/>
                </a:cubicBezTo>
                <a:cubicBezTo>
                  <a:pt x="9" y="115"/>
                  <a:pt x="9" y="115"/>
                  <a:pt x="9" y="115"/>
                </a:cubicBezTo>
                <a:cubicBezTo>
                  <a:pt x="9" y="115"/>
                  <a:pt x="8" y="115"/>
                  <a:pt x="8" y="115"/>
                </a:cubicBezTo>
                <a:cubicBezTo>
                  <a:pt x="5" y="114"/>
                  <a:pt x="3" y="113"/>
                  <a:pt x="2" y="111"/>
                </a:cubicBezTo>
                <a:cubicBezTo>
                  <a:pt x="0" y="109"/>
                  <a:pt x="0" y="106"/>
                  <a:pt x="0" y="104"/>
                </a:cubicBezTo>
                <a:cubicBezTo>
                  <a:pt x="0" y="93"/>
                  <a:pt x="0" y="93"/>
                  <a:pt x="0" y="93"/>
                </a:cubicBezTo>
                <a:cubicBezTo>
                  <a:pt x="0" y="88"/>
                  <a:pt x="1" y="83"/>
                  <a:pt x="2" y="79"/>
                </a:cubicBezTo>
                <a:cubicBezTo>
                  <a:pt x="6" y="70"/>
                  <a:pt x="13" y="64"/>
                  <a:pt x="20" y="57"/>
                </a:cubicBezTo>
                <a:cubicBezTo>
                  <a:pt x="20" y="57"/>
                  <a:pt x="20" y="57"/>
                  <a:pt x="20" y="57"/>
                </a:cubicBezTo>
                <a:cubicBezTo>
                  <a:pt x="20" y="57"/>
                  <a:pt x="20" y="57"/>
                  <a:pt x="20" y="57"/>
                </a:cubicBezTo>
                <a:cubicBezTo>
                  <a:pt x="13" y="51"/>
                  <a:pt x="10" y="42"/>
                  <a:pt x="10" y="33"/>
                </a:cubicBezTo>
                <a:cubicBezTo>
                  <a:pt x="10" y="15"/>
                  <a:pt x="25" y="0"/>
                  <a:pt x="44" y="0"/>
                </a:cubicBezTo>
                <a:close/>
                <a:moveTo>
                  <a:pt x="22" y="105"/>
                </a:moveTo>
                <a:cubicBezTo>
                  <a:pt x="22" y="105"/>
                  <a:pt x="22" y="105"/>
                  <a:pt x="22" y="105"/>
                </a:cubicBezTo>
                <a:cubicBezTo>
                  <a:pt x="22" y="92"/>
                  <a:pt x="22" y="92"/>
                  <a:pt x="22" y="92"/>
                </a:cubicBezTo>
                <a:cubicBezTo>
                  <a:pt x="22" y="90"/>
                  <a:pt x="24" y="89"/>
                  <a:pt x="25" y="89"/>
                </a:cubicBezTo>
                <a:cubicBezTo>
                  <a:pt x="27" y="89"/>
                  <a:pt x="28" y="90"/>
                  <a:pt x="28" y="92"/>
                </a:cubicBezTo>
                <a:cubicBezTo>
                  <a:pt x="28" y="109"/>
                  <a:pt x="28" y="109"/>
                  <a:pt x="28" y="109"/>
                </a:cubicBezTo>
                <a:cubicBezTo>
                  <a:pt x="28" y="110"/>
                  <a:pt x="28" y="110"/>
                  <a:pt x="28" y="110"/>
                </a:cubicBezTo>
                <a:cubicBezTo>
                  <a:pt x="28" y="114"/>
                  <a:pt x="28" y="114"/>
                  <a:pt x="28" y="114"/>
                </a:cubicBezTo>
                <a:cubicBezTo>
                  <a:pt x="59" y="114"/>
                  <a:pt x="59" y="114"/>
                  <a:pt x="59" y="114"/>
                </a:cubicBezTo>
                <a:cubicBezTo>
                  <a:pt x="59" y="110"/>
                  <a:pt x="59" y="110"/>
                  <a:pt x="59" y="110"/>
                </a:cubicBezTo>
                <a:cubicBezTo>
                  <a:pt x="59" y="110"/>
                  <a:pt x="59" y="110"/>
                  <a:pt x="59" y="110"/>
                </a:cubicBezTo>
                <a:cubicBezTo>
                  <a:pt x="59" y="109"/>
                  <a:pt x="59" y="109"/>
                  <a:pt x="59" y="109"/>
                </a:cubicBezTo>
                <a:cubicBezTo>
                  <a:pt x="59" y="92"/>
                  <a:pt x="59" y="92"/>
                  <a:pt x="59" y="92"/>
                </a:cubicBezTo>
                <a:cubicBezTo>
                  <a:pt x="59" y="90"/>
                  <a:pt x="60" y="89"/>
                  <a:pt x="62" y="89"/>
                </a:cubicBezTo>
                <a:cubicBezTo>
                  <a:pt x="63" y="89"/>
                  <a:pt x="65" y="90"/>
                  <a:pt x="65" y="92"/>
                </a:cubicBezTo>
                <a:cubicBezTo>
                  <a:pt x="65" y="105"/>
                  <a:pt x="65" y="105"/>
                  <a:pt x="65" y="105"/>
                </a:cubicBezTo>
                <a:cubicBezTo>
                  <a:pt x="78" y="105"/>
                  <a:pt x="78" y="105"/>
                  <a:pt x="78" y="105"/>
                </a:cubicBezTo>
                <a:cubicBezTo>
                  <a:pt x="78" y="104"/>
                  <a:pt x="78" y="104"/>
                  <a:pt x="78" y="104"/>
                </a:cubicBezTo>
                <a:cubicBezTo>
                  <a:pt x="78" y="93"/>
                  <a:pt x="78" y="93"/>
                  <a:pt x="78" y="93"/>
                </a:cubicBezTo>
                <a:cubicBezTo>
                  <a:pt x="78" y="89"/>
                  <a:pt x="77" y="86"/>
                  <a:pt x="76" y="83"/>
                </a:cubicBezTo>
                <a:cubicBezTo>
                  <a:pt x="76" y="83"/>
                  <a:pt x="76" y="83"/>
                  <a:pt x="76" y="83"/>
                </a:cubicBezTo>
                <a:cubicBezTo>
                  <a:pt x="73" y="75"/>
                  <a:pt x="65" y="69"/>
                  <a:pt x="59" y="63"/>
                </a:cubicBezTo>
                <a:cubicBezTo>
                  <a:pt x="55" y="66"/>
                  <a:pt x="49" y="67"/>
                  <a:pt x="44" y="67"/>
                </a:cubicBezTo>
                <a:cubicBezTo>
                  <a:pt x="38" y="67"/>
                  <a:pt x="33" y="66"/>
                  <a:pt x="28" y="63"/>
                </a:cubicBezTo>
                <a:cubicBezTo>
                  <a:pt x="23" y="69"/>
                  <a:pt x="15" y="75"/>
                  <a:pt x="11" y="83"/>
                </a:cubicBezTo>
                <a:cubicBezTo>
                  <a:pt x="10" y="86"/>
                  <a:pt x="10" y="89"/>
                  <a:pt x="10" y="93"/>
                </a:cubicBezTo>
                <a:cubicBezTo>
                  <a:pt x="10" y="104"/>
                  <a:pt x="10" y="104"/>
                  <a:pt x="10" y="104"/>
                </a:cubicBezTo>
                <a:cubicBezTo>
                  <a:pt x="10" y="104"/>
                  <a:pt x="10" y="104"/>
                  <a:pt x="10" y="105"/>
                </a:cubicBezTo>
                <a:cubicBezTo>
                  <a:pt x="22" y="105"/>
                  <a:pt x="22" y="105"/>
                  <a:pt x="22" y="105"/>
                </a:cubicBezTo>
                <a:close/>
                <a:moveTo>
                  <a:pt x="44" y="9"/>
                </a:moveTo>
                <a:cubicBezTo>
                  <a:pt x="44" y="9"/>
                  <a:pt x="44" y="9"/>
                  <a:pt x="44" y="9"/>
                </a:cubicBezTo>
                <a:cubicBezTo>
                  <a:pt x="30" y="9"/>
                  <a:pt x="20" y="20"/>
                  <a:pt x="20" y="33"/>
                </a:cubicBezTo>
                <a:cubicBezTo>
                  <a:pt x="20" y="47"/>
                  <a:pt x="31" y="57"/>
                  <a:pt x="44" y="57"/>
                </a:cubicBezTo>
                <a:cubicBezTo>
                  <a:pt x="57" y="57"/>
                  <a:pt x="68" y="47"/>
                  <a:pt x="68" y="33"/>
                </a:cubicBezTo>
                <a:cubicBezTo>
                  <a:pt x="68" y="20"/>
                  <a:pt x="57" y="9"/>
                  <a:pt x="44" y="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chemeClr val="tx1">
                  <a:lumMod val="50000"/>
                  <a:lumOff val="50000"/>
                </a:schemeClr>
              </a:solidFill>
            </a:endParaRPr>
          </a:p>
        </p:txBody>
      </p:sp>
      <p:sp>
        <p:nvSpPr>
          <p:cNvPr id="82" name="Freeform 35">
            <a:extLst>
              <a:ext uri="{FF2B5EF4-FFF2-40B4-BE49-F238E27FC236}">
                <a16:creationId xmlns:a16="http://schemas.microsoft.com/office/drawing/2014/main" id="{3B9A2872-30A6-4ABB-AC13-4499936986D3}"/>
              </a:ext>
            </a:extLst>
          </p:cNvPr>
          <p:cNvSpPr>
            <a:spLocks noEditPoints="1"/>
          </p:cNvSpPr>
          <p:nvPr/>
        </p:nvSpPr>
        <p:spPr bwMode="auto">
          <a:xfrm>
            <a:off x="2373151" y="913168"/>
            <a:ext cx="220663" cy="280988"/>
          </a:xfrm>
          <a:custGeom>
            <a:avLst/>
            <a:gdLst>
              <a:gd name="T0" fmla="*/ 99 w 111"/>
              <a:gd name="T1" fmla="*/ 127 h 142"/>
              <a:gd name="T2" fmla="*/ 90 w 111"/>
              <a:gd name="T3" fmla="*/ 134 h 142"/>
              <a:gd name="T4" fmla="*/ 62 w 111"/>
              <a:gd name="T5" fmla="*/ 141 h 142"/>
              <a:gd name="T6" fmla="*/ 35 w 111"/>
              <a:gd name="T7" fmla="*/ 129 h 142"/>
              <a:gd name="T8" fmla="*/ 35 w 111"/>
              <a:gd name="T9" fmla="*/ 129 h 142"/>
              <a:gd name="T10" fmla="*/ 35 w 111"/>
              <a:gd name="T11" fmla="*/ 129 h 142"/>
              <a:gd name="T12" fmla="*/ 28 w 111"/>
              <a:gd name="T13" fmla="*/ 120 h 142"/>
              <a:gd name="T14" fmla="*/ 13 w 111"/>
              <a:gd name="T15" fmla="*/ 95 h 142"/>
              <a:gd name="T16" fmla="*/ 13 w 111"/>
              <a:gd name="T17" fmla="*/ 95 h 142"/>
              <a:gd name="T18" fmla="*/ 5 w 111"/>
              <a:gd name="T19" fmla="*/ 80 h 142"/>
              <a:gd name="T20" fmla="*/ 15 w 111"/>
              <a:gd name="T21" fmla="*/ 60 h 142"/>
              <a:gd name="T22" fmla="*/ 28 w 111"/>
              <a:gd name="T23" fmla="*/ 66 h 142"/>
              <a:gd name="T24" fmla="*/ 29 w 111"/>
              <a:gd name="T25" fmla="*/ 67 h 142"/>
              <a:gd name="T26" fmla="*/ 30 w 111"/>
              <a:gd name="T27" fmla="*/ 69 h 142"/>
              <a:gd name="T28" fmla="*/ 30 w 111"/>
              <a:gd name="T29" fmla="*/ 22 h 142"/>
              <a:gd name="T30" fmla="*/ 49 w 111"/>
              <a:gd name="T31" fmla="*/ 11 h 142"/>
              <a:gd name="T32" fmla="*/ 73 w 111"/>
              <a:gd name="T33" fmla="*/ 11 h 142"/>
              <a:gd name="T34" fmla="*/ 92 w 111"/>
              <a:gd name="T35" fmla="*/ 22 h 142"/>
              <a:gd name="T36" fmla="*/ 92 w 111"/>
              <a:gd name="T37" fmla="*/ 22 h 142"/>
              <a:gd name="T38" fmla="*/ 93 w 111"/>
              <a:gd name="T39" fmla="*/ 22 h 142"/>
              <a:gd name="T40" fmla="*/ 111 w 111"/>
              <a:gd name="T41" fmla="*/ 34 h 142"/>
              <a:gd name="T42" fmla="*/ 111 w 111"/>
              <a:gd name="T43" fmla="*/ 97 h 142"/>
              <a:gd name="T44" fmla="*/ 108 w 111"/>
              <a:gd name="T45" fmla="*/ 113 h 142"/>
              <a:gd name="T46" fmla="*/ 99 w 111"/>
              <a:gd name="T47" fmla="*/ 127 h 142"/>
              <a:gd name="T48" fmla="*/ 85 w 111"/>
              <a:gd name="T49" fmla="*/ 126 h 142"/>
              <a:gd name="T50" fmla="*/ 85 w 111"/>
              <a:gd name="T51" fmla="*/ 126 h 142"/>
              <a:gd name="T52" fmla="*/ 92 w 111"/>
              <a:gd name="T53" fmla="*/ 120 h 142"/>
              <a:gd name="T54" fmla="*/ 98 w 111"/>
              <a:gd name="T55" fmla="*/ 109 h 142"/>
              <a:gd name="T56" fmla="*/ 101 w 111"/>
              <a:gd name="T57" fmla="*/ 97 h 142"/>
              <a:gd name="T58" fmla="*/ 101 w 111"/>
              <a:gd name="T59" fmla="*/ 34 h 142"/>
              <a:gd name="T60" fmla="*/ 95 w 111"/>
              <a:gd name="T61" fmla="*/ 34 h 142"/>
              <a:gd name="T62" fmla="*/ 95 w 111"/>
              <a:gd name="T63" fmla="*/ 64 h 142"/>
              <a:gd name="T64" fmla="*/ 82 w 111"/>
              <a:gd name="T65" fmla="*/ 64 h 142"/>
              <a:gd name="T66" fmla="*/ 82 w 111"/>
              <a:gd name="T67" fmla="*/ 22 h 142"/>
              <a:gd name="T68" fmla="*/ 77 w 111"/>
              <a:gd name="T69" fmla="*/ 22 h 142"/>
              <a:gd name="T70" fmla="*/ 77 w 111"/>
              <a:gd name="T71" fmla="*/ 64 h 142"/>
              <a:gd name="T72" fmla="*/ 64 w 111"/>
              <a:gd name="T73" fmla="*/ 64 h 142"/>
              <a:gd name="T74" fmla="*/ 64 w 111"/>
              <a:gd name="T75" fmla="*/ 15 h 142"/>
              <a:gd name="T76" fmla="*/ 58 w 111"/>
              <a:gd name="T77" fmla="*/ 15 h 142"/>
              <a:gd name="T78" fmla="*/ 58 w 111"/>
              <a:gd name="T79" fmla="*/ 64 h 142"/>
              <a:gd name="T80" fmla="*/ 45 w 111"/>
              <a:gd name="T81" fmla="*/ 64 h 142"/>
              <a:gd name="T82" fmla="*/ 45 w 111"/>
              <a:gd name="T83" fmla="*/ 22 h 142"/>
              <a:gd name="T84" fmla="*/ 40 w 111"/>
              <a:gd name="T85" fmla="*/ 22 h 142"/>
              <a:gd name="T86" fmla="*/ 40 w 111"/>
              <a:gd name="T87" fmla="*/ 80 h 142"/>
              <a:gd name="T88" fmla="*/ 27 w 111"/>
              <a:gd name="T89" fmla="*/ 84 h 142"/>
              <a:gd name="T90" fmla="*/ 20 w 111"/>
              <a:gd name="T91" fmla="*/ 72 h 142"/>
              <a:gd name="T92" fmla="*/ 13 w 111"/>
              <a:gd name="T93" fmla="*/ 75 h 142"/>
              <a:gd name="T94" fmla="*/ 22 w 111"/>
              <a:gd name="T95" fmla="*/ 90 h 142"/>
              <a:gd name="T96" fmla="*/ 22 w 111"/>
              <a:gd name="T97" fmla="*/ 90 h 142"/>
              <a:gd name="T98" fmla="*/ 36 w 111"/>
              <a:gd name="T99" fmla="*/ 115 h 142"/>
              <a:gd name="T100" fmla="*/ 42 w 111"/>
              <a:gd name="T101" fmla="*/ 122 h 142"/>
              <a:gd name="T102" fmla="*/ 42 w 111"/>
              <a:gd name="T103" fmla="*/ 122 h 142"/>
              <a:gd name="T104" fmla="*/ 63 w 111"/>
              <a:gd name="T105" fmla="*/ 131 h 142"/>
              <a:gd name="T106" fmla="*/ 85 w 111"/>
              <a:gd name="T107" fmla="*/ 12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1" h="142">
                <a:moveTo>
                  <a:pt x="99" y="127"/>
                </a:moveTo>
                <a:cubicBezTo>
                  <a:pt x="97" y="130"/>
                  <a:pt x="94" y="132"/>
                  <a:pt x="90" y="134"/>
                </a:cubicBezTo>
                <a:cubicBezTo>
                  <a:pt x="82" y="139"/>
                  <a:pt x="72" y="142"/>
                  <a:pt x="62" y="141"/>
                </a:cubicBezTo>
                <a:cubicBezTo>
                  <a:pt x="52" y="140"/>
                  <a:pt x="43" y="136"/>
                  <a:pt x="35" y="129"/>
                </a:cubicBezTo>
                <a:cubicBezTo>
                  <a:pt x="35" y="129"/>
                  <a:pt x="35" y="129"/>
                  <a:pt x="35" y="129"/>
                </a:cubicBezTo>
                <a:cubicBezTo>
                  <a:pt x="35" y="129"/>
                  <a:pt x="35" y="129"/>
                  <a:pt x="35" y="129"/>
                </a:cubicBezTo>
                <a:cubicBezTo>
                  <a:pt x="33" y="127"/>
                  <a:pt x="30" y="124"/>
                  <a:pt x="28" y="120"/>
                </a:cubicBezTo>
                <a:cubicBezTo>
                  <a:pt x="13" y="95"/>
                  <a:pt x="13" y="95"/>
                  <a:pt x="13" y="95"/>
                </a:cubicBezTo>
                <a:cubicBezTo>
                  <a:pt x="13" y="95"/>
                  <a:pt x="13" y="95"/>
                  <a:pt x="13" y="95"/>
                </a:cubicBezTo>
                <a:cubicBezTo>
                  <a:pt x="5" y="80"/>
                  <a:pt x="5" y="80"/>
                  <a:pt x="5" y="80"/>
                </a:cubicBezTo>
                <a:cubicBezTo>
                  <a:pt x="0" y="72"/>
                  <a:pt x="5" y="61"/>
                  <a:pt x="15" y="60"/>
                </a:cubicBezTo>
                <a:cubicBezTo>
                  <a:pt x="19" y="60"/>
                  <a:pt x="25" y="61"/>
                  <a:pt x="28" y="66"/>
                </a:cubicBezTo>
                <a:cubicBezTo>
                  <a:pt x="29" y="67"/>
                  <a:pt x="29" y="67"/>
                  <a:pt x="29" y="67"/>
                </a:cubicBezTo>
                <a:cubicBezTo>
                  <a:pt x="30" y="69"/>
                  <a:pt x="30" y="69"/>
                  <a:pt x="30" y="69"/>
                </a:cubicBezTo>
                <a:cubicBezTo>
                  <a:pt x="30" y="22"/>
                  <a:pt x="30" y="22"/>
                  <a:pt x="30" y="22"/>
                </a:cubicBezTo>
                <a:cubicBezTo>
                  <a:pt x="30" y="12"/>
                  <a:pt x="41" y="6"/>
                  <a:pt x="49" y="11"/>
                </a:cubicBezTo>
                <a:cubicBezTo>
                  <a:pt x="52" y="0"/>
                  <a:pt x="70" y="0"/>
                  <a:pt x="73" y="11"/>
                </a:cubicBezTo>
                <a:cubicBezTo>
                  <a:pt x="81" y="6"/>
                  <a:pt x="92" y="12"/>
                  <a:pt x="92" y="22"/>
                </a:cubicBezTo>
                <a:cubicBezTo>
                  <a:pt x="92" y="22"/>
                  <a:pt x="92" y="22"/>
                  <a:pt x="92" y="22"/>
                </a:cubicBezTo>
                <a:cubicBezTo>
                  <a:pt x="93" y="22"/>
                  <a:pt x="93" y="22"/>
                  <a:pt x="93" y="22"/>
                </a:cubicBezTo>
                <a:cubicBezTo>
                  <a:pt x="101" y="19"/>
                  <a:pt x="111" y="24"/>
                  <a:pt x="111" y="34"/>
                </a:cubicBezTo>
                <a:cubicBezTo>
                  <a:pt x="111" y="97"/>
                  <a:pt x="111" y="97"/>
                  <a:pt x="111" y="97"/>
                </a:cubicBezTo>
                <a:cubicBezTo>
                  <a:pt x="111" y="102"/>
                  <a:pt x="110" y="108"/>
                  <a:pt x="108" y="113"/>
                </a:cubicBezTo>
                <a:cubicBezTo>
                  <a:pt x="106" y="118"/>
                  <a:pt x="103" y="122"/>
                  <a:pt x="99" y="127"/>
                </a:cubicBezTo>
                <a:close/>
                <a:moveTo>
                  <a:pt x="85" y="126"/>
                </a:moveTo>
                <a:cubicBezTo>
                  <a:pt x="85" y="126"/>
                  <a:pt x="85" y="126"/>
                  <a:pt x="85" y="126"/>
                </a:cubicBezTo>
                <a:cubicBezTo>
                  <a:pt x="88" y="124"/>
                  <a:pt x="90" y="122"/>
                  <a:pt x="92" y="120"/>
                </a:cubicBezTo>
                <a:cubicBezTo>
                  <a:pt x="95" y="117"/>
                  <a:pt x="97" y="113"/>
                  <a:pt x="98" y="109"/>
                </a:cubicBezTo>
                <a:cubicBezTo>
                  <a:pt x="100" y="105"/>
                  <a:pt x="101" y="101"/>
                  <a:pt x="101" y="97"/>
                </a:cubicBezTo>
                <a:cubicBezTo>
                  <a:pt x="101" y="34"/>
                  <a:pt x="101" y="34"/>
                  <a:pt x="101" y="34"/>
                </a:cubicBezTo>
                <a:cubicBezTo>
                  <a:pt x="101" y="30"/>
                  <a:pt x="95" y="30"/>
                  <a:pt x="95" y="34"/>
                </a:cubicBezTo>
                <a:cubicBezTo>
                  <a:pt x="95" y="64"/>
                  <a:pt x="95" y="64"/>
                  <a:pt x="95" y="64"/>
                </a:cubicBezTo>
                <a:cubicBezTo>
                  <a:pt x="95" y="72"/>
                  <a:pt x="82" y="72"/>
                  <a:pt x="82" y="64"/>
                </a:cubicBezTo>
                <a:cubicBezTo>
                  <a:pt x="82" y="22"/>
                  <a:pt x="82" y="22"/>
                  <a:pt x="82" y="22"/>
                </a:cubicBezTo>
                <a:cubicBezTo>
                  <a:pt x="82" y="18"/>
                  <a:pt x="77" y="18"/>
                  <a:pt x="77" y="22"/>
                </a:cubicBezTo>
                <a:cubicBezTo>
                  <a:pt x="77" y="64"/>
                  <a:pt x="77" y="64"/>
                  <a:pt x="77" y="64"/>
                </a:cubicBezTo>
                <a:cubicBezTo>
                  <a:pt x="77" y="72"/>
                  <a:pt x="64" y="72"/>
                  <a:pt x="64" y="64"/>
                </a:cubicBezTo>
                <a:cubicBezTo>
                  <a:pt x="64" y="15"/>
                  <a:pt x="64" y="15"/>
                  <a:pt x="64" y="15"/>
                </a:cubicBezTo>
                <a:cubicBezTo>
                  <a:pt x="64" y="12"/>
                  <a:pt x="58" y="12"/>
                  <a:pt x="58" y="15"/>
                </a:cubicBezTo>
                <a:cubicBezTo>
                  <a:pt x="58" y="64"/>
                  <a:pt x="58" y="64"/>
                  <a:pt x="58" y="64"/>
                </a:cubicBezTo>
                <a:cubicBezTo>
                  <a:pt x="58" y="72"/>
                  <a:pt x="45" y="72"/>
                  <a:pt x="45" y="64"/>
                </a:cubicBezTo>
                <a:cubicBezTo>
                  <a:pt x="45" y="22"/>
                  <a:pt x="45" y="22"/>
                  <a:pt x="45" y="22"/>
                </a:cubicBezTo>
                <a:cubicBezTo>
                  <a:pt x="45" y="18"/>
                  <a:pt x="40" y="18"/>
                  <a:pt x="40" y="22"/>
                </a:cubicBezTo>
                <a:cubicBezTo>
                  <a:pt x="40" y="80"/>
                  <a:pt x="40" y="80"/>
                  <a:pt x="40" y="80"/>
                </a:cubicBezTo>
                <a:cubicBezTo>
                  <a:pt x="40" y="87"/>
                  <a:pt x="30" y="90"/>
                  <a:pt x="27" y="84"/>
                </a:cubicBezTo>
                <a:cubicBezTo>
                  <a:pt x="20" y="72"/>
                  <a:pt x="20" y="72"/>
                  <a:pt x="20" y="72"/>
                </a:cubicBezTo>
                <a:cubicBezTo>
                  <a:pt x="17" y="68"/>
                  <a:pt x="11" y="71"/>
                  <a:pt x="13" y="75"/>
                </a:cubicBezTo>
                <a:cubicBezTo>
                  <a:pt x="22" y="90"/>
                  <a:pt x="22" y="90"/>
                  <a:pt x="22" y="90"/>
                </a:cubicBezTo>
                <a:cubicBezTo>
                  <a:pt x="22" y="90"/>
                  <a:pt x="22" y="90"/>
                  <a:pt x="22" y="90"/>
                </a:cubicBezTo>
                <a:cubicBezTo>
                  <a:pt x="36" y="115"/>
                  <a:pt x="36" y="115"/>
                  <a:pt x="36" y="115"/>
                </a:cubicBezTo>
                <a:cubicBezTo>
                  <a:pt x="38" y="118"/>
                  <a:pt x="40" y="120"/>
                  <a:pt x="42" y="122"/>
                </a:cubicBezTo>
                <a:cubicBezTo>
                  <a:pt x="42" y="122"/>
                  <a:pt x="42" y="122"/>
                  <a:pt x="42" y="122"/>
                </a:cubicBezTo>
                <a:cubicBezTo>
                  <a:pt x="48" y="127"/>
                  <a:pt x="55" y="130"/>
                  <a:pt x="63" y="131"/>
                </a:cubicBezTo>
                <a:cubicBezTo>
                  <a:pt x="71" y="132"/>
                  <a:pt x="78" y="130"/>
                  <a:pt x="85" y="12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grpSp>
        <p:nvGrpSpPr>
          <p:cNvPr id="86" name="Group 39">
            <a:extLst>
              <a:ext uri="{FF2B5EF4-FFF2-40B4-BE49-F238E27FC236}">
                <a16:creationId xmlns:a16="http://schemas.microsoft.com/office/drawing/2014/main" id="{1BBFA919-963D-41AD-8CE9-BD9207FADDD8}"/>
              </a:ext>
            </a:extLst>
          </p:cNvPr>
          <p:cNvGrpSpPr>
            <a:grpSpLocks/>
          </p:cNvGrpSpPr>
          <p:nvPr/>
        </p:nvGrpSpPr>
        <p:grpSpPr bwMode="auto">
          <a:xfrm>
            <a:off x="158515" y="2792015"/>
            <a:ext cx="2667000" cy="1797050"/>
            <a:chOff x="0" y="0"/>
            <a:chExt cx="2724" cy="1835"/>
          </a:xfrm>
        </p:grpSpPr>
        <p:sp>
          <p:nvSpPr>
            <p:cNvPr id="87" name="Oval 40">
              <a:extLst>
                <a:ext uri="{FF2B5EF4-FFF2-40B4-BE49-F238E27FC236}">
                  <a16:creationId xmlns:a16="http://schemas.microsoft.com/office/drawing/2014/main" id="{EBD42701-555A-4F39-BFED-ECBD5F0396B3}"/>
                </a:ext>
              </a:extLst>
            </p:cNvPr>
            <p:cNvSpPr>
              <a:spLocks noChangeArrowheads="1"/>
            </p:cNvSpPr>
            <p:nvPr/>
          </p:nvSpPr>
          <p:spPr bwMode="auto">
            <a:xfrm flipV="1">
              <a:off x="0" y="1755"/>
              <a:ext cx="2724" cy="80"/>
            </a:xfrm>
            <a:prstGeom prst="ellipse">
              <a:avLst/>
            </a:prstGeom>
            <a:gradFill rotWithShape="1">
              <a:gsLst>
                <a:gs pos="0">
                  <a:schemeClr val="tx1">
                    <a:alpha val="20000"/>
                  </a:schemeClr>
                </a:gs>
                <a:gs pos="100000">
                  <a:schemeClr val="tx1">
                    <a:gamma/>
                    <a:shade val="46275"/>
                    <a:invGamma/>
                    <a:alpha val="0"/>
                  </a:schemeClr>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8" name="Group 41">
              <a:extLst>
                <a:ext uri="{FF2B5EF4-FFF2-40B4-BE49-F238E27FC236}">
                  <a16:creationId xmlns:a16="http://schemas.microsoft.com/office/drawing/2014/main" id="{863C3DAC-5CBC-4ABE-A22B-5B8A593C1042}"/>
                </a:ext>
              </a:extLst>
            </p:cNvPr>
            <p:cNvGrpSpPr>
              <a:grpSpLocks/>
            </p:cNvGrpSpPr>
            <p:nvPr/>
          </p:nvGrpSpPr>
          <p:grpSpPr bwMode="auto">
            <a:xfrm>
              <a:off x="240" y="0"/>
              <a:ext cx="2246" cy="1810"/>
              <a:chOff x="0" y="0"/>
              <a:chExt cx="2556" cy="1958"/>
            </a:xfrm>
          </p:grpSpPr>
          <p:pic>
            <p:nvPicPr>
              <p:cNvPr id="89" name="Picture 42" descr="apple icons">
                <a:extLst>
                  <a:ext uri="{FF2B5EF4-FFF2-40B4-BE49-F238E27FC236}">
                    <a16:creationId xmlns:a16="http://schemas.microsoft.com/office/drawing/2014/main" id="{FD5E52FF-05D8-4A6C-B577-34A828FB51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556" cy="1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Rectangle 43" descr="sy_77578179991">
                <a:extLst>
                  <a:ext uri="{FF2B5EF4-FFF2-40B4-BE49-F238E27FC236}">
                    <a16:creationId xmlns:a16="http://schemas.microsoft.com/office/drawing/2014/main" id="{23782B0E-5A8F-4DAB-B910-91B631B71BAE}"/>
                  </a:ext>
                </a:extLst>
              </p:cNvPr>
              <p:cNvSpPr>
                <a:spLocks noChangeArrowheads="1"/>
              </p:cNvSpPr>
              <p:nvPr/>
            </p:nvSpPr>
            <p:spPr bwMode="auto">
              <a:xfrm>
                <a:off x="99" y="100"/>
                <a:ext cx="2358" cy="1336"/>
              </a:xfrm>
              <a:prstGeom prst="rect">
                <a:avLst/>
              </a:prstGeom>
              <a:blipFill dpi="0" rotWithShape="1">
                <a:blip r:embed="rId3"/>
                <a:srcRect/>
                <a:stretch>
                  <a:fillRect b="-35460"/>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zh-CN"/>
                  <a:t> </a:t>
                </a:r>
              </a:p>
            </p:txBody>
          </p:sp>
        </p:grpSp>
      </p:grpSp>
      <p:sp>
        <p:nvSpPr>
          <p:cNvPr id="94" name="Rectangle 47">
            <a:extLst>
              <a:ext uri="{FF2B5EF4-FFF2-40B4-BE49-F238E27FC236}">
                <a16:creationId xmlns:a16="http://schemas.microsoft.com/office/drawing/2014/main" id="{57E1EA97-E63D-4B63-836A-FAF94EB0B7E1}"/>
              </a:ext>
            </a:extLst>
          </p:cNvPr>
          <p:cNvSpPr>
            <a:spLocks noChangeArrowheads="1"/>
          </p:cNvSpPr>
          <p:nvPr/>
        </p:nvSpPr>
        <p:spPr bwMode="auto">
          <a:xfrm>
            <a:off x="2906551" y="856018"/>
            <a:ext cx="34423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kumimoji="1" lang="en-US" altLang="zh-CN" sz="2000" b="1" dirty="0">
                <a:solidFill>
                  <a:srgbClr val="98D2E3"/>
                </a:solidFill>
                <a:latin typeface="微软雅黑" panose="020B0503020204020204" pitchFamily="34" charset="-122"/>
                <a:ea typeface="微软雅黑" panose="020B0503020204020204" pitchFamily="34" charset="-122"/>
              </a:rPr>
              <a:t>68%</a:t>
            </a:r>
            <a:r>
              <a:rPr kumimoji="1" lang="zh-CN" altLang="en-US" sz="2000" b="1" dirty="0">
                <a:solidFill>
                  <a:srgbClr val="98D2E3"/>
                </a:solidFill>
                <a:latin typeface="微软雅黑" panose="020B0503020204020204" pitchFamily="34" charset="-122"/>
                <a:ea typeface="微软雅黑" panose="020B0503020204020204" pitchFamily="34" charset="-122"/>
              </a:rPr>
              <a:t>未用过相关志愿填报产品</a:t>
            </a:r>
          </a:p>
        </p:txBody>
      </p:sp>
      <p:sp>
        <p:nvSpPr>
          <p:cNvPr id="95" name="Rectangle 48">
            <a:extLst>
              <a:ext uri="{FF2B5EF4-FFF2-40B4-BE49-F238E27FC236}">
                <a16:creationId xmlns:a16="http://schemas.microsoft.com/office/drawing/2014/main" id="{3BE1C0F3-DE1E-43E9-B35B-007E59BC37E9}"/>
              </a:ext>
            </a:extLst>
          </p:cNvPr>
          <p:cNvSpPr>
            <a:spLocks noChangeArrowheads="1"/>
          </p:cNvSpPr>
          <p:nvPr/>
        </p:nvSpPr>
        <p:spPr bwMode="auto">
          <a:xfrm>
            <a:off x="3276706" y="1561997"/>
            <a:ext cx="35454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kumimoji="1" lang="en-US" altLang="zh-CN" sz="2000" b="1" dirty="0">
                <a:solidFill>
                  <a:srgbClr val="A9D25A"/>
                </a:solidFill>
                <a:latin typeface="微软雅黑" panose="020B0503020204020204" pitchFamily="34" charset="-122"/>
                <a:ea typeface="微软雅黑" panose="020B0503020204020204" pitchFamily="34" charset="-122"/>
              </a:rPr>
              <a:t>19%</a:t>
            </a:r>
            <a:r>
              <a:rPr kumimoji="1" lang="zh-CN" altLang="en-US" sz="2000" b="1" dirty="0">
                <a:solidFill>
                  <a:srgbClr val="A9D25A"/>
                </a:solidFill>
                <a:latin typeface="微软雅黑" panose="020B0503020204020204" pitchFamily="34" charset="-122"/>
                <a:ea typeface="微软雅黑" panose="020B0503020204020204" pitchFamily="34" charset="-122"/>
              </a:rPr>
              <a:t>使用过智能推荐志愿功能</a:t>
            </a:r>
          </a:p>
        </p:txBody>
      </p:sp>
      <p:sp>
        <p:nvSpPr>
          <p:cNvPr id="96" name="Rectangle 49">
            <a:extLst>
              <a:ext uri="{FF2B5EF4-FFF2-40B4-BE49-F238E27FC236}">
                <a16:creationId xmlns:a16="http://schemas.microsoft.com/office/drawing/2014/main" id="{1738F2DB-8B69-422A-B83C-1B8B198F48C1}"/>
              </a:ext>
            </a:extLst>
          </p:cNvPr>
          <p:cNvSpPr>
            <a:spLocks noChangeArrowheads="1"/>
          </p:cNvSpPr>
          <p:nvPr/>
        </p:nvSpPr>
        <p:spPr bwMode="auto">
          <a:xfrm>
            <a:off x="3720688" y="2274714"/>
            <a:ext cx="318543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kumimoji="1" lang="en-US" altLang="zh-CN" sz="2000" b="1" dirty="0">
                <a:solidFill>
                  <a:srgbClr val="FBE22D"/>
                </a:solidFill>
                <a:latin typeface="微软雅黑" panose="020B0503020204020204" pitchFamily="34" charset="-122"/>
                <a:ea typeface="微软雅黑" panose="020B0503020204020204" pitchFamily="34" charset="-122"/>
              </a:rPr>
              <a:t>0%</a:t>
            </a:r>
            <a:r>
              <a:rPr kumimoji="1" lang="zh-CN" altLang="en-US" sz="2000" b="1" dirty="0">
                <a:solidFill>
                  <a:srgbClr val="FBE22D"/>
                </a:solidFill>
                <a:latin typeface="微软雅黑" panose="020B0503020204020204" pitchFamily="34" charset="-122"/>
                <a:ea typeface="微软雅黑" panose="020B0503020204020204" pitchFamily="34" charset="-122"/>
              </a:rPr>
              <a:t>用过个性化志愿表</a:t>
            </a:r>
          </a:p>
        </p:txBody>
      </p:sp>
      <p:sp>
        <p:nvSpPr>
          <p:cNvPr id="97" name="Freeform 37">
            <a:extLst>
              <a:ext uri="{FF2B5EF4-FFF2-40B4-BE49-F238E27FC236}">
                <a16:creationId xmlns:a16="http://schemas.microsoft.com/office/drawing/2014/main" id="{9CED3658-96E7-49A0-85D0-92C83EDE5B55}"/>
              </a:ext>
            </a:extLst>
          </p:cNvPr>
          <p:cNvSpPr>
            <a:spLocks noEditPoints="1"/>
          </p:cNvSpPr>
          <p:nvPr/>
        </p:nvSpPr>
        <p:spPr bwMode="auto">
          <a:xfrm>
            <a:off x="3199209" y="2355701"/>
            <a:ext cx="220663" cy="254000"/>
          </a:xfrm>
          <a:custGeom>
            <a:avLst/>
            <a:gdLst>
              <a:gd name="T0" fmla="*/ 27 w 112"/>
              <a:gd name="T1" fmla="*/ 92 h 128"/>
              <a:gd name="T2" fmla="*/ 27 w 112"/>
              <a:gd name="T3" fmla="*/ 98 h 128"/>
              <a:gd name="T4" fmla="*/ 87 w 112"/>
              <a:gd name="T5" fmla="*/ 95 h 128"/>
              <a:gd name="T6" fmla="*/ 24 w 112"/>
              <a:gd name="T7" fmla="*/ 53 h 128"/>
              <a:gd name="T8" fmla="*/ 27 w 112"/>
              <a:gd name="T9" fmla="*/ 56 h 128"/>
              <a:gd name="T10" fmla="*/ 87 w 112"/>
              <a:gd name="T11" fmla="*/ 53 h 128"/>
              <a:gd name="T12" fmla="*/ 27 w 112"/>
              <a:gd name="T13" fmla="*/ 50 h 128"/>
              <a:gd name="T14" fmla="*/ 110 w 112"/>
              <a:gd name="T15" fmla="*/ 37 h 128"/>
              <a:gd name="T16" fmla="*/ 75 w 112"/>
              <a:gd name="T17" fmla="*/ 1 h 128"/>
              <a:gd name="T18" fmla="*/ 13 w 112"/>
              <a:gd name="T19" fmla="*/ 0 h 128"/>
              <a:gd name="T20" fmla="*/ 0 w 112"/>
              <a:gd name="T21" fmla="*/ 13 h 128"/>
              <a:gd name="T22" fmla="*/ 3 w 112"/>
              <a:gd name="T23" fmla="*/ 124 h 128"/>
              <a:gd name="T24" fmla="*/ 13 w 112"/>
              <a:gd name="T25" fmla="*/ 128 h 128"/>
              <a:gd name="T26" fmla="*/ 108 w 112"/>
              <a:gd name="T27" fmla="*/ 124 h 128"/>
              <a:gd name="T28" fmla="*/ 112 w 112"/>
              <a:gd name="T29" fmla="*/ 115 h 128"/>
              <a:gd name="T30" fmla="*/ 110 w 112"/>
              <a:gd name="T31" fmla="*/ 37 h 128"/>
              <a:gd name="T32" fmla="*/ 74 w 112"/>
              <a:gd name="T33" fmla="*/ 15 h 128"/>
              <a:gd name="T34" fmla="*/ 79 w 112"/>
              <a:gd name="T35" fmla="*/ 37 h 128"/>
              <a:gd name="T36" fmla="*/ 76 w 112"/>
              <a:gd name="T37" fmla="*/ 36 h 128"/>
              <a:gd name="T38" fmla="*/ 74 w 112"/>
              <a:gd name="T39" fmla="*/ 15 h 128"/>
              <a:gd name="T40" fmla="*/ 102 w 112"/>
              <a:gd name="T41" fmla="*/ 115 h 128"/>
              <a:gd name="T42" fmla="*/ 101 w 112"/>
              <a:gd name="T43" fmla="*/ 117 h 128"/>
              <a:gd name="T44" fmla="*/ 13 w 112"/>
              <a:gd name="T45" fmla="*/ 118 h 128"/>
              <a:gd name="T46" fmla="*/ 9 w 112"/>
              <a:gd name="T47" fmla="*/ 115 h 128"/>
              <a:gd name="T48" fmla="*/ 10 w 112"/>
              <a:gd name="T49" fmla="*/ 11 h 128"/>
              <a:gd name="T50" fmla="*/ 68 w 112"/>
              <a:gd name="T51" fmla="*/ 10 h 128"/>
              <a:gd name="T52" fmla="*/ 71 w 112"/>
              <a:gd name="T53" fmla="*/ 40 h 128"/>
              <a:gd name="T54" fmla="*/ 79 w 112"/>
              <a:gd name="T55" fmla="*/ 43 h 128"/>
              <a:gd name="T56" fmla="*/ 102 w 112"/>
              <a:gd name="T57" fmla="*/ 115 h 128"/>
              <a:gd name="T58" fmla="*/ 84 w 112"/>
              <a:gd name="T59" fmla="*/ 71 h 128"/>
              <a:gd name="T60" fmla="*/ 24 w 112"/>
              <a:gd name="T61" fmla="*/ 74 h 128"/>
              <a:gd name="T62" fmla="*/ 84 w 112"/>
              <a:gd name="T63" fmla="*/ 77 h 128"/>
              <a:gd name="T64" fmla="*/ 84 w 112"/>
              <a:gd name="T65" fmla="*/ 7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28">
                <a:moveTo>
                  <a:pt x="84" y="92"/>
                </a:moveTo>
                <a:cubicBezTo>
                  <a:pt x="27" y="92"/>
                  <a:pt x="27" y="92"/>
                  <a:pt x="27" y="92"/>
                </a:cubicBezTo>
                <a:cubicBezTo>
                  <a:pt x="25" y="92"/>
                  <a:pt x="24" y="93"/>
                  <a:pt x="24" y="95"/>
                </a:cubicBezTo>
                <a:cubicBezTo>
                  <a:pt x="24" y="96"/>
                  <a:pt x="25" y="98"/>
                  <a:pt x="27" y="98"/>
                </a:cubicBezTo>
                <a:cubicBezTo>
                  <a:pt x="84" y="98"/>
                  <a:pt x="84" y="98"/>
                  <a:pt x="84" y="98"/>
                </a:cubicBezTo>
                <a:cubicBezTo>
                  <a:pt x="86" y="98"/>
                  <a:pt x="87" y="96"/>
                  <a:pt x="87" y="95"/>
                </a:cubicBezTo>
                <a:cubicBezTo>
                  <a:pt x="87" y="93"/>
                  <a:pt x="86" y="92"/>
                  <a:pt x="84" y="92"/>
                </a:cubicBezTo>
                <a:close/>
                <a:moveTo>
                  <a:pt x="24" y="53"/>
                </a:moveTo>
                <a:cubicBezTo>
                  <a:pt x="24" y="53"/>
                  <a:pt x="24" y="53"/>
                  <a:pt x="24" y="53"/>
                </a:cubicBezTo>
                <a:cubicBezTo>
                  <a:pt x="24" y="55"/>
                  <a:pt x="25" y="56"/>
                  <a:pt x="27" y="56"/>
                </a:cubicBezTo>
                <a:cubicBezTo>
                  <a:pt x="84" y="56"/>
                  <a:pt x="84" y="56"/>
                  <a:pt x="84" y="56"/>
                </a:cubicBezTo>
                <a:cubicBezTo>
                  <a:pt x="86" y="56"/>
                  <a:pt x="87" y="55"/>
                  <a:pt x="87" y="53"/>
                </a:cubicBezTo>
                <a:cubicBezTo>
                  <a:pt x="87" y="52"/>
                  <a:pt x="86" y="50"/>
                  <a:pt x="84" y="50"/>
                </a:cubicBezTo>
                <a:cubicBezTo>
                  <a:pt x="27" y="50"/>
                  <a:pt x="27" y="50"/>
                  <a:pt x="27" y="50"/>
                </a:cubicBezTo>
                <a:cubicBezTo>
                  <a:pt x="25" y="50"/>
                  <a:pt x="24" y="52"/>
                  <a:pt x="24" y="53"/>
                </a:cubicBezTo>
                <a:close/>
                <a:moveTo>
                  <a:pt x="110" y="37"/>
                </a:moveTo>
                <a:cubicBezTo>
                  <a:pt x="110" y="37"/>
                  <a:pt x="110" y="37"/>
                  <a:pt x="110" y="37"/>
                </a:cubicBezTo>
                <a:cubicBezTo>
                  <a:pt x="75" y="1"/>
                  <a:pt x="75" y="1"/>
                  <a:pt x="75" y="1"/>
                </a:cubicBezTo>
                <a:cubicBezTo>
                  <a:pt x="74" y="0"/>
                  <a:pt x="73" y="0"/>
                  <a:pt x="71" y="0"/>
                </a:cubicBezTo>
                <a:cubicBezTo>
                  <a:pt x="13" y="0"/>
                  <a:pt x="13" y="0"/>
                  <a:pt x="13" y="0"/>
                </a:cubicBezTo>
                <a:cubicBezTo>
                  <a:pt x="9" y="0"/>
                  <a:pt x="6" y="1"/>
                  <a:pt x="3" y="4"/>
                </a:cubicBezTo>
                <a:cubicBezTo>
                  <a:pt x="1" y="6"/>
                  <a:pt x="0" y="9"/>
                  <a:pt x="0" y="13"/>
                </a:cubicBezTo>
                <a:cubicBezTo>
                  <a:pt x="0" y="115"/>
                  <a:pt x="0" y="115"/>
                  <a:pt x="0" y="115"/>
                </a:cubicBezTo>
                <a:cubicBezTo>
                  <a:pt x="0" y="118"/>
                  <a:pt x="1" y="122"/>
                  <a:pt x="3" y="124"/>
                </a:cubicBezTo>
                <a:cubicBezTo>
                  <a:pt x="4" y="124"/>
                  <a:pt x="4" y="124"/>
                  <a:pt x="4" y="124"/>
                </a:cubicBezTo>
                <a:cubicBezTo>
                  <a:pt x="6" y="126"/>
                  <a:pt x="9" y="128"/>
                  <a:pt x="13" y="128"/>
                </a:cubicBezTo>
                <a:cubicBezTo>
                  <a:pt x="99" y="128"/>
                  <a:pt x="99" y="128"/>
                  <a:pt x="99" y="128"/>
                </a:cubicBezTo>
                <a:cubicBezTo>
                  <a:pt x="102" y="128"/>
                  <a:pt x="105" y="126"/>
                  <a:pt x="108" y="124"/>
                </a:cubicBezTo>
                <a:cubicBezTo>
                  <a:pt x="108" y="124"/>
                  <a:pt x="108" y="124"/>
                  <a:pt x="108" y="124"/>
                </a:cubicBezTo>
                <a:cubicBezTo>
                  <a:pt x="110" y="122"/>
                  <a:pt x="112" y="118"/>
                  <a:pt x="112" y="115"/>
                </a:cubicBezTo>
                <a:cubicBezTo>
                  <a:pt x="112" y="40"/>
                  <a:pt x="112" y="40"/>
                  <a:pt x="112" y="40"/>
                </a:cubicBezTo>
                <a:cubicBezTo>
                  <a:pt x="112" y="39"/>
                  <a:pt x="111" y="38"/>
                  <a:pt x="110" y="37"/>
                </a:cubicBezTo>
                <a:close/>
                <a:moveTo>
                  <a:pt x="74" y="15"/>
                </a:moveTo>
                <a:cubicBezTo>
                  <a:pt x="74" y="15"/>
                  <a:pt x="74" y="15"/>
                  <a:pt x="74" y="15"/>
                </a:cubicBezTo>
                <a:cubicBezTo>
                  <a:pt x="97" y="37"/>
                  <a:pt x="97" y="37"/>
                  <a:pt x="97" y="37"/>
                </a:cubicBezTo>
                <a:cubicBezTo>
                  <a:pt x="79" y="37"/>
                  <a:pt x="79" y="37"/>
                  <a:pt x="79" y="37"/>
                </a:cubicBezTo>
                <a:cubicBezTo>
                  <a:pt x="78" y="37"/>
                  <a:pt x="77" y="37"/>
                  <a:pt x="76" y="36"/>
                </a:cubicBezTo>
                <a:cubicBezTo>
                  <a:pt x="76" y="36"/>
                  <a:pt x="76" y="36"/>
                  <a:pt x="76" y="36"/>
                </a:cubicBezTo>
                <a:cubicBezTo>
                  <a:pt x="75" y="35"/>
                  <a:pt x="74" y="33"/>
                  <a:pt x="74" y="32"/>
                </a:cubicBezTo>
                <a:cubicBezTo>
                  <a:pt x="74" y="15"/>
                  <a:pt x="74" y="15"/>
                  <a:pt x="74" y="15"/>
                </a:cubicBezTo>
                <a:close/>
                <a:moveTo>
                  <a:pt x="102" y="115"/>
                </a:moveTo>
                <a:cubicBezTo>
                  <a:pt x="102" y="115"/>
                  <a:pt x="102" y="115"/>
                  <a:pt x="102" y="115"/>
                </a:cubicBezTo>
                <a:cubicBezTo>
                  <a:pt x="102" y="116"/>
                  <a:pt x="101" y="116"/>
                  <a:pt x="101" y="117"/>
                </a:cubicBezTo>
                <a:cubicBezTo>
                  <a:pt x="101" y="117"/>
                  <a:pt x="101" y="117"/>
                  <a:pt x="101" y="117"/>
                </a:cubicBezTo>
                <a:cubicBezTo>
                  <a:pt x="100" y="118"/>
                  <a:pt x="99" y="118"/>
                  <a:pt x="99" y="118"/>
                </a:cubicBezTo>
                <a:cubicBezTo>
                  <a:pt x="13" y="118"/>
                  <a:pt x="13" y="118"/>
                  <a:pt x="13" y="118"/>
                </a:cubicBezTo>
                <a:cubicBezTo>
                  <a:pt x="12" y="118"/>
                  <a:pt x="11" y="118"/>
                  <a:pt x="10" y="117"/>
                </a:cubicBezTo>
                <a:cubicBezTo>
                  <a:pt x="10" y="116"/>
                  <a:pt x="9" y="116"/>
                  <a:pt x="9" y="115"/>
                </a:cubicBezTo>
                <a:cubicBezTo>
                  <a:pt x="9" y="13"/>
                  <a:pt x="9" y="13"/>
                  <a:pt x="9" y="13"/>
                </a:cubicBezTo>
                <a:cubicBezTo>
                  <a:pt x="9" y="12"/>
                  <a:pt x="10" y="11"/>
                  <a:pt x="10" y="11"/>
                </a:cubicBezTo>
                <a:cubicBezTo>
                  <a:pt x="11" y="10"/>
                  <a:pt x="12" y="10"/>
                  <a:pt x="13" y="10"/>
                </a:cubicBezTo>
                <a:cubicBezTo>
                  <a:pt x="68" y="10"/>
                  <a:pt x="68" y="10"/>
                  <a:pt x="68" y="10"/>
                </a:cubicBezTo>
                <a:cubicBezTo>
                  <a:pt x="68" y="32"/>
                  <a:pt x="68" y="32"/>
                  <a:pt x="68" y="32"/>
                </a:cubicBezTo>
                <a:cubicBezTo>
                  <a:pt x="68" y="35"/>
                  <a:pt x="69" y="38"/>
                  <a:pt x="71" y="40"/>
                </a:cubicBezTo>
                <a:cubicBezTo>
                  <a:pt x="72" y="40"/>
                  <a:pt x="72" y="40"/>
                  <a:pt x="72" y="40"/>
                </a:cubicBezTo>
                <a:cubicBezTo>
                  <a:pt x="73" y="42"/>
                  <a:pt x="76" y="43"/>
                  <a:pt x="79" y="43"/>
                </a:cubicBezTo>
                <a:cubicBezTo>
                  <a:pt x="102" y="43"/>
                  <a:pt x="102" y="43"/>
                  <a:pt x="102" y="43"/>
                </a:cubicBezTo>
                <a:cubicBezTo>
                  <a:pt x="102" y="115"/>
                  <a:pt x="102" y="115"/>
                  <a:pt x="102" y="115"/>
                </a:cubicBezTo>
                <a:close/>
                <a:moveTo>
                  <a:pt x="84" y="71"/>
                </a:moveTo>
                <a:cubicBezTo>
                  <a:pt x="84" y="71"/>
                  <a:pt x="84" y="71"/>
                  <a:pt x="84" y="71"/>
                </a:cubicBezTo>
                <a:cubicBezTo>
                  <a:pt x="27" y="71"/>
                  <a:pt x="27" y="71"/>
                  <a:pt x="27" y="71"/>
                </a:cubicBezTo>
                <a:cubicBezTo>
                  <a:pt x="25" y="71"/>
                  <a:pt x="24" y="72"/>
                  <a:pt x="24" y="74"/>
                </a:cubicBezTo>
                <a:cubicBezTo>
                  <a:pt x="24" y="76"/>
                  <a:pt x="25" y="77"/>
                  <a:pt x="27" y="77"/>
                </a:cubicBezTo>
                <a:cubicBezTo>
                  <a:pt x="84" y="77"/>
                  <a:pt x="84" y="77"/>
                  <a:pt x="84" y="77"/>
                </a:cubicBezTo>
                <a:cubicBezTo>
                  <a:pt x="86" y="77"/>
                  <a:pt x="87" y="76"/>
                  <a:pt x="87" y="74"/>
                </a:cubicBezTo>
                <a:cubicBezTo>
                  <a:pt x="87" y="72"/>
                  <a:pt x="86" y="71"/>
                  <a:pt x="84" y="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b="1">
              <a:solidFill>
                <a:schemeClr val="tx1">
                  <a:lumMod val="50000"/>
                  <a:lumOff val="50000"/>
                </a:schemeClr>
              </a:solidFill>
            </a:endParaRPr>
          </a:p>
        </p:txBody>
      </p:sp>
    </p:spTree>
    <p:extLst>
      <p:ext uri="{BB962C8B-B14F-4D97-AF65-F5344CB8AC3E}">
        <p14:creationId xmlns:p14="http://schemas.microsoft.com/office/powerpoint/2010/main" val="1088235000"/>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2" presetClass="entr" presetSubtype="4" fill="hold" nodeType="withEffect" p14:presetBounceEnd="50000">
                                      <p:stCondLst>
                                        <p:cond delay="800"/>
                                      </p:stCondLst>
                                      <p:childTnLst>
                                        <p:set>
                                          <p:cBhvr>
                                            <p:cTn id="44" dur="1" fill="hold">
                                              <p:stCondLst>
                                                <p:cond delay="0"/>
                                              </p:stCondLst>
                                            </p:cTn>
                                            <p:tgtEl>
                                              <p:spTgt spid="86"/>
                                            </p:tgtEl>
                                            <p:attrNameLst>
                                              <p:attrName>style.visibility</p:attrName>
                                            </p:attrNameLst>
                                          </p:cBhvr>
                                          <p:to>
                                            <p:strVal val="visible"/>
                                          </p:to>
                                        </p:set>
                                        <p:anim calcmode="lin" valueType="num" p14:bounceEnd="50000">
                                          <p:cBhvr additive="base">
                                            <p:cTn id="45" dur="500" fill="hold"/>
                                            <p:tgtEl>
                                              <p:spTgt spid="86"/>
                                            </p:tgtEl>
                                            <p:attrNameLst>
                                              <p:attrName>ppt_x</p:attrName>
                                            </p:attrNameLst>
                                          </p:cBhvr>
                                          <p:tavLst>
                                            <p:tav tm="0">
                                              <p:val>
                                                <p:strVal val="#ppt_x"/>
                                              </p:val>
                                            </p:tav>
                                            <p:tav tm="100000">
                                              <p:val>
                                                <p:strVal val="#ppt_x"/>
                                              </p:val>
                                            </p:tav>
                                          </p:tavLst>
                                        </p:anim>
                                        <p:anim calcmode="lin" valueType="num" p14:bounceEnd="50000">
                                          <p:cBhvr additive="base">
                                            <p:cTn id="46" dur="500" fill="hold"/>
                                            <p:tgtEl>
                                              <p:spTgt spid="86"/>
                                            </p:tgtEl>
                                            <p:attrNameLst>
                                              <p:attrName>ppt_y</p:attrName>
                                            </p:attrNameLst>
                                          </p:cBhvr>
                                          <p:tavLst>
                                            <p:tav tm="0">
                                              <p:val>
                                                <p:strVal val="1+#ppt_h/2"/>
                                              </p:val>
                                            </p:tav>
                                            <p:tav tm="100000">
                                              <p:val>
                                                <p:strVal val="#ppt_y"/>
                                              </p:val>
                                            </p:tav>
                                          </p:tavLst>
                                        </p:anim>
                                      </p:childTnLst>
                                    </p:cTn>
                                  </p:par>
                                  <p:par>
                                    <p:cTn id="47" presetID="22" presetClass="entr" presetSubtype="8" fill="hold" grpId="0" nodeType="withEffect">
                                      <p:stCondLst>
                                        <p:cond delay="900"/>
                                      </p:stCondLst>
                                      <p:childTnLst>
                                        <p:set>
                                          <p:cBhvr>
                                            <p:cTn id="48" dur="1" fill="hold">
                                              <p:stCondLst>
                                                <p:cond delay="0"/>
                                              </p:stCondLst>
                                            </p:cTn>
                                            <p:tgtEl>
                                              <p:spTgt spid="73"/>
                                            </p:tgtEl>
                                            <p:attrNameLst>
                                              <p:attrName>style.visibility</p:attrName>
                                            </p:attrNameLst>
                                          </p:cBhvr>
                                          <p:to>
                                            <p:strVal val="visible"/>
                                          </p:to>
                                        </p:set>
                                        <p:animEffect transition="in" filter="wipe(left)">
                                          <p:cBhvr>
                                            <p:cTn id="49" dur="500"/>
                                            <p:tgtEl>
                                              <p:spTgt spid="73"/>
                                            </p:tgtEl>
                                          </p:cBhvr>
                                        </p:animEffect>
                                      </p:childTnLst>
                                    </p:cTn>
                                  </p:par>
                                  <p:par>
                                    <p:cTn id="50" presetID="2" presetClass="entr" presetSubtype="2" fill="hold" grpId="0" nodeType="withEffect" p14:presetBounceEnd="50000">
                                      <p:stCondLst>
                                        <p:cond delay="900"/>
                                      </p:stCondLst>
                                      <p:childTnLst>
                                        <p:set>
                                          <p:cBhvr>
                                            <p:cTn id="51" dur="1" fill="hold">
                                              <p:stCondLst>
                                                <p:cond delay="0"/>
                                              </p:stCondLst>
                                            </p:cTn>
                                            <p:tgtEl>
                                              <p:spTgt spid="70"/>
                                            </p:tgtEl>
                                            <p:attrNameLst>
                                              <p:attrName>style.visibility</p:attrName>
                                            </p:attrNameLst>
                                          </p:cBhvr>
                                          <p:to>
                                            <p:strVal val="visible"/>
                                          </p:to>
                                        </p:set>
                                        <p:anim calcmode="lin" valueType="num" p14:bounceEnd="50000">
                                          <p:cBhvr additive="base">
                                            <p:cTn id="52" dur="500" fill="hold"/>
                                            <p:tgtEl>
                                              <p:spTgt spid="70"/>
                                            </p:tgtEl>
                                            <p:attrNameLst>
                                              <p:attrName>ppt_x</p:attrName>
                                            </p:attrNameLst>
                                          </p:cBhvr>
                                          <p:tavLst>
                                            <p:tav tm="0">
                                              <p:val>
                                                <p:strVal val="1+#ppt_w/2"/>
                                              </p:val>
                                            </p:tav>
                                            <p:tav tm="100000">
                                              <p:val>
                                                <p:strVal val="#ppt_x"/>
                                              </p:val>
                                            </p:tav>
                                          </p:tavLst>
                                        </p:anim>
                                        <p:anim calcmode="lin" valueType="num" p14:bounceEnd="50000">
                                          <p:cBhvr additive="base">
                                            <p:cTn id="53" dur="500" fill="hold"/>
                                            <p:tgtEl>
                                              <p:spTgt spid="70"/>
                                            </p:tgtEl>
                                            <p:attrNameLst>
                                              <p:attrName>ppt_y</p:attrName>
                                            </p:attrNameLst>
                                          </p:cBhvr>
                                          <p:tavLst>
                                            <p:tav tm="0">
                                              <p:val>
                                                <p:strVal val="#ppt_y"/>
                                              </p:val>
                                            </p:tav>
                                            <p:tav tm="100000">
                                              <p:val>
                                                <p:strVal val="#ppt_y"/>
                                              </p:val>
                                            </p:tav>
                                          </p:tavLst>
                                        </p:anim>
                                      </p:childTnLst>
                                    </p:cTn>
                                  </p:par>
                                  <p:par>
                                    <p:cTn id="54" presetID="2" presetClass="entr" presetSubtype="8" fill="hold" grpId="0" nodeType="withEffect" p14:presetBounceEnd="50000">
                                      <p:stCondLst>
                                        <p:cond delay="900"/>
                                      </p:stCondLst>
                                      <p:childTnLst>
                                        <p:set>
                                          <p:cBhvr>
                                            <p:cTn id="55" dur="1" fill="hold">
                                              <p:stCondLst>
                                                <p:cond delay="0"/>
                                              </p:stCondLst>
                                            </p:cTn>
                                            <p:tgtEl>
                                              <p:spTgt spid="97"/>
                                            </p:tgtEl>
                                            <p:attrNameLst>
                                              <p:attrName>style.visibility</p:attrName>
                                            </p:attrNameLst>
                                          </p:cBhvr>
                                          <p:to>
                                            <p:strVal val="visible"/>
                                          </p:to>
                                        </p:set>
                                        <p:anim calcmode="lin" valueType="num" p14:bounceEnd="50000">
                                          <p:cBhvr additive="base">
                                            <p:cTn id="56" dur="500" fill="hold"/>
                                            <p:tgtEl>
                                              <p:spTgt spid="97"/>
                                            </p:tgtEl>
                                            <p:attrNameLst>
                                              <p:attrName>ppt_x</p:attrName>
                                            </p:attrNameLst>
                                          </p:cBhvr>
                                          <p:tavLst>
                                            <p:tav tm="0">
                                              <p:val>
                                                <p:strVal val="0-#ppt_w/2"/>
                                              </p:val>
                                            </p:tav>
                                            <p:tav tm="100000">
                                              <p:val>
                                                <p:strVal val="#ppt_x"/>
                                              </p:val>
                                            </p:tav>
                                          </p:tavLst>
                                        </p:anim>
                                        <p:anim calcmode="lin" valueType="num" p14:bounceEnd="50000">
                                          <p:cBhvr additive="base">
                                            <p:cTn id="57" dur="500" fill="hold"/>
                                            <p:tgtEl>
                                              <p:spTgt spid="97"/>
                                            </p:tgtEl>
                                            <p:attrNameLst>
                                              <p:attrName>ppt_y</p:attrName>
                                            </p:attrNameLst>
                                          </p:cBhvr>
                                          <p:tavLst>
                                            <p:tav tm="0">
                                              <p:val>
                                                <p:strVal val="#ppt_y"/>
                                              </p:val>
                                            </p:tav>
                                            <p:tav tm="100000">
                                              <p:val>
                                                <p:strVal val="#ppt_y"/>
                                              </p:val>
                                            </p:tav>
                                          </p:tavLst>
                                        </p:anim>
                                      </p:childTnLst>
                                    </p:cTn>
                                  </p:par>
                                  <p:par>
                                    <p:cTn id="58" presetID="2" presetClass="entr" presetSubtype="2" fill="hold" grpId="0" nodeType="withEffect" p14:presetBounceEnd="50000">
                                      <p:stCondLst>
                                        <p:cond delay="900"/>
                                      </p:stCondLst>
                                      <p:childTnLst>
                                        <p:set>
                                          <p:cBhvr>
                                            <p:cTn id="59" dur="1" fill="hold">
                                              <p:stCondLst>
                                                <p:cond delay="0"/>
                                              </p:stCondLst>
                                            </p:cTn>
                                            <p:tgtEl>
                                              <p:spTgt spid="96"/>
                                            </p:tgtEl>
                                            <p:attrNameLst>
                                              <p:attrName>style.visibility</p:attrName>
                                            </p:attrNameLst>
                                          </p:cBhvr>
                                          <p:to>
                                            <p:strVal val="visible"/>
                                          </p:to>
                                        </p:set>
                                        <p:anim calcmode="lin" valueType="num" p14:bounceEnd="50000">
                                          <p:cBhvr additive="base">
                                            <p:cTn id="60" dur="500" fill="hold"/>
                                            <p:tgtEl>
                                              <p:spTgt spid="96"/>
                                            </p:tgtEl>
                                            <p:attrNameLst>
                                              <p:attrName>ppt_x</p:attrName>
                                            </p:attrNameLst>
                                          </p:cBhvr>
                                          <p:tavLst>
                                            <p:tav tm="0">
                                              <p:val>
                                                <p:strVal val="1+#ppt_w/2"/>
                                              </p:val>
                                            </p:tav>
                                            <p:tav tm="100000">
                                              <p:val>
                                                <p:strVal val="#ppt_x"/>
                                              </p:val>
                                            </p:tav>
                                          </p:tavLst>
                                        </p:anim>
                                        <p:anim calcmode="lin" valueType="num" p14:bounceEnd="50000">
                                          <p:cBhvr additive="base">
                                            <p:cTn id="61" dur="500" fill="hold"/>
                                            <p:tgtEl>
                                              <p:spTgt spid="96"/>
                                            </p:tgtEl>
                                            <p:attrNameLst>
                                              <p:attrName>ppt_y</p:attrName>
                                            </p:attrNameLst>
                                          </p:cBhvr>
                                          <p:tavLst>
                                            <p:tav tm="0">
                                              <p:val>
                                                <p:strVal val="#ppt_y"/>
                                              </p:val>
                                            </p:tav>
                                            <p:tav tm="100000">
                                              <p:val>
                                                <p:strVal val="#ppt_y"/>
                                              </p:val>
                                            </p:tav>
                                          </p:tavLst>
                                        </p:anim>
                                      </p:childTnLst>
                                    </p:cTn>
                                  </p:par>
                                  <p:par>
                                    <p:cTn id="62" presetID="22" presetClass="entr" presetSubtype="8" fill="hold" grpId="0" nodeType="withEffect">
                                      <p:stCondLst>
                                        <p:cond delay="1100"/>
                                      </p:stCondLst>
                                      <p:childTnLst>
                                        <p:set>
                                          <p:cBhvr>
                                            <p:cTn id="63" dur="1" fill="hold">
                                              <p:stCondLst>
                                                <p:cond delay="0"/>
                                              </p:stCondLst>
                                            </p:cTn>
                                            <p:tgtEl>
                                              <p:spTgt spid="72"/>
                                            </p:tgtEl>
                                            <p:attrNameLst>
                                              <p:attrName>style.visibility</p:attrName>
                                            </p:attrNameLst>
                                          </p:cBhvr>
                                          <p:to>
                                            <p:strVal val="visible"/>
                                          </p:to>
                                        </p:set>
                                        <p:animEffect transition="in" filter="wipe(left)">
                                          <p:cBhvr>
                                            <p:cTn id="64" dur="500"/>
                                            <p:tgtEl>
                                              <p:spTgt spid="72"/>
                                            </p:tgtEl>
                                          </p:cBhvr>
                                        </p:animEffect>
                                      </p:childTnLst>
                                    </p:cTn>
                                  </p:par>
                                  <p:par>
                                    <p:cTn id="65" presetID="2" presetClass="entr" presetSubtype="2" fill="hold" grpId="0" nodeType="withEffect" p14:presetBounceEnd="50000">
                                      <p:stCondLst>
                                        <p:cond delay="1100"/>
                                      </p:stCondLst>
                                      <p:childTnLst>
                                        <p:set>
                                          <p:cBhvr>
                                            <p:cTn id="66" dur="1" fill="hold">
                                              <p:stCondLst>
                                                <p:cond delay="0"/>
                                              </p:stCondLst>
                                            </p:cTn>
                                            <p:tgtEl>
                                              <p:spTgt spid="69"/>
                                            </p:tgtEl>
                                            <p:attrNameLst>
                                              <p:attrName>style.visibility</p:attrName>
                                            </p:attrNameLst>
                                          </p:cBhvr>
                                          <p:to>
                                            <p:strVal val="visible"/>
                                          </p:to>
                                        </p:set>
                                        <p:anim calcmode="lin" valueType="num" p14:bounceEnd="50000">
                                          <p:cBhvr additive="base">
                                            <p:cTn id="67" dur="500" fill="hold"/>
                                            <p:tgtEl>
                                              <p:spTgt spid="69"/>
                                            </p:tgtEl>
                                            <p:attrNameLst>
                                              <p:attrName>ppt_x</p:attrName>
                                            </p:attrNameLst>
                                          </p:cBhvr>
                                          <p:tavLst>
                                            <p:tav tm="0">
                                              <p:val>
                                                <p:strVal val="1+#ppt_w/2"/>
                                              </p:val>
                                            </p:tav>
                                            <p:tav tm="100000">
                                              <p:val>
                                                <p:strVal val="#ppt_x"/>
                                              </p:val>
                                            </p:tav>
                                          </p:tavLst>
                                        </p:anim>
                                        <p:anim calcmode="lin" valueType="num" p14:bounceEnd="50000">
                                          <p:cBhvr additive="base">
                                            <p:cTn id="68" dur="500" fill="hold"/>
                                            <p:tgtEl>
                                              <p:spTgt spid="69"/>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14:presetBounceEnd="50000">
                                      <p:stCondLst>
                                        <p:cond delay="1100"/>
                                      </p:stCondLst>
                                      <p:childTnLst>
                                        <p:set>
                                          <p:cBhvr>
                                            <p:cTn id="70" dur="1" fill="hold">
                                              <p:stCondLst>
                                                <p:cond delay="0"/>
                                              </p:stCondLst>
                                            </p:cTn>
                                            <p:tgtEl>
                                              <p:spTgt spid="81"/>
                                            </p:tgtEl>
                                            <p:attrNameLst>
                                              <p:attrName>style.visibility</p:attrName>
                                            </p:attrNameLst>
                                          </p:cBhvr>
                                          <p:to>
                                            <p:strVal val="visible"/>
                                          </p:to>
                                        </p:set>
                                        <p:anim calcmode="lin" valueType="num" p14:bounceEnd="50000">
                                          <p:cBhvr additive="base">
                                            <p:cTn id="71" dur="500" fill="hold"/>
                                            <p:tgtEl>
                                              <p:spTgt spid="81"/>
                                            </p:tgtEl>
                                            <p:attrNameLst>
                                              <p:attrName>ppt_x</p:attrName>
                                            </p:attrNameLst>
                                          </p:cBhvr>
                                          <p:tavLst>
                                            <p:tav tm="0">
                                              <p:val>
                                                <p:strVal val="1+#ppt_w/2"/>
                                              </p:val>
                                            </p:tav>
                                            <p:tav tm="100000">
                                              <p:val>
                                                <p:strVal val="#ppt_x"/>
                                              </p:val>
                                            </p:tav>
                                          </p:tavLst>
                                        </p:anim>
                                        <p:anim calcmode="lin" valueType="num" p14:bounceEnd="50000">
                                          <p:cBhvr additive="base">
                                            <p:cTn id="72" dur="500" fill="hold"/>
                                            <p:tgtEl>
                                              <p:spTgt spid="81"/>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14:presetBounceEnd="50000">
                                      <p:stCondLst>
                                        <p:cond delay="1100"/>
                                      </p:stCondLst>
                                      <p:childTnLst>
                                        <p:set>
                                          <p:cBhvr>
                                            <p:cTn id="74" dur="1" fill="hold">
                                              <p:stCondLst>
                                                <p:cond delay="0"/>
                                              </p:stCondLst>
                                            </p:cTn>
                                            <p:tgtEl>
                                              <p:spTgt spid="95"/>
                                            </p:tgtEl>
                                            <p:attrNameLst>
                                              <p:attrName>style.visibility</p:attrName>
                                            </p:attrNameLst>
                                          </p:cBhvr>
                                          <p:to>
                                            <p:strVal val="visible"/>
                                          </p:to>
                                        </p:set>
                                        <p:anim calcmode="lin" valueType="num" p14:bounceEnd="50000">
                                          <p:cBhvr additive="base">
                                            <p:cTn id="75" dur="500" fill="hold"/>
                                            <p:tgtEl>
                                              <p:spTgt spid="95"/>
                                            </p:tgtEl>
                                            <p:attrNameLst>
                                              <p:attrName>ppt_x</p:attrName>
                                            </p:attrNameLst>
                                          </p:cBhvr>
                                          <p:tavLst>
                                            <p:tav tm="0">
                                              <p:val>
                                                <p:strVal val="1+#ppt_w/2"/>
                                              </p:val>
                                            </p:tav>
                                            <p:tav tm="100000">
                                              <p:val>
                                                <p:strVal val="#ppt_x"/>
                                              </p:val>
                                            </p:tav>
                                          </p:tavLst>
                                        </p:anim>
                                        <p:anim calcmode="lin" valueType="num" p14:bounceEnd="50000">
                                          <p:cBhvr additive="base">
                                            <p:cTn id="76" dur="500" fill="hold"/>
                                            <p:tgtEl>
                                              <p:spTgt spid="95"/>
                                            </p:tgtEl>
                                            <p:attrNameLst>
                                              <p:attrName>ppt_y</p:attrName>
                                            </p:attrNameLst>
                                          </p:cBhvr>
                                          <p:tavLst>
                                            <p:tav tm="0">
                                              <p:val>
                                                <p:strVal val="#ppt_y"/>
                                              </p:val>
                                            </p:tav>
                                            <p:tav tm="100000">
                                              <p:val>
                                                <p:strVal val="#ppt_y"/>
                                              </p:val>
                                            </p:tav>
                                          </p:tavLst>
                                        </p:anim>
                                      </p:childTnLst>
                                    </p:cTn>
                                  </p:par>
                                  <p:par>
                                    <p:cTn id="77" presetID="22" presetClass="entr" presetSubtype="8" fill="hold" grpId="0" nodeType="withEffect">
                                      <p:stCondLst>
                                        <p:cond delay="1300"/>
                                      </p:stCondLst>
                                      <p:childTnLst>
                                        <p:set>
                                          <p:cBhvr>
                                            <p:cTn id="78" dur="1" fill="hold">
                                              <p:stCondLst>
                                                <p:cond delay="0"/>
                                              </p:stCondLst>
                                            </p:cTn>
                                            <p:tgtEl>
                                              <p:spTgt spid="71"/>
                                            </p:tgtEl>
                                            <p:attrNameLst>
                                              <p:attrName>style.visibility</p:attrName>
                                            </p:attrNameLst>
                                          </p:cBhvr>
                                          <p:to>
                                            <p:strVal val="visible"/>
                                          </p:to>
                                        </p:set>
                                        <p:animEffect transition="in" filter="wipe(left)">
                                          <p:cBhvr>
                                            <p:cTn id="79" dur="500"/>
                                            <p:tgtEl>
                                              <p:spTgt spid="71"/>
                                            </p:tgtEl>
                                          </p:cBhvr>
                                        </p:animEffect>
                                      </p:childTnLst>
                                    </p:cTn>
                                  </p:par>
                                  <p:par>
                                    <p:cTn id="80" presetID="2" presetClass="entr" presetSubtype="2" fill="hold" grpId="0" nodeType="withEffect" p14:presetBounceEnd="50000">
                                      <p:stCondLst>
                                        <p:cond delay="1400"/>
                                      </p:stCondLst>
                                      <p:childTnLst>
                                        <p:set>
                                          <p:cBhvr>
                                            <p:cTn id="81" dur="1" fill="hold">
                                              <p:stCondLst>
                                                <p:cond delay="0"/>
                                              </p:stCondLst>
                                            </p:cTn>
                                            <p:tgtEl>
                                              <p:spTgt spid="68"/>
                                            </p:tgtEl>
                                            <p:attrNameLst>
                                              <p:attrName>style.visibility</p:attrName>
                                            </p:attrNameLst>
                                          </p:cBhvr>
                                          <p:to>
                                            <p:strVal val="visible"/>
                                          </p:to>
                                        </p:set>
                                        <p:anim calcmode="lin" valueType="num" p14:bounceEnd="50000">
                                          <p:cBhvr additive="base">
                                            <p:cTn id="82" dur="500" fill="hold"/>
                                            <p:tgtEl>
                                              <p:spTgt spid="68"/>
                                            </p:tgtEl>
                                            <p:attrNameLst>
                                              <p:attrName>ppt_x</p:attrName>
                                            </p:attrNameLst>
                                          </p:cBhvr>
                                          <p:tavLst>
                                            <p:tav tm="0">
                                              <p:val>
                                                <p:strVal val="1+#ppt_w/2"/>
                                              </p:val>
                                            </p:tav>
                                            <p:tav tm="100000">
                                              <p:val>
                                                <p:strVal val="#ppt_x"/>
                                              </p:val>
                                            </p:tav>
                                          </p:tavLst>
                                        </p:anim>
                                        <p:anim calcmode="lin" valueType="num" p14:bounceEnd="50000">
                                          <p:cBhvr additive="base">
                                            <p:cTn id="83" dur="500" fill="hold"/>
                                            <p:tgtEl>
                                              <p:spTgt spid="68"/>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14:presetBounceEnd="50000">
                                      <p:stCondLst>
                                        <p:cond delay="1400"/>
                                      </p:stCondLst>
                                      <p:childTnLst>
                                        <p:set>
                                          <p:cBhvr>
                                            <p:cTn id="85" dur="1" fill="hold">
                                              <p:stCondLst>
                                                <p:cond delay="0"/>
                                              </p:stCondLst>
                                            </p:cTn>
                                            <p:tgtEl>
                                              <p:spTgt spid="82"/>
                                            </p:tgtEl>
                                            <p:attrNameLst>
                                              <p:attrName>style.visibility</p:attrName>
                                            </p:attrNameLst>
                                          </p:cBhvr>
                                          <p:to>
                                            <p:strVal val="visible"/>
                                          </p:to>
                                        </p:set>
                                        <p:anim calcmode="lin" valueType="num" p14:bounceEnd="50000">
                                          <p:cBhvr additive="base">
                                            <p:cTn id="86" dur="500" fill="hold"/>
                                            <p:tgtEl>
                                              <p:spTgt spid="82"/>
                                            </p:tgtEl>
                                            <p:attrNameLst>
                                              <p:attrName>ppt_x</p:attrName>
                                            </p:attrNameLst>
                                          </p:cBhvr>
                                          <p:tavLst>
                                            <p:tav tm="0">
                                              <p:val>
                                                <p:strVal val="1+#ppt_w/2"/>
                                              </p:val>
                                            </p:tav>
                                            <p:tav tm="100000">
                                              <p:val>
                                                <p:strVal val="#ppt_x"/>
                                              </p:val>
                                            </p:tav>
                                          </p:tavLst>
                                        </p:anim>
                                        <p:anim calcmode="lin" valueType="num" p14:bounceEnd="50000">
                                          <p:cBhvr additive="base">
                                            <p:cTn id="87" dur="500" fill="hold"/>
                                            <p:tgtEl>
                                              <p:spTgt spid="82"/>
                                            </p:tgtEl>
                                            <p:attrNameLst>
                                              <p:attrName>ppt_y</p:attrName>
                                            </p:attrNameLst>
                                          </p:cBhvr>
                                          <p:tavLst>
                                            <p:tav tm="0">
                                              <p:val>
                                                <p:strVal val="#ppt_y"/>
                                              </p:val>
                                            </p:tav>
                                            <p:tav tm="100000">
                                              <p:val>
                                                <p:strVal val="#ppt_y"/>
                                              </p:val>
                                            </p:tav>
                                          </p:tavLst>
                                        </p:anim>
                                      </p:childTnLst>
                                    </p:cTn>
                                  </p:par>
                                  <p:par>
                                    <p:cTn id="88" presetID="2" presetClass="entr" presetSubtype="2" fill="hold" grpId="0" nodeType="withEffect" p14:presetBounceEnd="50000">
                                      <p:stCondLst>
                                        <p:cond delay="1500"/>
                                      </p:stCondLst>
                                      <p:childTnLst>
                                        <p:set>
                                          <p:cBhvr>
                                            <p:cTn id="89" dur="1" fill="hold">
                                              <p:stCondLst>
                                                <p:cond delay="0"/>
                                              </p:stCondLst>
                                            </p:cTn>
                                            <p:tgtEl>
                                              <p:spTgt spid="94"/>
                                            </p:tgtEl>
                                            <p:attrNameLst>
                                              <p:attrName>style.visibility</p:attrName>
                                            </p:attrNameLst>
                                          </p:cBhvr>
                                          <p:to>
                                            <p:strVal val="visible"/>
                                          </p:to>
                                        </p:set>
                                        <p:anim calcmode="lin" valueType="num" p14:bounceEnd="50000">
                                          <p:cBhvr additive="base">
                                            <p:cTn id="90" dur="400" fill="hold"/>
                                            <p:tgtEl>
                                              <p:spTgt spid="94"/>
                                            </p:tgtEl>
                                            <p:attrNameLst>
                                              <p:attrName>ppt_x</p:attrName>
                                            </p:attrNameLst>
                                          </p:cBhvr>
                                          <p:tavLst>
                                            <p:tav tm="0">
                                              <p:val>
                                                <p:strVal val="1+#ppt_w/2"/>
                                              </p:val>
                                            </p:tav>
                                            <p:tav tm="100000">
                                              <p:val>
                                                <p:strVal val="#ppt_x"/>
                                              </p:val>
                                            </p:tav>
                                          </p:tavLst>
                                        </p:anim>
                                        <p:anim calcmode="lin" valueType="num" p14:bounceEnd="50000">
                                          <p:cBhvr additive="base">
                                            <p:cTn id="91" dur="400" fill="hold"/>
                                            <p:tgtEl>
                                              <p:spTgt spid="94"/>
                                            </p:tgtEl>
                                            <p:attrNameLst>
                                              <p:attrName>ppt_y</p:attrName>
                                            </p:attrNameLst>
                                          </p:cBhvr>
                                          <p:tavLst>
                                            <p:tav tm="0">
                                              <p:val>
                                                <p:strVal val="#ppt_y"/>
                                              </p:val>
                                            </p:tav>
                                            <p:tav tm="100000">
                                              <p:val>
                                                <p:strVal val="#ppt_y"/>
                                              </p:val>
                                            </p:tav>
                                          </p:tavLst>
                                        </p:anim>
                                      </p:childTnLst>
                                    </p:cTn>
                                  </p:par>
                                </p:childTnLst>
                              </p:cTn>
                            </p:par>
                            <p:par>
                              <p:cTn id="92" fill="hold">
                                <p:stCondLst>
                                  <p:cond delay="1900"/>
                                </p:stCondLst>
                                <p:childTnLst>
                                  <p:par>
                                    <p:cTn id="93" presetID="42" presetClass="entr" presetSubtype="0" fill="hold" grpId="0" nodeType="afterEffect">
                                      <p:stCondLst>
                                        <p:cond delay="0"/>
                                      </p:stCondLst>
                                      <p:childTnLst>
                                        <p:set>
                                          <p:cBhvr>
                                            <p:cTn id="94" dur="1" fill="hold">
                                              <p:stCondLst>
                                                <p:cond delay="0"/>
                                              </p:stCondLst>
                                            </p:cTn>
                                            <p:tgtEl>
                                              <p:spTgt spid="2"/>
                                            </p:tgtEl>
                                            <p:attrNameLst>
                                              <p:attrName>style.visibility</p:attrName>
                                            </p:attrNameLst>
                                          </p:cBhvr>
                                          <p:to>
                                            <p:strVal val="visible"/>
                                          </p:to>
                                        </p:set>
                                        <p:animEffect transition="in" filter="fade">
                                          <p:cBhvr>
                                            <p:cTn id="95" dur="400"/>
                                            <p:tgtEl>
                                              <p:spTgt spid="2"/>
                                            </p:tgtEl>
                                          </p:cBhvr>
                                        </p:animEffect>
                                        <p:anim calcmode="lin" valueType="num">
                                          <p:cBhvr>
                                            <p:cTn id="96" dur="400" fill="hold"/>
                                            <p:tgtEl>
                                              <p:spTgt spid="2"/>
                                            </p:tgtEl>
                                            <p:attrNameLst>
                                              <p:attrName>ppt_x</p:attrName>
                                            </p:attrNameLst>
                                          </p:cBhvr>
                                          <p:tavLst>
                                            <p:tav tm="0">
                                              <p:val>
                                                <p:strVal val="#ppt_x"/>
                                              </p:val>
                                            </p:tav>
                                            <p:tav tm="100000">
                                              <p:val>
                                                <p:strVal val="#ppt_x"/>
                                              </p:val>
                                            </p:tav>
                                          </p:tavLst>
                                        </p:anim>
                                        <p:anim calcmode="lin" valueType="num">
                                          <p:cBhvr>
                                            <p:cTn id="97" dur="4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2" grpId="0"/>
          <p:bldP spid="68" grpId="0" animBg="1"/>
          <p:bldP spid="69" grpId="0" animBg="1"/>
          <p:bldP spid="70" grpId="0" animBg="1"/>
          <p:bldP spid="71" grpId="0" animBg="1"/>
          <p:bldP spid="72" grpId="0" animBg="1"/>
          <p:bldP spid="73" grpId="0" animBg="1"/>
          <p:bldP spid="81" grpId="0" animBg="1"/>
          <p:bldP spid="82" grpId="0" animBg="1"/>
          <p:bldP spid="94" grpId="0"/>
          <p:bldP spid="95" grpId="0"/>
          <p:bldP spid="96" grpId="0"/>
          <p:bldP spid="9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2" presetClass="entr" presetSubtype="4" fill="hold" nodeType="withEffect">
                                      <p:stCondLst>
                                        <p:cond delay="800"/>
                                      </p:stCondLst>
                                      <p:childTnLst>
                                        <p:set>
                                          <p:cBhvr>
                                            <p:cTn id="44" dur="1" fill="hold">
                                              <p:stCondLst>
                                                <p:cond delay="0"/>
                                              </p:stCondLst>
                                            </p:cTn>
                                            <p:tgtEl>
                                              <p:spTgt spid="86"/>
                                            </p:tgtEl>
                                            <p:attrNameLst>
                                              <p:attrName>style.visibility</p:attrName>
                                            </p:attrNameLst>
                                          </p:cBhvr>
                                          <p:to>
                                            <p:strVal val="visible"/>
                                          </p:to>
                                        </p:set>
                                        <p:anim calcmode="lin" valueType="num">
                                          <p:cBhvr additive="base">
                                            <p:cTn id="45" dur="500" fill="hold"/>
                                            <p:tgtEl>
                                              <p:spTgt spid="86"/>
                                            </p:tgtEl>
                                            <p:attrNameLst>
                                              <p:attrName>ppt_x</p:attrName>
                                            </p:attrNameLst>
                                          </p:cBhvr>
                                          <p:tavLst>
                                            <p:tav tm="0">
                                              <p:val>
                                                <p:strVal val="#ppt_x"/>
                                              </p:val>
                                            </p:tav>
                                            <p:tav tm="100000">
                                              <p:val>
                                                <p:strVal val="#ppt_x"/>
                                              </p:val>
                                            </p:tav>
                                          </p:tavLst>
                                        </p:anim>
                                        <p:anim calcmode="lin" valueType="num">
                                          <p:cBhvr additive="base">
                                            <p:cTn id="46" dur="500" fill="hold"/>
                                            <p:tgtEl>
                                              <p:spTgt spid="86"/>
                                            </p:tgtEl>
                                            <p:attrNameLst>
                                              <p:attrName>ppt_y</p:attrName>
                                            </p:attrNameLst>
                                          </p:cBhvr>
                                          <p:tavLst>
                                            <p:tav tm="0">
                                              <p:val>
                                                <p:strVal val="1+#ppt_h/2"/>
                                              </p:val>
                                            </p:tav>
                                            <p:tav tm="100000">
                                              <p:val>
                                                <p:strVal val="#ppt_y"/>
                                              </p:val>
                                            </p:tav>
                                          </p:tavLst>
                                        </p:anim>
                                      </p:childTnLst>
                                    </p:cTn>
                                  </p:par>
                                  <p:par>
                                    <p:cTn id="47" presetID="22" presetClass="entr" presetSubtype="8" fill="hold" grpId="0" nodeType="withEffect">
                                      <p:stCondLst>
                                        <p:cond delay="900"/>
                                      </p:stCondLst>
                                      <p:childTnLst>
                                        <p:set>
                                          <p:cBhvr>
                                            <p:cTn id="48" dur="1" fill="hold">
                                              <p:stCondLst>
                                                <p:cond delay="0"/>
                                              </p:stCondLst>
                                            </p:cTn>
                                            <p:tgtEl>
                                              <p:spTgt spid="73"/>
                                            </p:tgtEl>
                                            <p:attrNameLst>
                                              <p:attrName>style.visibility</p:attrName>
                                            </p:attrNameLst>
                                          </p:cBhvr>
                                          <p:to>
                                            <p:strVal val="visible"/>
                                          </p:to>
                                        </p:set>
                                        <p:animEffect transition="in" filter="wipe(left)">
                                          <p:cBhvr>
                                            <p:cTn id="49" dur="500"/>
                                            <p:tgtEl>
                                              <p:spTgt spid="73"/>
                                            </p:tgtEl>
                                          </p:cBhvr>
                                        </p:animEffect>
                                      </p:childTnLst>
                                    </p:cTn>
                                  </p:par>
                                  <p:par>
                                    <p:cTn id="50" presetID="2" presetClass="entr" presetSubtype="2" fill="hold" grpId="0" nodeType="withEffect">
                                      <p:stCondLst>
                                        <p:cond delay="900"/>
                                      </p:stCondLst>
                                      <p:childTnLst>
                                        <p:set>
                                          <p:cBhvr>
                                            <p:cTn id="51" dur="1" fill="hold">
                                              <p:stCondLst>
                                                <p:cond delay="0"/>
                                              </p:stCondLst>
                                            </p:cTn>
                                            <p:tgtEl>
                                              <p:spTgt spid="70"/>
                                            </p:tgtEl>
                                            <p:attrNameLst>
                                              <p:attrName>style.visibility</p:attrName>
                                            </p:attrNameLst>
                                          </p:cBhvr>
                                          <p:to>
                                            <p:strVal val="visible"/>
                                          </p:to>
                                        </p:set>
                                        <p:anim calcmode="lin" valueType="num">
                                          <p:cBhvr additive="base">
                                            <p:cTn id="52" dur="500" fill="hold"/>
                                            <p:tgtEl>
                                              <p:spTgt spid="70"/>
                                            </p:tgtEl>
                                            <p:attrNameLst>
                                              <p:attrName>ppt_x</p:attrName>
                                            </p:attrNameLst>
                                          </p:cBhvr>
                                          <p:tavLst>
                                            <p:tav tm="0">
                                              <p:val>
                                                <p:strVal val="1+#ppt_w/2"/>
                                              </p:val>
                                            </p:tav>
                                            <p:tav tm="100000">
                                              <p:val>
                                                <p:strVal val="#ppt_x"/>
                                              </p:val>
                                            </p:tav>
                                          </p:tavLst>
                                        </p:anim>
                                        <p:anim calcmode="lin" valueType="num">
                                          <p:cBhvr additive="base">
                                            <p:cTn id="53" dur="500" fill="hold"/>
                                            <p:tgtEl>
                                              <p:spTgt spid="70"/>
                                            </p:tgtEl>
                                            <p:attrNameLst>
                                              <p:attrName>ppt_y</p:attrName>
                                            </p:attrNameLst>
                                          </p:cBhvr>
                                          <p:tavLst>
                                            <p:tav tm="0">
                                              <p:val>
                                                <p:strVal val="#ppt_y"/>
                                              </p:val>
                                            </p:tav>
                                            <p:tav tm="100000">
                                              <p:val>
                                                <p:strVal val="#ppt_y"/>
                                              </p:val>
                                            </p:tav>
                                          </p:tavLst>
                                        </p:anim>
                                      </p:childTnLst>
                                    </p:cTn>
                                  </p:par>
                                  <p:par>
                                    <p:cTn id="54" presetID="2" presetClass="entr" presetSubtype="8" fill="hold" grpId="0" nodeType="withEffect">
                                      <p:stCondLst>
                                        <p:cond delay="900"/>
                                      </p:stCondLst>
                                      <p:childTnLst>
                                        <p:set>
                                          <p:cBhvr>
                                            <p:cTn id="55" dur="1" fill="hold">
                                              <p:stCondLst>
                                                <p:cond delay="0"/>
                                              </p:stCondLst>
                                            </p:cTn>
                                            <p:tgtEl>
                                              <p:spTgt spid="97"/>
                                            </p:tgtEl>
                                            <p:attrNameLst>
                                              <p:attrName>style.visibility</p:attrName>
                                            </p:attrNameLst>
                                          </p:cBhvr>
                                          <p:to>
                                            <p:strVal val="visible"/>
                                          </p:to>
                                        </p:set>
                                        <p:anim calcmode="lin" valueType="num">
                                          <p:cBhvr additive="base">
                                            <p:cTn id="56" dur="500" fill="hold"/>
                                            <p:tgtEl>
                                              <p:spTgt spid="97"/>
                                            </p:tgtEl>
                                            <p:attrNameLst>
                                              <p:attrName>ppt_x</p:attrName>
                                            </p:attrNameLst>
                                          </p:cBhvr>
                                          <p:tavLst>
                                            <p:tav tm="0">
                                              <p:val>
                                                <p:strVal val="0-#ppt_w/2"/>
                                              </p:val>
                                            </p:tav>
                                            <p:tav tm="100000">
                                              <p:val>
                                                <p:strVal val="#ppt_x"/>
                                              </p:val>
                                            </p:tav>
                                          </p:tavLst>
                                        </p:anim>
                                        <p:anim calcmode="lin" valueType="num">
                                          <p:cBhvr additive="base">
                                            <p:cTn id="57" dur="500" fill="hold"/>
                                            <p:tgtEl>
                                              <p:spTgt spid="97"/>
                                            </p:tgtEl>
                                            <p:attrNameLst>
                                              <p:attrName>ppt_y</p:attrName>
                                            </p:attrNameLst>
                                          </p:cBhvr>
                                          <p:tavLst>
                                            <p:tav tm="0">
                                              <p:val>
                                                <p:strVal val="#ppt_y"/>
                                              </p:val>
                                            </p:tav>
                                            <p:tav tm="100000">
                                              <p:val>
                                                <p:strVal val="#ppt_y"/>
                                              </p:val>
                                            </p:tav>
                                          </p:tavLst>
                                        </p:anim>
                                      </p:childTnLst>
                                    </p:cTn>
                                  </p:par>
                                  <p:par>
                                    <p:cTn id="58" presetID="2" presetClass="entr" presetSubtype="2" fill="hold" grpId="0" nodeType="withEffect">
                                      <p:stCondLst>
                                        <p:cond delay="900"/>
                                      </p:stCondLst>
                                      <p:childTnLst>
                                        <p:set>
                                          <p:cBhvr>
                                            <p:cTn id="59" dur="1" fill="hold">
                                              <p:stCondLst>
                                                <p:cond delay="0"/>
                                              </p:stCondLst>
                                            </p:cTn>
                                            <p:tgtEl>
                                              <p:spTgt spid="96"/>
                                            </p:tgtEl>
                                            <p:attrNameLst>
                                              <p:attrName>style.visibility</p:attrName>
                                            </p:attrNameLst>
                                          </p:cBhvr>
                                          <p:to>
                                            <p:strVal val="visible"/>
                                          </p:to>
                                        </p:set>
                                        <p:anim calcmode="lin" valueType="num">
                                          <p:cBhvr additive="base">
                                            <p:cTn id="60" dur="500" fill="hold"/>
                                            <p:tgtEl>
                                              <p:spTgt spid="96"/>
                                            </p:tgtEl>
                                            <p:attrNameLst>
                                              <p:attrName>ppt_x</p:attrName>
                                            </p:attrNameLst>
                                          </p:cBhvr>
                                          <p:tavLst>
                                            <p:tav tm="0">
                                              <p:val>
                                                <p:strVal val="1+#ppt_w/2"/>
                                              </p:val>
                                            </p:tav>
                                            <p:tav tm="100000">
                                              <p:val>
                                                <p:strVal val="#ppt_x"/>
                                              </p:val>
                                            </p:tav>
                                          </p:tavLst>
                                        </p:anim>
                                        <p:anim calcmode="lin" valueType="num">
                                          <p:cBhvr additive="base">
                                            <p:cTn id="61" dur="500" fill="hold"/>
                                            <p:tgtEl>
                                              <p:spTgt spid="96"/>
                                            </p:tgtEl>
                                            <p:attrNameLst>
                                              <p:attrName>ppt_y</p:attrName>
                                            </p:attrNameLst>
                                          </p:cBhvr>
                                          <p:tavLst>
                                            <p:tav tm="0">
                                              <p:val>
                                                <p:strVal val="#ppt_y"/>
                                              </p:val>
                                            </p:tav>
                                            <p:tav tm="100000">
                                              <p:val>
                                                <p:strVal val="#ppt_y"/>
                                              </p:val>
                                            </p:tav>
                                          </p:tavLst>
                                        </p:anim>
                                      </p:childTnLst>
                                    </p:cTn>
                                  </p:par>
                                  <p:par>
                                    <p:cTn id="62" presetID="22" presetClass="entr" presetSubtype="8" fill="hold" grpId="0" nodeType="withEffect">
                                      <p:stCondLst>
                                        <p:cond delay="1100"/>
                                      </p:stCondLst>
                                      <p:childTnLst>
                                        <p:set>
                                          <p:cBhvr>
                                            <p:cTn id="63" dur="1" fill="hold">
                                              <p:stCondLst>
                                                <p:cond delay="0"/>
                                              </p:stCondLst>
                                            </p:cTn>
                                            <p:tgtEl>
                                              <p:spTgt spid="72"/>
                                            </p:tgtEl>
                                            <p:attrNameLst>
                                              <p:attrName>style.visibility</p:attrName>
                                            </p:attrNameLst>
                                          </p:cBhvr>
                                          <p:to>
                                            <p:strVal val="visible"/>
                                          </p:to>
                                        </p:set>
                                        <p:animEffect transition="in" filter="wipe(left)">
                                          <p:cBhvr>
                                            <p:cTn id="64" dur="500"/>
                                            <p:tgtEl>
                                              <p:spTgt spid="72"/>
                                            </p:tgtEl>
                                          </p:cBhvr>
                                        </p:animEffect>
                                      </p:childTnLst>
                                    </p:cTn>
                                  </p:par>
                                  <p:par>
                                    <p:cTn id="65" presetID="2" presetClass="entr" presetSubtype="2" fill="hold" grpId="0" nodeType="withEffect">
                                      <p:stCondLst>
                                        <p:cond delay="1100"/>
                                      </p:stCondLst>
                                      <p:childTnLst>
                                        <p:set>
                                          <p:cBhvr>
                                            <p:cTn id="66" dur="1" fill="hold">
                                              <p:stCondLst>
                                                <p:cond delay="0"/>
                                              </p:stCondLst>
                                            </p:cTn>
                                            <p:tgtEl>
                                              <p:spTgt spid="69"/>
                                            </p:tgtEl>
                                            <p:attrNameLst>
                                              <p:attrName>style.visibility</p:attrName>
                                            </p:attrNameLst>
                                          </p:cBhvr>
                                          <p:to>
                                            <p:strVal val="visible"/>
                                          </p:to>
                                        </p:set>
                                        <p:anim calcmode="lin" valueType="num">
                                          <p:cBhvr additive="base">
                                            <p:cTn id="67" dur="500" fill="hold"/>
                                            <p:tgtEl>
                                              <p:spTgt spid="69"/>
                                            </p:tgtEl>
                                            <p:attrNameLst>
                                              <p:attrName>ppt_x</p:attrName>
                                            </p:attrNameLst>
                                          </p:cBhvr>
                                          <p:tavLst>
                                            <p:tav tm="0">
                                              <p:val>
                                                <p:strVal val="1+#ppt_w/2"/>
                                              </p:val>
                                            </p:tav>
                                            <p:tav tm="100000">
                                              <p:val>
                                                <p:strVal val="#ppt_x"/>
                                              </p:val>
                                            </p:tav>
                                          </p:tavLst>
                                        </p:anim>
                                        <p:anim calcmode="lin" valueType="num">
                                          <p:cBhvr additive="base">
                                            <p:cTn id="68" dur="500" fill="hold"/>
                                            <p:tgtEl>
                                              <p:spTgt spid="69"/>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1100"/>
                                      </p:stCondLst>
                                      <p:childTnLst>
                                        <p:set>
                                          <p:cBhvr>
                                            <p:cTn id="70" dur="1" fill="hold">
                                              <p:stCondLst>
                                                <p:cond delay="0"/>
                                              </p:stCondLst>
                                            </p:cTn>
                                            <p:tgtEl>
                                              <p:spTgt spid="81"/>
                                            </p:tgtEl>
                                            <p:attrNameLst>
                                              <p:attrName>style.visibility</p:attrName>
                                            </p:attrNameLst>
                                          </p:cBhvr>
                                          <p:to>
                                            <p:strVal val="visible"/>
                                          </p:to>
                                        </p:set>
                                        <p:anim calcmode="lin" valueType="num">
                                          <p:cBhvr additive="base">
                                            <p:cTn id="71" dur="500" fill="hold"/>
                                            <p:tgtEl>
                                              <p:spTgt spid="81"/>
                                            </p:tgtEl>
                                            <p:attrNameLst>
                                              <p:attrName>ppt_x</p:attrName>
                                            </p:attrNameLst>
                                          </p:cBhvr>
                                          <p:tavLst>
                                            <p:tav tm="0">
                                              <p:val>
                                                <p:strVal val="1+#ppt_w/2"/>
                                              </p:val>
                                            </p:tav>
                                            <p:tav tm="100000">
                                              <p:val>
                                                <p:strVal val="#ppt_x"/>
                                              </p:val>
                                            </p:tav>
                                          </p:tavLst>
                                        </p:anim>
                                        <p:anim calcmode="lin" valueType="num">
                                          <p:cBhvr additive="base">
                                            <p:cTn id="72" dur="500" fill="hold"/>
                                            <p:tgtEl>
                                              <p:spTgt spid="81"/>
                                            </p:tgtEl>
                                            <p:attrNameLst>
                                              <p:attrName>ppt_y</p:attrName>
                                            </p:attrNameLst>
                                          </p:cBhvr>
                                          <p:tavLst>
                                            <p:tav tm="0">
                                              <p:val>
                                                <p:strVal val="#ppt_y"/>
                                              </p:val>
                                            </p:tav>
                                            <p:tav tm="100000">
                                              <p:val>
                                                <p:strVal val="#ppt_y"/>
                                              </p:val>
                                            </p:tav>
                                          </p:tavLst>
                                        </p:anim>
                                      </p:childTnLst>
                                    </p:cTn>
                                  </p:par>
                                  <p:par>
                                    <p:cTn id="73" presetID="2" presetClass="entr" presetSubtype="2" fill="hold" grpId="0" nodeType="withEffect">
                                      <p:stCondLst>
                                        <p:cond delay="1100"/>
                                      </p:stCondLst>
                                      <p:childTnLst>
                                        <p:set>
                                          <p:cBhvr>
                                            <p:cTn id="74" dur="1" fill="hold">
                                              <p:stCondLst>
                                                <p:cond delay="0"/>
                                              </p:stCondLst>
                                            </p:cTn>
                                            <p:tgtEl>
                                              <p:spTgt spid="95"/>
                                            </p:tgtEl>
                                            <p:attrNameLst>
                                              <p:attrName>style.visibility</p:attrName>
                                            </p:attrNameLst>
                                          </p:cBhvr>
                                          <p:to>
                                            <p:strVal val="visible"/>
                                          </p:to>
                                        </p:set>
                                        <p:anim calcmode="lin" valueType="num">
                                          <p:cBhvr additive="base">
                                            <p:cTn id="75" dur="500" fill="hold"/>
                                            <p:tgtEl>
                                              <p:spTgt spid="95"/>
                                            </p:tgtEl>
                                            <p:attrNameLst>
                                              <p:attrName>ppt_x</p:attrName>
                                            </p:attrNameLst>
                                          </p:cBhvr>
                                          <p:tavLst>
                                            <p:tav tm="0">
                                              <p:val>
                                                <p:strVal val="1+#ppt_w/2"/>
                                              </p:val>
                                            </p:tav>
                                            <p:tav tm="100000">
                                              <p:val>
                                                <p:strVal val="#ppt_x"/>
                                              </p:val>
                                            </p:tav>
                                          </p:tavLst>
                                        </p:anim>
                                        <p:anim calcmode="lin" valueType="num">
                                          <p:cBhvr additive="base">
                                            <p:cTn id="76" dur="500" fill="hold"/>
                                            <p:tgtEl>
                                              <p:spTgt spid="95"/>
                                            </p:tgtEl>
                                            <p:attrNameLst>
                                              <p:attrName>ppt_y</p:attrName>
                                            </p:attrNameLst>
                                          </p:cBhvr>
                                          <p:tavLst>
                                            <p:tav tm="0">
                                              <p:val>
                                                <p:strVal val="#ppt_y"/>
                                              </p:val>
                                            </p:tav>
                                            <p:tav tm="100000">
                                              <p:val>
                                                <p:strVal val="#ppt_y"/>
                                              </p:val>
                                            </p:tav>
                                          </p:tavLst>
                                        </p:anim>
                                      </p:childTnLst>
                                    </p:cTn>
                                  </p:par>
                                  <p:par>
                                    <p:cTn id="77" presetID="22" presetClass="entr" presetSubtype="8" fill="hold" grpId="0" nodeType="withEffect">
                                      <p:stCondLst>
                                        <p:cond delay="1300"/>
                                      </p:stCondLst>
                                      <p:childTnLst>
                                        <p:set>
                                          <p:cBhvr>
                                            <p:cTn id="78" dur="1" fill="hold">
                                              <p:stCondLst>
                                                <p:cond delay="0"/>
                                              </p:stCondLst>
                                            </p:cTn>
                                            <p:tgtEl>
                                              <p:spTgt spid="71"/>
                                            </p:tgtEl>
                                            <p:attrNameLst>
                                              <p:attrName>style.visibility</p:attrName>
                                            </p:attrNameLst>
                                          </p:cBhvr>
                                          <p:to>
                                            <p:strVal val="visible"/>
                                          </p:to>
                                        </p:set>
                                        <p:animEffect transition="in" filter="wipe(left)">
                                          <p:cBhvr>
                                            <p:cTn id="79" dur="500"/>
                                            <p:tgtEl>
                                              <p:spTgt spid="71"/>
                                            </p:tgtEl>
                                          </p:cBhvr>
                                        </p:animEffect>
                                      </p:childTnLst>
                                    </p:cTn>
                                  </p:par>
                                  <p:par>
                                    <p:cTn id="80" presetID="2" presetClass="entr" presetSubtype="2" fill="hold" grpId="0" nodeType="withEffect">
                                      <p:stCondLst>
                                        <p:cond delay="1400"/>
                                      </p:stCondLst>
                                      <p:childTnLst>
                                        <p:set>
                                          <p:cBhvr>
                                            <p:cTn id="81" dur="1" fill="hold">
                                              <p:stCondLst>
                                                <p:cond delay="0"/>
                                              </p:stCondLst>
                                            </p:cTn>
                                            <p:tgtEl>
                                              <p:spTgt spid="68"/>
                                            </p:tgtEl>
                                            <p:attrNameLst>
                                              <p:attrName>style.visibility</p:attrName>
                                            </p:attrNameLst>
                                          </p:cBhvr>
                                          <p:to>
                                            <p:strVal val="visible"/>
                                          </p:to>
                                        </p:set>
                                        <p:anim calcmode="lin" valueType="num">
                                          <p:cBhvr additive="base">
                                            <p:cTn id="82" dur="500" fill="hold"/>
                                            <p:tgtEl>
                                              <p:spTgt spid="68"/>
                                            </p:tgtEl>
                                            <p:attrNameLst>
                                              <p:attrName>ppt_x</p:attrName>
                                            </p:attrNameLst>
                                          </p:cBhvr>
                                          <p:tavLst>
                                            <p:tav tm="0">
                                              <p:val>
                                                <p:strVal val="1+#ppt_w/2"/>
                                              </p:val>
                                            </p:tav>
                                            <p:tav tm="100000">
                                              <p:val>
                                                <p:strVal val="#ppt_x"/>
                                              </p:val>
                                            </p:tav>
                                          </p:tavLst>
                                        </p:anim>
                                        <p:anim calcmode="lin" valueType="num">
                                          <p:cBhvr additive="base">
                                            <p:cTn id="83" dur="500" fill="hold"/>
                                            <p:tgtEl>
                                              <p:spTgt spid="68"/>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stCondLst>
                                        <p:cond delay="1400"/>
                                      </p:stCondLst>
                                      <p:childTnLst>
                                        <p:set>
                                          <p:cBhvr>
                                            <p:cTn id="85" dur="1" fill="hold">
                                              <p:stCondLst>
                                                <p:cond delay="0"/>
                                              </p:stCondLst>
                                            </p:cTn>
                                            <p:tgtEl>
                                              <p:spTgt spid="82"/>
                                            </p:tgtEl>
                                            <p:attrNameLst>
                                              <p:attrName>style.visibility</p:attrName>
                                            </p:attrNameLst>
                                          </p:cBhvr>
                                          <p:to>
                                            <p:strVal val="visible"/>
                                          </p:to>
                                        </p:set>
                                        <p:anim calcmode="lin" valueType="num">
                                          <p:cBhvr additive="base">
                                            <p:cTn id="86" dur="500" fill="hold"/>
                                            <p:tgtEl>
                                              <p:spTgt spid="82"/>
                                            </p:tgtEl>
                                            <p:attrNameLst>
                                              <p:attrName>ppt_x</p:attrName>
                                            </p:attrNameLst>
                                          </p:cBhvr>
                                          <p:tavLst>
                                            <p:tav tm="0">
                                              <p:val>
                                                <p:strVal val="1+#ppt_w/2"/>
                                              </p:val>
                                            </p:tav>
                                            <p:tav tm="100000">
                                              <p:val>
                                                <p:strVal val="#ppt_x"/>
                                              </p:val>
                                            </p:tav>
                                          </p:tavLst>
                                        </p:anim>
                                        <p:anim calcmode="lin" valueType="num">
                                          <p:cBhvr additive="base">
                                            <p:cTn id="87" dur="500" fill="hold"/>
                                            <p:tgtEl>
                                              <p:spTgt spid="82"/>
                                            </p:tgtEl>
                                            <p:attrNameLst>
                                              <p:attrName>ppt_y</p:attrName>
                                            </p:attrNameLst>
                                          </p:cBhvr>
                                          <p:tavLst>
                                            <p:tav tm="0">
                                              <p:val>
                                                <p:strVal val="#ppt_y"/>
                                              </p:val>
                                            </p:tav>
                                            <p:tav tm="100000">
                                              <p:val>
                                                <p:strVal val="#ppt_y"/>
                                              </p:val>
                                            </p:tav>
                                          </p:tavLst>
                                        </p:anim>
                                      </p:childTnLst>
                                    </p:cTn>
                                  </p:par>
                                  <p:par>
                                    <p:cTn id="88" presetID="2" presetClass="entr" presetSubtype="2" fill="hold" grpId="0" nodeType="withEffect">
                                      <p:stCondLst>
                                        <p:cond delay="1500"/>
                                      </p:stCondLst>
                                      <p:childTnLst>
                                        <p:set>
                                          <p:cBhvr>
                                            <p:cTn id="89" dur="1" fill="hold">
                                              <p:stCondLst>
                                                <p:cond delay="0"/>
                                              </p:stCondLst>
                                            </p:cTn>
                                            <p:tgtEl>
                                              <p:spTgt spid="94"/>
                                            </p:tgtEl>
                                            <p:attrNameLst>
                                              <p:attrName>style.visibility</p:attrName>
                                            </p:attrNameLst>
                                          </p:cBhvr>
                                          <p:to>
                                            <p:strVal val="visible"/>
                                          </p:to>
                                        </p:set>
                                        <p:anim calcmode="lin" valueType="num">
                                          <p:cBhvr additive="base">
                                            <p:cTn id="90" dur="400" fill="hold"/>
                                            <p:tgtEl>
                                              <p:spTgt spid="94"/>
                                            </p:tgtEl>
                                            <p:attrNameLst>
                                              <p:attrName>ppt_x</p:attrName>
                                            </p:attrNameLst>
                                          </p:cBhvr>
                                          <p:tavLst>
                                            <p:tav tm="0">
                                              <p:val>
                                                <p:strVal val="1+#ppt_w/2"/>
                                              </p:val>
                                            </p:tav>
                                            <p:tav tm="100000">
                                              <p:val>
                                                <p:strVal val="#ppt_x"/>
                                              </p:val>
                                            </p:tav>
                                          </p:tavLst>
                                        </p:anim>
                                        <p:anim calcmode="lin" valueType="num">
                                          <p:cBhvr additive="base">
                                            <p:cTn id="91" dur="400" fill="hold"/>
                                            <p:tgtEl>
                                              <p:spTgt spid="94"/>
                                            </p:tgtEl>
                                            <p:attrNameLst>
                                              <p:attrName>ppt_y</p:attrName>
                                            </p:attrNameLst>
                                          </p:cBhvr>
                                          <p:tavLst>
                                            <p:tav tm="0">
                                              <p:val>
                                                <p:strVal val="#ppt_y"/>
                                              </p:val>
                                            </p:tav>
                                            <p:tav tm="100000">
                                              <p:val>
                                                <p:strVal val="#ppt_y"/>
                                              </p:val>
                                            </p:tav>
                                          </p:tavLst>
                                        </p:anim>
                                      </p:childTnLst>
                                    </p:cTn>
                                  </p:par>
                                </p:childTnLst>
                              </p:cTn>
                            </p:par>
                            <p:par>
                              <p:cTn id="92" fill="hold">
                                <p:stCondLst>
                                  <p:cond delay="1900"/>
                                </p:stCondLst>
                                <p:childTnLst>
                                  <p:par>
                                    <p:cTn id="93" presetID="42" presetClass="entr" presetSubtype="0" fill="hold" grpId="0" nodeType="afterEffect">
                                      <p:stCondLst>
                                        <p:cond delay="0"/>
                                      </p:stCondLst>
                                      <p:childTnLst>
                                        <p:set>
                                          <p:cBhvr>
                                            <p:cTn id="94" dur="1" fill="hold">
                                              <p:stCondLst>
                                                <p:cond delay="0"/>
                                              </p:stCondLst>
                                            </p:cTn>
                                            <p:tgtEl>
                                              <p:spTgt spid="2"/>
                                            </p:tgtEl>
                                            <p:attrNameLst>
                                              <p:attrName>style.visibility</p:attrName>
                                            </p:attrNameLst>
                                          </p:cBhvr>
                                          <p:to>
                                            <p:strVal val="visible"/>
                                          </p:to>
                                        </p:set>
                                        <p:animEffect transition="in" filter="fade">
                                          <p:cBhvr>
                                            <p:cTn id="95" dur="400"/>
                                            <p:tgtEl>
                                              <p:spTgt spid="2"/>
                                            </p:tgtEl>
                                          </p:cBhvr>
                                        </p:animEffect>
                                        <p:anim calcmode="lin" valueType="num">
                                          <p:cBhvr>
                                            <p:cTn id="96" dur="400" fill="hold"/>
                                            <p:tgtEl>
                                              <p:spTgt spid="2"/>
                                            </p:tgtEl>
                                            <p:attrNameLst>
                                              <p:attrName>ppt_x</p:attrName>
                                            </p:attrNameLst>
                                          </p:cBhvr>
                                          <p:tavLst>
                                            <p:tav tm="0">
                                              <p:val>
                                                <p:strVal val="#ppt_x"/>
                                              </p:val>
                                            </p:tav>
                                            <p:tav tm="100000">
                                              <p:val>
                                                <p:strVal val="#ppt_x"/>
                                              </p:val>
                                            </p:tav>
                                          </p:tavLst>
                                        </p:anim>
                                        <p:anim calcmode="lin" valueType="num">
                                          <p:cBhvr>
                                            <p:cTn id="97" dur="4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2" grpId="0"/>
          <p:bldP spid="68" grpId="0" animBg="1"/>
          <p:bldP spid="69" grpId="0" animBg="1"/>
          <p:bldP spid="70" grpId="0" animBg="1"/>
          <p:bldP spid="71" grpId="0" animBg="1"/>
          <p:bldP spid="72" grpId="0" animBg="1"/>
          <p:bldP spid="73" grpId="0" animBg="1"/>
          <p:bldP spid="81" grpId="0" animBg="1"/>
          <p:bldP spid="82" grpId="0" animBg="1"/>
          <p:bldP spid="94" grpId="0"/>
          <p:bldP spid="95" grpId="0"/>
          <p:bldP spid="96" grpId="0"/>
          <p:bldP spid="97" grpId="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03</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项目介绍</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3856463623"/>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03</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项目介绍</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矩形 80">
            <a:extLst>
              <a:ext uri="{FF2B5EF4-FFF2-40B4-BE49-F238E27FC236}">
                <a16:creationId xmlns:a16="http://schemas.microsoft.com/office/drawing/2014/main" id="{0A3C572F-FC37-4041-96A2-65EC8A711456}"/>
              </a:ext>
            </a:extLst>
          </p:cNvPr>
          <p:cNvSpPr>
            <a:spLocks noChangeArrowheads="1"/>
          </p:cNvSpPr>
          <p:nvPr/>
        </p:nvSpPr>
        <p:spPr bwMode="auto">
          <a:xfrm>
            <a:off x="732812" y="570479"/>
            <a:ext cx="7875637" cy="1699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gn="ctr">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网站的名称</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3200" b="1" dirty="0">
                <a:solidFill>
                  <a:srgbClr val="EA5514"/>
                </a:solidFill>
                <a:latin typeface="华文行楷" panose="02010800040101010101" pitchFamily="2" charset="-122"/>
                <a:ea typeface="华文行楷" panose="02010800040101010101" pitchFamily="2" charset="-122"/>
              </a:rPr>
              <a:t>浙里报</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主要分为</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“查找大学”、“模拟报考”、“</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安心报考</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”三个模块</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a:t>
            </a:r>
            <a:endPar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旨在</a:t>
            </a:r>
            <a:r>
              <a:rPr lang="zh-CN" altLang="zh-CN" sz="2000" b="1" dirty="0">
                <a:solidFill>
                  <a:schemeClr val="tx1">
                    <a:lumMod val="75000"/>
                    <a:lumOff val="25000"/>
                  </a:schemeClr>
                </a:solidFill>
                <a:latin typeface="微软雅黑" panose="020B0503020204020204" pitchFamily="34" charset="-122"/>
                <a:ea typeface="微软雅黑" panose="020B0503020204020204" pitchFamily="34" charset="-122"/>
              </a:rPr>
              <a:t>开发一款</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志愿填报的网站，方便大家查询志愿填报的各种信息。</a:t>
            </a:r>
          </a:p>
        </p:txBody>
      </p:sp>
      <p:sp>
        <p:nvSpPr>
          <p:cNvPr id="33" name="文本框 32">
            <a:extLst>
              <a:ext uri="{FF2B5EF4-FFF2-40B4-BE49-F238E27FC236}">
                <a16:creationId xmlns:a16="http://schemas.microsoft.com/office/drawing/2014/main" id="{EB672902-8406-40BA-97DC-20453F7C7AEC}"/>
              </a:ext>
            </a:extLst>
          </p:cNvPr>
          <p:cNvSpPr txBox="1"/>
          <p:nvPr/>
        </p:nvSpPr>
        <p:spPr>
          <a:xfrm>
            <a:off x="1331640" y="3363044"/>
            <a:ext cx="2517856" cy="523220"/>
          </a:xfrm>
          <a:prstGeom prst="rect">
            <a:avLst/>
          </a:prstGeom>
          <a:noFill/>
        </p:spPr>
        <p:txBody>
          <a:bodyPr wrap="square" rtlCol="0">
            <a:spAutoFit/>
          </a:bodyPr>
          <a:lstStyle/>
          <a:p>
            <a:r>
              <a:rPr kumimoji="1" lang="zh-CN" altLang="en-US" sz="2800" b="1" dirty="0">
                <a:solidFill>
                  <a:srgbClr val="EA5514"/>
                </a:solidFill>
                <a:latin typeface="微软雅黑" panose="020B0503020204020204" pitchFamily="34" charset="-122"/>
                <a:ea typeface="微软雅黑" panose="020B0503020204020204" pitchFamily="34" charset="-122"/>
              </a:rPr>
              <a:t>志愿填报助手</a:t>
            </a:r>
          </a:p>
        </p:txBody>
      </p:sp>
      <p:sp>
        <p:nvSpPr>
          <p:cNvPr id="18" name="Oval 54">
            <a:extLst>
              <a:ext uri="{FF2B5EF4-FFF2-40B4-BE49-F238E27FC236}">
                <a16:creationId xmlns:a16="http://schemas.microsoft.com/office/drawing/2014/main" id="{289299B4-635B-4215-A6CB-26A905C2E43A}"/>
              </a:ext>
            </a:extLst>
          </p:cNvPr>
          <p:cNvSpPr>
            <a:spLocks noChangeArrowheads="1"/>
          </p:cNvSpPr>
          <p:nvPr/>
        </p:nvSpPr>
        <p:spPr bwMode="auto">
          <a:xfrm>
            <a:off x="664502" y="3334935"/>
            <a:ext cx="579438" cy="579438"/>
          </a:xfrm>
          <a:prstGeom prst="ellipse">
            <a:avLst/>
          </a:prstGeom>
          <a:solidFill>
            <a:srgbClr val="EA5514"/>
          </a:solidFill>
          <a:ln>
            <a:noFill/>
          </a:ln>
        </p:spPr>
        <p:txBody>
          <a:bodyPr/>
          <a:lstStyle/>
          <a:p>
            <a:endParaRPr lang="zh-CN" altLang="en-US"/>
          </a:p>
        </p:txBody>
      </p:sp>
      <p:grpSp>
        <p:nvGrpSpPr>
          <p:cNvPr id="19" name="Group 55">
            <a:extLst>
              <a:ext uri="{FF2B5EF4-FFF2-40B4-BE49-F238E27FC236}">
                <a16:creationId xmlns:a16="http://schemas.microsoft.com/office/drawing/2014/main" id="{CCD59BE8-AD58-4475-B858-C489C6BF4924}"/>
              </a:ext>
            </a:extLst>
          </p:cNvPr>
          <p:cNvGrpSpPr>
            <a:grpSpLocks/>
          </p:cNvGrpSpPr>
          <p:nvPr/>
        </p:nvGrpSpPr>
        <p:grpSpPr bwMode="auto">
          <a:xfrm>
            <a:off x="855002" y="3493685"/>
            <a:ext cx="201613" cy="255588"/>
            <a:chOff x="0" y="0"/>
            <a:chExt cx="127" cy="161"/>
          </a:xfrm>
        </p:grpSpPr>
        <p:sp>
          <p:nvSpPr>
            <p:cNvPr id="20" name="Freeform 56">
              <a:extLst>
                <a:ext uri="{FF2B5EF4-FFF2-40B4-BE49-F238E27FC236}">
                  <a16:creationId xmlns:a16="http://schemas.microsoft.com/office/drawing/2014/main" id="{322ADBDB-A4F7-40A6-A15D-274267C560FE}"/>
                </a:ext>
              </a:extLst>
            </p:cNvPr>
            <p:cNvSpPr>
              <a:spLocks/>
            </p:cNvSpPr>
            <p:nvPr/>
          </p:nvSpPr>
          <p:spPr bwMode="auto">
            <a:xfrm>
              <a:off x="0" y="0"/>
              <a:ext cx="127" cy="161"/>
            </a:xfrm>
            <a:custGeom>
              <a:avLst/>
              <a:gdLst>
                <a:gd name="T0" fmla="*/ 17 w 77"/>
                <a:gd name="T1" fmla="*/ 90 h 98"/>
                <a:gd name="T2" fmla="*/ 9 w 77"/>
                <a:gd name="T3" fmla="*/ 90 h 98"/>
                <a:gd name="T4" fmla="*/ 9 w 77"/>
                <a:gd name="T5" fmla="*/ 8 h 98"/>
                <a:gd name="T6" fmla="*/ 72 w 77"/>
                <a:gd name="T7" fmla="*/ 8 h 98"/>
                <a:gd name="T8" fmla="*/ 77 w 77"/>
                <a:gd name="T9" fmla="*/ 4 h 98"/>
                <a:gd name="T10" fmla="*/ 72 w 77"/>
                <a:gd name="T11" fmla="*/ 0 h 98"/>
                <a:gd name="T12" fmla="*/ 4 w 77"/>
                <a:gd name="T13" fmla="*/ 0 h 98"/>
                <a:gd name="T14" fmla="*/ 0 w 77"/>
                <a:gd name="T15" fmla="*/ 4 h 98"/>
                <a:gd name="T16" fmla="*/ 0 w 77"/>
                <a:gd name="T17" fmla="*/ 94 h 98"/>
                <a:gd name="T18" fmla="*/ 4 w 77"/>
                <a:gd name="T19" fmla="*/ 98 h 98"/>
                <a:gd name="T20" fmla="*/ 17 w 77"/>
                <a:gd name="T21" fmla="*/ 98 h 98"/>
                <a:gd name="T22" fmla="*/ 21 w 77"/>
                <a:gd name="T23" fmla="*/ 94 h 98"/>
                <a:gd name="T24" fmla="*/ 17 w 77"/>
                <a:gd name="T25" fmla="*/ 9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7" h="98">
                  <a:moveTo>
                    <a:pt x="17" y="90"/>
                  </a:moveTo>
                  <a:cubicBezTo>
                    <a:pt x="9" y="90"/>
                    <a:pt x="9" y="90"/>
                    <a:pt x="9" y="90"/>
                  </a:cubicBezTo>
                  <a:cubicBezTo>
                    <a:pt x="9" y="8"/>
                    <a:pt x="9" y="8"/>
                    <a:pt x="9" y="8"/>
                  </a:cubicBezTo>
                  <a:cubicBezTo>
                    <a:pt x="72" y="8"/>
                    <a:pt x="72" y="8"/>
                    <a:pt x="72" y="8"/>
                  </a:cubicBezTo>
                  <a:cubicBezTo>
                    <a:pt x="75" y="8"/>
                    <a:pt x="77" y="6"/>
                    <a:pt x="77" y="4"/>
                  </a:cubicBezTo>
                  <a:cubicBezTo>
                    <a:pt x="77" y="1"/>
                    <a:pt x="75" y="0"/>
                    <a:pt x="72" y="0"/>
                  </a:cubicBezTo>
                  <a:cubicBezTo>
                    <a:pt x="4" y="0"/>
                    <a:pt x="4" y="0"/>
                    <a:pt x="4" y="0"/>
                  </a:cubicBezTo>
                  <a:cubicBezTo>
                    <a:pt x="2" y="0"/>
                    <a:pt x="0" y="1"/>
                    <a:pt x="0" y="4"/>
                  </a:cubicBezTo>
                  <a:cubicBezTo>
                    <a:pt x="0" y="94"/>
                    <a:pt x="0" y="94"/>
                    <a:pt x="0" y="94"/>
                  </a:cubicBezTo>
                  <a:cubicBezTo>
                    <a:pt x="0" y="97"/>
                    <a:pt x="2" y="98"/>
                    <a:pt x="4" y="98"/>
                  </a:cubicBezTo>
                  <a:cubicBezTo>
                    <a:pt x="17" y="98"/>
                    <a:pt x="17" y="98"/>
                    <a:pt x="17" y="98"/>
                  </a:cubicBezTo>
                  <a:cubicBezTo>
                    <a:pt x="19" y="98"/>
                    <a:pt x="21" y="97"/>
                    <a:pt x="21" y="94"/>
                  </a:cubicBezTo>
                  <a:cubicBezTo>
                    <a:pt x="21" y="92"/>
                    <a:pt x="19" y="90"/>
                    <a:pt x="17" y="9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57">
              <a:extLst>
                <a:ext uri="{FF2B5EF4-FFF2-40B4-BE49-F238E27FC236}">
                  <a16:creationId xmlns:a16="http://schemas.microsoft.com/office/drawing/2014/main" id="{EF1261A8-3964-4EE6-9732-E0BC3F759176}"/>
                </a:ext>
              </a:extLst>
            </p:cNvPr>
            <p:cNvSpPr>
              <a:spLocks/>
            </p:cNvSpPr>
            <p:nvPr/>
          </p:nvSpPr>
          <p:spPr bwMode="auto">
            <a:xfrm>
              <a:off x="79" y="94"/>
              <a:ext cx="48" cy="67"/>
            </a:xfrm>
            <a:custGeom>
              <a:avLst/>
              <a:gdLst>
                <a:gd name="T0" fmla="*/ 24 w 29"/>
                <a:gd name="T1" fmla="*/ 0 h 41"/>
                <a:gd name="T2" fmla="*/ 20 w 29"/>
                <a:gd name="T3" fmla="*/ 5 h 41"/>
                <a:gd name="T4" fmla="*/ 20 w 29"/>
                <a:gd name="T5" fmla="*/ 33 h 41"/>
                <a:gd name="T6" fmla="*/ 4 w 29"/>
                <a:gd name="T7" fmla="*/ 33 h 41"/>
                <a:gd name="T8" fmla="*/ 0 w 29"/>
                <a:gd name="T9" fmla="*/ 37 h 41"/>
                <a:gd name="T10" fmla="*/ 4 w 29"/>
                <a:gd name="T11" fmla="*/ 41 h 41"/>
                <a:gd name="T12" fmla="*/ 24 w 29"/>
                <a:gd name="T13" fmla="*/ 41 h 41"/>
                <a:gd name="T14" fmla="*/ 27 w 29"/>
                <a:gd name="T15" fmla="*/ 40 h 41"/>
                <a:gd name="T16" fmla="*/ 29 w 29"/>
                <a:gd name="T17" fmla="*/ 37 h 41"/>
                <a:gd name="T18" fmla="*/ 29 w 29"/>
                <a:gd name="T19" fmla="*/ 5 h 41"/>
                <a:gd name="T20" fmla="*/ 24 w 29"/>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41">
                  <a:moveTo>
                    <a:pt x="24" y="0"/>
                  </a:moveTo>
                  <a:cubicBezTo>
                    <a:pt x="22" y="0"/>
                    <a:pt x="20" y="2"/>
                    <a:pt x="20" y="5"/>
                  </a:cubicBezTo>
                  <a:cubicBezTo>
                    <a:pt x="20" y="33"/>
                    <a:pt x="20" y="33"/>
                    <a:pt x="20" y="33"/>
                  </a:cubicBezTo>
                  <a:cubicBezTo>
                    <a:pt x="4" y="33"/>
                    <a:pt x="4" y="33"/>
                    <a:pt x="4" y="33"/>
                  </a:cubicBezTo>
                  <a:cubicBezTo>
                    <a:pt x="2" y="33"/>
                    <a:pt x="0" y="35"/>
                    <a:pt x="0" y="37"/>
                  </a:cubicBezTo>
                  <a:cubicBezTo>
                    <a:pt x="0" y="40"/>
                    <a:pt x="2" y="41"/>
                    <a:pt x="4" y="41"/>
                  </a:cubicBezTo>
                  <a:cubicBezTo>
                    <a:pt x="24" y="41"/>
                    <a:pt x="24" y="41"/>
                    <a:pt x="24" y="41"/>
                  </a:cubicBezTo>
                  <a:cubicBezTo>
                    <a:pt x="26" y="41"/>
                    <a:pt x="27" y="41"/>
                    <a:pt x="27" y="40"/>
                  </a:cubicBezTo>
                  <a:cubicBezTo>
                    <a:pt x="28" y="39"/>
                    <a:pt x="29" y="38"/>
                    <a:pt x="29" y="37"/>
                  </a:cubicBezTo>
                  <a:cubicBezTo>
                    <a:pt x="29" y="5"/>
                    <a:pt x="29" y="5"/>
                    <a:pt x="29" y="5"/>
                  </a:cubicBezTo>
                  <a:cubicBezTo>
                    <a:pt x="29" y="2"/>
                    <a:pt x="27" y="0"/>
                    <a:pt x="24"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58">
              <a:extLst>
                <a:ext uri="{FF2B5EF4-FFF2-40B4-BE49-F238E27FC236}">
                  <a16:creationId xmlns:a16="http://schemas.microsoft.com/office/drawing/2014/main" id="{EDF39634-A0DC-47EB-B1A9-D5048D43A4C9}"/>
                </a:ext>
              </a:extLst>
            </p:cNvPr>
            <p:cNvSpPr>
              <a:spLocks noEditPoints="1"/>
            </p:cNvSpPr>
            <p:nvPr/>
          </p:nvSpPr>
          <p:spPr bwMode="auto">
            <a:xfrm>
              <a:off x="45" y="33"/>
              <a:ext cx="78" cy="115"/>
            </a:xfrm>
            <a:custGeom>
              <a:avLst/>
              <a:gdLst>
                <a:gd name="T0" fmla="*/ 42 w 48"/>
                <a:gd name="T1" fmla="*/ 2 h 70"/>
                <a:gd name="T2" fmla="*/ 37 w 48"/>
                <a:gd name="T3" fmla="*/ 0 h 70"/>
                <a:gd name="T4" fmla="*/ 28 w 48"/>
                <a:gd name="T5" fmla="*/ 5 h 70"/>
                <a:gd name="T6" fmla="*/ 1 w 48"/>
                <a:gd name="T7" fmla="*/ 53 h 70"/>
                <a:gd name="T8" fmla="*/ 0 w 48"/>
                <a:gd name="T9" fmla="*/ 55 h 70"/>
                <a:gd name="T10" fmla="*/ 1 w 48"/>
                <a:gd name="T11" fmla="*/ 66 h 70"/>
                <a:gd name="T12" fmla="*/ 3 w 48"/>
                <a:gd name="T13" fmla="*/ 69 h 70"/>
                <a:gd name="T14" fmla="*/ 5 w 48"/>
                <a:gd name="T15" fmla="*/ 70 h 70"/>
                <a:gd name="T16" fmla="*/ 7 w 48"/>
                <a:gd name="T17" fmla="*/ 69 h 70"/>
                <a:gd name="T18" fmla="*/ 17 w 48"/>
                <a:gd name="T19" fmla="*/ 64 h 70"/>
                <a:gd name="T20" fmla="*/ 18 w 48"/>
                <a:gd name="T21" fmla="*/ 63 h 70"/>
                <a:gd name="T22" fmla="*/ 46 w 48"/>
                <a:gd name="T23" fmla="*/ 15 h 70"/>
                <a:gd name="T24" fmla="*/ 42 w 48"/>
                <a:gd name="T25" fmla="*/ 2 h 70"/>
                <a:gd name="T26" fmla="*/ 38 w 48"/>
                <a:gd name="T27" fmla="*/ 11 h 70"/>
                <a:gd name="T28" fmla="*/ 11 w 48"/>
                <a:gd name="T29" fmla="*/ 57 h 70"/>
                <a:gd name="T30" fmla="*/ 9 w 48"/>
                <a:gd name="T31" fmla="*/ 59 h 70"/>
                <a:gd name="T32" fmla="*/ 9 w 48"/>
                <a:gd name="T33" fmla="*/ 56 h 70"/>
                <a:gd name="T34" fmla="*/ 36 w 48"/>
                <a:gd name="T35" fmla="*/ 9 h 70"/>
                <a:gd name="T36" fmla="*/ 38 w 48"/>
                <a:gd name="T37" fmla="*/ 9 h 70"/>
                <a:gd name="T38" fmla="*/ 38 w 48"/>
                <a:gd name="T39" fmla="*/ 11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 h="70">
                  <a:moveTo>
                    <a:pt x="42" y="2"/>
                  </a:moveTo>
                  <a:cubicBezTo>
                    <a:pt x="40" y="1"/>
                    <a:pt x="39" y="0"/>
                    <a:pt x="37" y="0"/>
                  </a:cubicBezTo>
                  <a:cubicBezTo>
                    <a:pt x="33" y="0"/>
                    <a:pt x="30" y="2"/>
                    <a:pt x="28" y="5"/>
                  </a:cubicBezTo>
                  <a:cubicBezTo>
                    <a:pt x="1" y="53"/>
                    <a:pt x="1" y="53"/>
                    <a:pt x="1" y="53"/>
                  </a:cubicBezTo>
                  <a:cubicBezTo>
                    <a:pt x="0" y="53"/>
                    <a:pt x="0" y="54"/>
                    <a:pt x="0" y="55"/>
                  </a:cubicBezTo>
                  <a:cubicBezTo>
                    <a:pt x="1" y="66"/>
                    <a:pt x="1" y="66"/>
                    <a:pt x="1" y="66"/>
                  </a:cubicBezTo>
                  <a:cubicBezTo>
                    <a:pt x="1" y="67"/>
                    <a:pt x="2" y="69"/>
                    <a:pt x="3" y="69"/>
                  </a:cubicBezTo>
                  <a:cubicBezTo>
                    <a:pt x="3" y="70"/>
                    <a:pt x="4" y="70"/>
                    <a:pt x="5" y="70"/>
                  </a:cubicBezTo>
                  <a:cubicBezTo>
                    <a:pt x="6" y="70"/>
                    <a:pt x="6" y="70"/>
                    <a:pt x="7" y="69"/>
                  </a:cubicBezTo>
                  <a:cubicBezTo>
                    <a:pt x="17" y="64"/>
                    <a:pt x="17" y="64"/>
                    <a:pt x="17" y="64"/>
                  </a:cubicBezTo>
                  <a:cubicBezTo>
                    <a:pt x="17" y="64"/>
                    <a:pt x="18" y="63"/>
                    <a:pt x="18" y="63"/>
                  </a:cubicBezTo>
                  <a:cubicBezTo>
                    <a:pt x="46" y="15"/>
                    <a:pt x="46" y="15"/>
                    <a:pt x="46" y="15"/>
                  </a:cubicBezTo>
                  <a:cubicBezTo>
                    <a:pt x="48" y="10"/>
                    <a:pt x="47" y="4"/>
                    <a:pt x="42" y="2"/>
                  </a:cubicBezTo>
                  <a:moveTo>
                    <a:pt x="38" y="11"/>
                  </a:moveTo>
                  <a:cubicBezTo>
                    <a:pt x="11" y="57"/>
                    <a:pt x="11" y="57"/>
                    <a:pt x="11" y="57"/>
                  </a:cubicBezTo>
                  <a:cubicBezTo>
                    <a:pt x="9" y="59"/>
                    <a:pt x="9" y="59"/>
                    <a:pt x="9" y="59"/>
                  </a:cubicBezTo>
                  <a:cubicBezTo>
                    <a:pt x="9" y="56"/>
                    <a:pt x="9" y="56"/>
                    <a:pt x="9" y="56"/>
                  </a:cubicBezTo>
                  <a:cubicBezTo>
                    <a:pt x="36" y="9"/>
                    <a:pt x="36" y="9"/>
                    <a:pt x="36" y="9"/>
                  </a:cubicBezTo>
                  <a:cubicBezTo>
                    <a:pt x="36" y="9"/>
                    <a:pt x="37" y="8"/>
                    <a:pt x="38" y="9"/>
                  </a:cubicBezTo>
                  <a:cubicBezTo>
                    <a:pt x="38" y="9"/>
                    <a:pt x="39" y="10"/>
                    <a:pt x="38" y="11"/>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59">
              <a:extLst>
                <a:ext uri="{FF2B5EF4-FFF2-40B4-BE49-F238E27FC236}">
                  <a16:creationId xmlns:a16="http://schemas.microsoft.com/office/drawing/2014/main" id="{B50D01BD-BBCF-4590-8D11-B0A452577CFB}"/>
                </a:ext>
              </a:extLst>
            </p:cNvPr>
            <p:cNvSpPr>
              <a:spLocks/>
            </p:cNvSpPr>
            <p:nvPr/>
          </p:nvSpPr>
          <p:spPr bwMode="auto">
            <a:xfrm>
              <a:off x="23" y="46"/>
              <a:ext cx="49" cy="13"/>
            </a:xfrm>
            <a:custGeom>
              <a:avLst/>
              <a:gdLst>
                <a:gd name="T0" fmla="*/ 30 w 30"/>
                <a:gd name="T1" fmla="*/ 4 h 8"/>
                <a:gd name="T2" fmla="*/ 26 w 30"/>
                <a:gd name="T3" fmla="*/ 0 h 8"/>
                <a:gd name="T4" fmla="*/ 4 w 30"/>
                <a:gd name="T5" fmla="*/ 0 h 8"/>
                <a:gd name="T6" fmla="*/ 0 w 30"/>
                <a:gd name="T7" fmla="*/ 4 h 8"/>
                <a:gd name="T8" fmla="*/ 4 w 30"/>
                <a:gd name="T9" fmla="*/ 8 h 8"/>
                <a:gd name="T10" fmla="*/ 26 w 30"/>
                <a:gd name="T11" fmla="*/ 8 h 8"/>
                <a:gd name="T12" fmla="*/ 30 w 30"/>
                <a:gd name="T13" fmla="*/ 4 h 8"/>
              </a:gdLst>
              <a:ahLst/>
              <a:cxnLst>
                <a:cxn ang="0">
                  <a:pos x="T0" y="T1"/>
                </a:cxn>
                <a:cxn ang="0">
                  <a:pos x="T2" y="T3"/>
                </a:cxn>
                <a:cxn ang="0">
                  <a:pos x="T4" y="T5"/>
                </a:cxn>
                <a:cxn ang="0">
                  <a:pos x="T6" y="T7"/>
                </a:cxn>
                <a:cxn ang="0">
                  <a:pos x="T8" y="T9"/>
                </a:cxn>
                <a:cxn ang="0">
                  <a:pos x="T10" y="T11"/>
                </a:cxn>
                <a:cxn ang="0">
                  <a:pos x="T12" y="T13"/>
                </a:cxn>
              </a:cxnLst>
              <a:rect l="0" t="0" r="r" b="b"/>
              <a:pathLst>
                <a:path w="30" h="8">
                  <a:moveTo>
                    <a:pt x="30" y="4"/>
                  </a:moveTo>
                  <a:cubicBezTo>
                    <a:pt x="30" y="2"/>
                    <a:pt x="28" y="0"/>
                    <a:pt x="26" y="0"/>
                  </a:cubicBezTo>
                  <a:cubicBezTo>
                    <a:pt x="4" y="0"/>
                    <a:pt x="4" y="0"/>
                    <a:pt x="4" y="0"/>
                  </a:cubicBezTo>
                  <a:cubicBezTo>
                    <a:pt x="2" y="0"/>
                    <a:pt x="0" y="2"/>
                    <a:pt x="0" y="4"/>
                  </a:cubicBezTo>
                  <a:cubicBezTo>
                    <a:pt x="0" y="6"/>
                    <a:pt x="2" y="8"/>
                    <a:pt x="4" y="8"/>
                  </a:cubicBezTo>
                  <a:cubicBezTo>
                    <a:pt x="26" y="8"/>
                    <a:pt x="26" y="8"/>
                    <a:pt x="26" y="8"/>
                  </a:cubicBezTo>
                  <a:cubicBezTo>
                    <a:pt x="28" y="8"/>
                    <a:pt x="30" y="6"/>
                    <a:pt x="30" y="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60">
              <a:extLst>
                <a:ext uri="{FF2B5EF4-FFF2-40B4-BE49-F238E27FC236}">
                  <a16:creationId xmlns:a16="http://schemas.microsoft.com/office/drawing/2014/main" id="{006332E1-D566-4BE7-9AF3-BE58B3950EF0}"/>
                </a:ext>
              </a:extLst>
            </p:cNvPr>
            <p:cNvSpPr>
              <a:spLocks/>
            </p:cNvSpPr>
            <p:nvPr/>
          </p:nvSpPr>
          <p:spPr bwMode="auto">
            <a:xfrm>
              <a:off x="23" y="72"/>
              <a:ext cx="31" cy="15"/>
            </a:xfrm>
            <a:custGeom>
              <a:avLst/>
              <a:gdLst>
                <a:gd name="T0" fmla="*/ 4 w 19"/>
                <a:gd name="T1" fmla="*/ 0 h 9"/>
                <a:gd name="T2" fmla="*/ 0 w 19"/>
                <a:gd name="T3" fmla="*/ 5 h 9"/>
                <a:gd name="T4" fmla="*/ 4 w 19"/>
                <a:gd name="T5" fmla="*/ 9 h 9"/>
                <a:gd name="T6" fmla="*/ 15 w 19"/>
                <a:gd name="T7" fmla="*/ 9 h 9"/>
                <a:gd name="T8" fmla="*/ 19 w 19"/>
                <a:gd name="T9" fmla="*/ 5 h 9"/>
                <a:gd name="T10" fmla="*/ 15 w 19"/>
                <a:gd name="T11" fmla="*/ 0 h 9"/>
                <a:gd name="T12" fmla="*/ 4 w 19"/>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19" h="9">
                  <a:moveTo>
                    <a:pt x="4" y="0"/>
                  </a:moveTo>
                  <a:cubicBezTo>
                    <a:pt x="2" y="0"/>
                    <a:pt x="0" y="2"/>
                    <a:pt x="0" y="5"/>
                  </a:cubicBezTo>
                  <a:cubicBezTo>
                    <a:pt x="0" y="7"/>
                    <a:pt x="2" y="9"/>
                    <a:pt x="4" y="9"/>
                  </a:cubicBezTo>
                  <a:cubicBezTo>
                    <a:pt x="15" y="9"/>
                    <a:pt x="15" y="9"/>
                    <a:pt x="15" y="9"/>
                  </a:cubicBezTo>
                  <a:cubicBezTo>
                    <a:pt x="17" y="9"/>
                    <a:pt x="19" y="7"/>
                    <a:pt x="19" y="5"/>
                  </a:cubicBezTo>
                  <a:cubicBezTo>
                    <a:pt x="19" y="2"/>
                    <a:pt x="17" y="0"/>
                    <a:pt x="15" y="0"/>
                  </a:cubicBezTo>
                  <a:lnTo>
                    <a:pt x="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 name="组合 8">
            <a:extLst>
              <a:ext uri="{FF2B5EF4-FFF2-40B4-BE49-F238E27FC236}">
                <a16:creationId xmlns:a16="http://schemas.microsoft.com/office/drawing/2014/main" id="{F2F8675B-E24B-4125-AB98-18615BC44AB5}"/>
              </a:ext>
            </a:extLst>
          </p:cNvPr>
          <p:cNvGrpSpPr/>
          <p:nvPr/>
        </p:nvGrpSpPr>
        <p:grpSpPr>
          <a:xfrm>
            <a:off x="3849496" y="2438494"/>
            <a:ext cx="4343018" cy="2429193"/>
            <a:chOff x="3849496" y="2438494"/>
            <a:chExt cx="4343018" cy="2429193"/>
          </a:xfrm>
        </p:grpSpPr>
        <p:sp>
          <p:nvSpPr>
            <p:cNvPr id="34" name="文本框 33">
              <a:extLst>
                <a:ext uri="{FF2B5EF4-FFF2-40B4-BE49-F238E27FC236}">
                  <a16:creationId xmlns:a16="http://schemas.microsoft.com/office/drawing/2014/main" id="{3C1A5A37-3F29-4090-9C9C-27816D8A5498}"/>
                </a:ext>
              </a:extLst>
            </p:cNvPr>
            <p:cNvSpPr txBox="1"/>
            <p:nvPr/>
          </p:nvSpPr>
          <p:spPr>
            <a:xfrm>
              <a:off x="6331228" y="2438494"/>
              <a:ext cx="1861286" cy="523220"/>
            </a:xfrm>
            <a:prstGeom prst="rect">
              <a:avLst/>
            </a:prstGeom>
            <a:noFill/>
          </p:spPr>
          <p:txBody>
            <a:bodyPr wrap="square" rtlCol="0">
              <a:spAutoFit/>
            </a:bodyPr>
            <a:lstStyle/>
            <a:p>
              <a:r>
                <a:rPr kumimoji="1" lang="zh-CN" altLang="zh-CN" sz="2800" b="1" dirty="0">
                  <a:solidFill>
                    <a:schemeClr val="tx1">
                      <a:lumMod val="65000"/>
                      <a:lumOff val="35000"/>
                    </a:schemeClr>
                  </a:solidFill>
                  <a:latin typeface="微软雅黑" panose="020B0503020204020204" pitchFamily="34" charset="-122"/>
                  <a:ea typeface="微软雅黑" panose="020B0503020204020204" pitchFamily="34" charset="-122"/>
                </a:rPr>
                <a:t>查找大学</a:t>
              </a:r>
              <a:endParaRPr kumimoji="1" lang="zh-CN" altLang="en-US" sz="28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D146DEB6-C2DC-4824-A8C7-FE2FCE0B0F22}"/>
                </a:ext>
              </a:extLst>
            </p:cNvPr>
            <p:cNvSpPr txBox="1"/>
            <p:nvPr/>
          </p:nvSpPr>
          <p:spPr>
            <a:xfrm>
              <a:off x="6325829" y="3363044"/>
              <a:ext cx="1861286" cy="523220"/>
            </a:xfrm>
            <a:prstGeom prst="rect">
              <a:avLst/>
            </a:prstGeom>
            <a:noFill/>
          </p:spPr>
          <p:txBody>
            <a:bodyPr wrap="square" rtlCol="0">
              <a:spAutoFit/>
            </a:bodyPr>
            <a:lstStyle/>
            <a:p>
              <a:r>
                <a:rPr kumimoji="1" lang="zh-CN" altLang="zh-CN" sz="2800" b="1" dirty="0">
                  <a:solidFill>
                    <a:schemeClr val="tx1">
                      <a:lumMod val="65000"/>
                      <a:lumOff val="35000"/>
                    </a:schemeClr>
                  </a:solidFill>
                  <a:latin typeface="微软雅黑" panose="020B0503020204020204" pitchFamily="34" charset="-122"/>
                  <a:ea typeface="微软雅黑" panose="020B0503020204020204" pitchFamily="34" charset="-122"/>
                </a:rPr>
                <a:t>模拟报考</a:t>
              </a:r>
              <a:endParaRPr kumimoji="1" lang="zh-CN" altLang="en-US" sz="28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D76FBD85-4C92-4BB2-A293-52ABBC075DC0}"/>
                </a:ext>
              </a:extLst>
            </p:cNvPr>
            <p:cNvSpPr txBox="1"/>
            <p:nvPr/>
          </p:nvSpPr>
          <p:spPr>
            <a:xfrm>
              <a:off x="6331228" y="4305986"/>
              <a:ext cx="1861286" cy="523220"/>
            </a:xfrm>
            <a:prstGeom prst="rect">
              <a:avLst/>
            </a:prstGeom>
            <a:noFill/>
          </p:spPr>
          <p:txBody>
            <a:bodyPr wrap="square" rtlCol="0">
              <a:spAutoFit/>
            </a:bodyPr>
            <a:lstStyle/>
            <a:p>
              <a:r>
                <a:rPr kumimoji="1" lang="zh-CN" altLang="en-US" sz="2800" b="1" dirty="0">
                  <a:solidFill>
                    <a:schemeClr val="tx1">
                      <a:lumMod val="65000"/>
                      <a:lumOff val="35000"/>
                    </a:schemeClr>
                  </a:solidFill>
                  <a:latin typeface="微软雅黑" panose="020B0503020204020204" pitchFamily="34" charset="-122"/>
                  <a:ea typeface="微软雅黑" panose="020B0503020204020204" pitchFamily="34" charset="-122"/>
                </a:rPr>
                <a:t>安心报考</a:t>
              </a:r>
            </a:p>
          </p:txBody>
        </p:sp>
        <p:cxnSp>
          <p:nvCxnSpPr>
            <p:cNvPr id="37" name="直接连接符 36">
              <a:extLst>
                <a:ext uri="{FF2B5EF4-FFF2-40B4-BE49-F238E27FC236}">
                  <a16:creationId xmlns:a16="http://schemas.microsoft.com/office/drawing/2014/main" id="{63A70770-8885-49B0-8B7E-2C45B605DF95}"/>
                </a:ext>
              </a:extLst>
            </p:cNvPr>
            <p:cNvCxnSpPr>
              <a:cxnSpLocks/>
              <a:stCxn id="33" idx="3"/>
            </p:cNvCxnSpPr>
            <p:nvPr/>
          </p:nvCxnSpPr>
          <p:spPr>
            <a:xfrm flipV="1">
              <a:off x="3849496" y="2669328"/>
              <a:ext cx="1496566" cy="955326"/>
            </a:xfrm>
            <a:prstGeom prst="line">
              <a:avLst/>
            </a:prstGeom>
          </p:spPr>
          <p:style>
            <a:lnRef idx="3">
              <a:schemeClr val="accent6"/>
            </a:lnRef>
            <a:fillRef idx="0">
              <a:schemeClr val="accent6"/>
            </a:fillRef>
            <a:effectRef idx="2">
              <a:schemeClr val="accent6"/>
            </a:effectRef>
            <a:fontRef idx="minor">
              <a:schemeClr val="tx1"/>
            </a:fontRef>
          </p:style>
        </p:cxnSp>
        <p:cxnSp>
          <p:nvCxnSpPr>
            <p:cNvPr id="38" name="直接连接符 37">
              <a:extLst>
                <a:ext uri="{FF2B5EF4-FFF2-40B4-BE49-F238E27FC236}">
                  <a16:creationId xmlns:a16="http://schemas.microsoft.com/office/drawing/2014/main" id="{440B0DEF-5DBB-4BCA-B3C1-DCCB41DC971C}"/>
                </a:ext>
              </a:extLst>
            </p:cNvPr>
            <p:cNvCxnSpPr>
              <a:cxnSpLocks/>
              <a:stCxn id="33" idx="3"/>
            </p:cNvCxnSpPr>
            <p:nvPr/>
          </p:nvCxnSpPr>
          <p:spPr>
            <a:xfrm>
              <a:off x="3849496" y="3624654"/>
              <a:ext cx="1496566" cy="18256"/>
            </a:xfrm>
            <a:prstGeom prst="line">
              <a:avLst/>
            </a:prstGeom>
          </p:spPr>
          <p:style>
            <a:lnRef idx="3">
              <a:schemeClr val="accent6"/>
            </a:lnRef>
            <a:fillRef idx="0">
              <a:schemeClr val="accent6"/>
            </a:fillRef>
            <a:effectRef idx="2">
              <a:schemeClr val="accent6"/>
            </a:effectRef>
            <a:fontRef idx="minor">
              <a:schemeClr val="tx1"/>
            </a:fontRef>
          </p:style>
        </p:cxnSp>
        <p:cxnSp>
          <p:nvCxnSpPr>
            <p:cNvPr id="39" name="直接连接符 38">
              <a:extLst>
                <a:ext uri="{FF2B5EF4-FFF2-40B4-BE49-F238E27FC236}">
                  <a16:creationId xmlns:a16="http://schemas.microsoft.com/office/drawing/2014/main" id="{E89455C4-E5BD-49A9-AF2C-A2040C8FF7A9}"/>
                </a:ext>
              </a:extLst>
            </p:cNvPr>
            <p:cNvCxnSpPr>
              <a:cxnSpLocks/>
              <a:stCxn id="33" idx="3"/>
            </p:cNvCxnSpPr>
            <p:nvPr/>
          </p:nvCxnSpPr>
          <p:spPr>
            <a:xfrm>
              <a:off x="3849496" y="3624654"/>
              <a:ext cx="1496566" cy="924550"/>
            </a:xfrm>
            <a:prstGeom prst="line">
              <a:avLst/>
            </a:prstGeom>
          </p:spPr>
          <p:style>
            <a:lnRef idx="3">
              <a:schemeClr val="accent6"/>
            </a:lnRef>
            <a:fillRef idx="0">
              <a:schemeClr val="accent6"/>
            </a:fillRef>
            <a:effectRef idx="2">
              <a:schemeClr val="accent6"/>
            </a:effectRef>
            <a:fontRef idx="minor">
              <a:schemeClr val="tx1"/>
            </a:fontRef>
          </p:style>
        </p:cxnSp>
        <p:sp>
          <p:nvSpPr>
            <p:cNvPr id="16" name="Oval 52">
              <a:extLst>
                <a:ext uri="{FF2B5EF4-FFF2-40B4-BE49-F238E27FC236}">
                  <a16:creationId xmlns:a16="http://schemas.microsoft.com/office/drawing/2014/main" id="{8F2E27C3-77A9-4C21-A98F-57516A90087A}"/>
                </a:ext>
              </a:extLst>
            </p:cNvPr>
            <p:cNvSpPr>
              <a:spLocks noChangeArrowheads="1"/>
            </p:cNvSpPr>
            <p:nvPr/>
          </p:nvSpPr>
          <p:spPr bwMode="auto">
            <a:xfrm>
              <a:off x="5582243" y="2442053"/>
              <a:ext cx="579437" cy="579438"/>
            </a:xfrm>
            <a:prstGeom prst="ellipse">
              <a:avLst/>
            </a:prstGeom>
            <a:solidFill>
              <a:srgbClr val="98D2E3"/>
            </a:solidFill>
            <a:ln>
              <a:noFill/>
            </a:ln>
          </p:spPr>
          <p:txBody>
            <a:bodyPr/>
            <a:lstStyle/>
            <a:p>
              <a:endParaRPr lang="zh-CN" altLang="en-US">
                <a:solidFill>
                  <a:srgbClr val="7BBFAA"/>
                </a:solidFill>
              </a:endParaRPr>
            </a:p>
          </p:txBody>
        </p:sp>
        <p:sp>
          <p:nvSpPr>
            <p:cNvPr id="17" name="Oval 53">
              <a:extLst>
                <a:ext uri="{FF2B5EF4-FFF2-40B4-BE49-F238E27FC236}">
                  <a16:creationId xmlns:a16="http://schemas.microsoft.com/office/drawing/2014/main" id="{6673CA85-90DB-4230-9741-329667E3624F}"/>
                </a:ext>
              </a:extLst>
            </p:cNvPr>
            <p:cNvSpPr>
              <a:spLocks noChangeArrowheads="1"/>
            </p:cNvSpPr>
            <p:nvPr/>
          </p:nvSpPr>
          <p:spPr bwMode="auto">
            <a:xfrm>
              <a:off x="5582243" y="4288249"/>
              <a:ext cx="579438" cy="579438"/>
            </a:xfrm>
            <a:prstGeom prst="ellipse">
              <a:avLst/>
            </a:prstGeom>
            <a:solidFill>
              <a:srgbClr val="FBE22D"/>
            </a:solidFill>
            <a:ln>
              <a:noFill/>
            </a:ln>
          </p:spPr>
          <p:txBody>
            <a:bodyPr/>
            <a:lstStyle/>
            <a:p>
              <a:endParaRPr lang="zh-CN" altLang="en-US"/>
            </a:p>
          </p:txBody>
        </p:sp>
        <p:sp>
          <p:nvSpPr>
            <p:cNvPr id="40" name="Freeform 33">
              <a:extLst>
                <a:ext uri="{FF2B5EF4-FFF2-40B4-BE49-F238E27FC236}">
                  <a16:creationId xmlns:a16="http://schemas.microsoft.com/office/drawing/2014/main" id="{44E3F0FF-EB2D-4448-8003-84174A34746A}"/>
                </a:ext>
              </a:extLst>
            </p:cNvPr>
            <p:cNvSpPr>
              <a:spLocks noEditPoints="1"/>
            </p:cNvSpPr>
            <p:nvPr/>
          </p:nvSpPr>
          <p:spPr bwMode="auto">
            <a:xfrm>
              <a:off x="5724128" y="4419364"/>
              <a:ext cx="312421" cy="259680"/>
            </a:xfrm>
            <a:custGeom>
              <a:avLst/>
              <a:gdLst>
                <a:gd name="T0" fmla="*/ 100 w 129"/>
                <a:gd name="T1" fmla="*/ 66 h 119"/>
                <a:gd name="T2" fmla="*/ 105 w 129"/>
                <a:gd name="T3" fmla="*/ 61 h 119"/>
                <a:gd name="T4" fmla="*/ 110 w 129"/>
                <a:gd name="T5" fmla="*/ 66 h 119"/>
                <a:gd name="T6" fmla="*/ 110 w 129"/>
                <a:gd name="T7" fmla="*/ 115 h 119"/>
                <a:gd name="T8" fmla="*/ 105 w 129"/>
                <a:gd name="T9" fmla="*/ 119 h 119"/>
                <a:gd name="T10" fmla="*/ 105 w 129"/>
                <a:gd name="T11" fmla="*/ 119 h 119"/>
                <a:gd name="T12" fmla="*/ 24 w 129"/>
                <a:gd name="T13" fmla="*/ 119 h 119"/>
                <a:gd name="T14" fmla="*/ 19 w 129"/>
                <a:gd name="T15" fmla="*/ 115 h 119"/>
                <a:gd name="T16" fmla="*/ 19 w 129"/>
                <a:gd name="T17" fmla="*/ 114 h 119"/>
                <a:gd name="T18" fmla="*/ 19 w 129"/>
                <a:gd name="T19" fmla="*/ 66 h 119"/>
                <a:gd name="T20" fmla="*/ 24 w 129"/>
                <a:gd name="T21" fmla="*/ 61 h 119"/>
                <a:gd name="T22" fmla="*/ 29 w 129"/>
                <a:gd name="T23" fmla="*/ 66 h 119"/>
                <a:gd name="T24" fmla="*/ 29 w 129"/>
                <a:gd name="T25" fmla="*/ 110 h 119"/>
                <a:gd name="T26" fmla="*/ 45 w 129"/>
                <a:gd name="T27" fmla="*/ 110 h 119"/>
                <a:gd name="T28" fmla="*/ 45 w 129"/>
                <a:gd name="T29" fmla="*/ 61 h 119"/>
                <a:gd name="T30" fmla="*/ 48 w 129"/>
                <a:gd name="T31" fmla="*/ 58 h 119"/>
                <a:gd name="T32" fmla="*/ 48 w 129"/>
                <a:gd name="T33" fmla="*/ 58 h 119"/>
                <a:gd name="T34" fmla="*/ 81 w 129"/>
                <a:gd name="T35" fmla="*/ 58 h 119"/>
                <a:gd name="T36" fmla="*/ 85 w 129"/>
                <a:gd name="T37" fmla="*/ 61 h 119"/>
                <a:gd name="T38" fmla="*/ 85 w 129"/>
                <a:gd name="T39" fmla="*/ 61 h 119"/>
                <a:gd name="T40" fmla="*/ 85 w 129"/>
                <a:gd name="T41" fmla="*/ 110 h 119"/>
                <a:gd name="T42" fmla="*/ 100 w 129"/>
                <a:gd name="T43" fmla="*/ 110 h 119"/>
                <a:gd name="T44" fmla="*/ 100 w 129"/>
                <a:gd name="T45" fmla="*/ 66 h 119"/>
                <a:gd name="T46" fmla="*/ 51 w 129"/>
                <a:gd name="T47" fmla="*/ 110 h 119"/>
                <a:gd name="T48" fmla="*/ 51 w 129"/>
                <a:gd name="T49" fmla="*/ 110 h 119"/>
                <a:gd name="T50" fmla="*/ 79 w 129"/>
                <a:gd name="T51" fmla="*/ 110 h 119"/>
                <a:gd name="T52" fmla="*/ 79 w 129"/>
                <a:gd name="T53" fmla="*/ 64 h 119"/>
                <a:gd name="T54" fmla="*/ 51 w 129"/>
                <a:gd name="T55" fmla="*/ 64 h 119"/>
                <a:gd name="T56" fmla="*/ 51 w 129"/>
                <a:gd name="T57" fmla="*/ 110 h 119"/>
                <a:gd name="T58" fmla="*/ 9 w 129"/>
                <a:gd name="T59" fmla="*/ 68 h 119"/>
                <a:gd name="T60" fmla="*/ 9 w 129"/>
                <a:gd name="T61" fmla="*/ 68 h 119"/>
                <a:gd name="T62" fmla="*/ 65 w 129"/>
                <a:gd name="T63" fmla="*/ 12 h 119"/>
                <a:gd name="T64" fmla="*/ 120 w 129"/>
                <a:gd name="T65" fmla="*/ 68 h 119"/>
                <a:gd name="T66" fmla="*/ 127 w 129"/>
                <a:gd name="T67" fmla="*/ 68 h 119"/>
                <a:gd name="T68" fmla="*/ 127 w 129"/>
                <a:gd name="T69" fmla="*/ 61 h 119"/>
                <a:gd name="T70" fmla="*/ 68 w 129"/>
                <a:gd name="T71" fmla="*/ 2 h 119"/>
                <a:gd name="T72" fmla="*/ 68 w 129"/>
                <a:gd name="T73" fmla="*/ 2 h 119"/>
                <a:gd name="T74" fmla="*/ 61 w 129"/>
                <a:gd name="T75" fmla="*/ 2 h 119"/>
                <a:gd name="T76" fmla="*/ 2 w 129"/>
                <a:gd name="T77" fmla="*/ 61 h 119"/>
                <a:gd name="T78" fmla="*/ 2 w 129"/>
                <a:gd name="T79" fmla="*/ 68 h 119"/>
                <a:gd name="T80" fmla="*/ 9 w 129"/>
                <a:gd name="T81" fmla="*/ 68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9" h="119">
                  <a:moveTo>
                    <a:pt x="100" y="66"/>
                  </a:moveTo>
                  <a:cubicBezTo>
                    <a:pt x="100" y="64"/>
                    <a:pt x="103" y="61"/>
                    <a:pt x="105" y="61"/>
                  </a:cubicBezTo>
                  <a:cubicBezTo>
                    <a:pt x="108" y="61"/>
                    <a:pt x="110" y="64"/>
                    <a:pt x="110" y="66"/>
                  </a:cubicBezTo>
                  <a:cubicBezTo>
                    <a:pt x="110" y="115"/>
                    <a:pt x="110" y="115"/>
                    <a:pt x="110" y="115"/>
                  </a:cubicBezTo>
                  <a:cubicBezTo>
                    <a:pt x="110" y="117"/>
                    <a:pt x="108" y="119"/>
                    <a:pt x="105" y="119"/>
                  </a:cubicBezTo>
                  <a:cubicBezTo>
                    <a:pt x="105" y="119"/>
                    <a:pt x="105" y="119"/>
                    <a:pt x="105" y="119"/>
                  </a:cubicBezTo>
                  <a:cubicBezTo>
                    <a:pt x="24" y="119"/>
                    <a:pt x="24" y="119"/>
                    <a:pt x="24" y="119"/>
                  </a:cubicBezTo>
                  <a:cubicBezTo>
                    <a:pt x="21" y="119"/>
                    <a:pt x="19" y="117"/>
                    <a:pt x="19" y="115"/>
                  </a:cubicBezTo>
                  <a:cubicBezTo>
                    <a:pt x="19" y="114"/>
                    <a:pt x="19" y="114"/>
                    <a:pt x="19" y="114"/>
                  </a:cubicBezTo>
                  <a:cubicBezTo>
                    <a:pt x="19" y="66"/>
                    <a:pt x="19" y="66"/>
                    <a:pt x="19" y="66"/>
                  </a:cubicBezTo>
                  <a:cubicBezTo>
                    <a:pt x="19" y="64"/>
                    <a:pt x="21" y="61"/>
                    <a:pt x="24" y="61"/>
                  </a:cubicBezTo>
                  <a:cubicBezTo>
                    <a:pt x="27" y="61"/>
                    <a:pt x="29" y="64"/>
                    <a:pt x="29" y="66"/>
                  </a:cubicBezTo>
                  <a:cubicBezTo>
                    <a:pt x="29" y="110"/>
                    <a:pt x="29" y="110"/>
                    <a:pt x="29" y="110"/>
                  </a:cubicBezTo>
                  <a:cubicBezTo>
                    <a:pt x="45" y="110"/>
                    <a:pt x="45" y="110"/>
                    <a:pt x="45" y="110"/>
                  </a:cubicBezTo>
                  <a:cubicBezTo>
                    <a:pt x="45" y="61"/>
                    <a:pt x="45" y="61"/>
                    <a:pt x="45" y="61"/>
                  </a:cubicBezTo>
                  <a:cubicBezTo>
                    <a:pt x="45" y="59"/>
                    <a:pt x="46" y="58"/>
                    <a:pt x="48" y="58"/>
                  </a:cubicBezTo>
                  <a:cubicBezTo>
                    <a:pt x="48" y="58"/>
                    <a:pt x="48" y="58"/>
                    <a:pt x="48" y="58"/>
                  </a:cubicBezTo>
                  <a:cubicBezTo>
                    <a:pt x="81" y="58"/>
                    <a:pt x="81" y="58"/>
                    <a:pt x="81" y="58"/>
                  </a:cubicBezTo>
                  <a:cubicBezTo>
                    <a:pt x="83" y="58"/>
                    <a:pt x="85" y="59"/>
                    <a:pt x="85" y="61"/>
                  </a:cubicBezTo>
                  <a:cubicBezTo>
                    <a:pt x="85" y="61"/>
                    <a:pt x="85" y="61"/>
                    <a:pt x="85" y="61"/>
                  </a:cubicBezTo>
                  <a:cubicBezTo>
                    <a:pt x="85" y="110"/>
                    <a:pt x="85" y="110"/>
                    <a:pt x="85" y="110"/>
                  </a:cubicBezTo>
                  <a:cubicBezTo>
                    <a:pt x="100" y="110"/>
                    <a:pt x="100" y="110"/>
                    <a:pt x="100" y="110"/>
                  </a:cubicBezTo>
                  <a:cubicBezTo>
                    <a:pt x="100" y="66"/>
                    <a:pt x="100" y="66"/>
                    <a:pt x="100" y="66"/>
                  </a:cubicBezTo>
                  <a:close/>
                  <a:moveTo>
                    <a:pt x="51" y="110"/>
                  </a:moveTo>
                  <a:cubicBezTo>
                    <a:pt x="51" y="110"/>
                    <a:pt x="51" y="110"/>
                    <a:pt x="51" y="110"/>
                  </a:cubicBezTo>
                  <a:cubicBezTo>
                    <a:pt x="79" y="110"/>
                    <a:pt x="79" y="110"/>
                    <a:pt x="79" y="110"/>
                  </a:cubicBezTo>
                  <a:cubicBezTo>
                    <a:pt x="79" y="64"/>
                    <a:pt x="79" y="64"/>
                    <a:pt x="79" y="64"/>
                  </a:cubicBezTo>
                  <a:cubicBezTo>
                    <a:pt x="51" y="64"/>
                    <a:pt x="51" y="64"/>
                    <a:pt x="51" y="64"/>
                  </a:cubicBezTo>
                  <a:cubicBezTo>
                    <a:pt x="51" y="110"/>
                    <a:pt x="51" y="110"/>
                    <a:pt x="51" y="110"/>
                  </a:cubicBezTo>
                  <a:close/>
                  <a:moveTo>
                    <a:pt x="9" y="68"/>
                  </a:moveTo>
                  <a:cubicBezTo>
                    <a:pt x="9" y="68"/>
                    <a:pt x="9" y="68"/>
                    <a:pt x="9" y="68"/>
                  </a:cubicBezTo>
                  <a:cubicBezTo>
                    <a:pt x="65" y="12"/>
                    <a:pt x="65" y="12"/>
                    <a:pt x="65" y="12"/>
                  </a:cubicBezTo>
                  <a:cubicBezTo>
                    <a:pt x="120" y="68"/>
                    <a:pt x="120" y="68"/>
                    <a:pt x="120" y="68"/>
                  </a:cubicBezTo>
                  <a:cubicBezTo>
                    <a:pt x="122" y="70"/>
                    <a:pt x="125" y="70"/>
                    <a:pt x="127" y="68"/>
                  </a:cubicBezTo>
                  <a:cubicBezTo>
                    <a:pt x="129" y="66"/>
                    <a:pt x="129" y="63"/>
                    <a:pt x="127" y="61"/>
                  </a:cubicBezTo>
                  <a:cubicBezTo>
                    <a:pt x="68" y="2"/>
                    <a:pt x="68" y="2"/>
                    <a:pt x="68" y="2"/>
                  </a:cubicBezTo>
                  <a:cubicBezTo>
                    <a:pt x="68" y="2"/>
                    <a:pt x="68" y="2"/>
                    <a:pt x="68" y="2"/>
                  </a:cubicBezTo>
                  <a:cubicBezTo>
                    <a:pt x="66" y="0"/>
                    <a:pt x="63" y="0"/>
                    <a:pt x="61" y="2"/>
                  </a:cubicBezTo>
                  <a:cubicBezTo>
                    <a:pt x="2" y="61"/>
                    <a:pt x="2" y="61"/>
                    <a:pt x="2" y="61"/>
                  </a:cubicBezTo>
                  <a:cubicBezTo>
                    <a:pt x="0" y="63"/>
                    <a:pt x="0" y="66"/>
                    <a:pt x="2" y="68"/>
                  </a:cubicBezTo>
                  <a:cubicBezTo>
                    <a:pt x="4" y="70"/>
                    <a:pt x="7" y="70"/>
                    <a:pt x="9" y="6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41" name="Freeform 36">
              <a:extLst>
                <a:ext uri="{FF2B5EF4-FFF2-40B4-BE49-F238E27FC236}">
                  <a16:creationId xmlns:a16="http://schemas.microsoft.com/office/drawing/2014/main" id="{FF1F9181-64F8-4EB9-B270-B78A4F9BB2B5}"/>
                </a:ext>
              </a:extLst>
            </p:cNvPr>
            <p:cNvSpPr>
              <a:spLocks noEditPoints="1"/>
            </p:cNvSpPr>
            <p:nvPr/>
          </p:nvSpPr>
          <p:spPr bwMode="auto">
            <a:xfrm>
              <a:off x="5750871" y="2624334"/>
              <a:ext cx="242179" cy="239460"/>
            </a:xfrm>
            <a:custGeom>
              <a:avLst/>
              <a:gdLst>
                <a:gd name="T0" fmla="*/ 20 w 99"/>
                <a:gd name="T1" fmla="*/ 37 h 98"/>
                <a:gd name="T2" fmla="*/ 21 w 99"/>
                <a:gd name="T3" fmla="*/ 28 h 98"/>
                <a:gd name="T4" fmla="*/ 25 w 99"/>
                <a:gd name="T5" fmla="*/ 24 h 98"/>
                <a:gd name="T6" fmla="*/ 29 w 99"/>
                <a:gd name="T7" fmla="*/ 21 h 98"/>
                <a:gd name="T8" fmla="*/ 37 w 99"/>
                <a:gd name="T9" fmla="*/ 19 h 98"/>
                <a:gd name="T10" fmla="*/ 32 w 99"/>
                <a:gd name="T11" fmla="*/ 25 h 98"/>
                <a:gd name="T12" fmla="*/ 25 w 99"/>
                <a:gd name="T13" fmla="*/ 31 h 98"/>
                <a:gd name="T14" fmla="*/ 79 w 99"/>
                <a:gd name="T15" fmla="*/ 73 h 98"/>
                <a:gd name="T16" fmla="*/ 97 w 99"/>
                <a:gd name="T17" fmla="*/ 91 h 98"/>
                <a:gd name="T18" fmla="*/ 91 w 99"/>
                <a:gd name="T19" fmla="*/ 96 h 98"/>
                <a:gd name="T20" fmla="*/ 62 w 99"/>
                <a:gd name="T21" fmla="*/ 86 h 98"/>
                <a:gd name="T22" fmla="*/ 28 w 99"/>
                <a:gd name="T23" fmla="*/ 86 h 98"/>
                <a:gd name="T24" fmla="*/ 14 w 99"/>
                <a:gd name="T25" fmla="*/ 76 h 98"/>
                <a:gd name="T26" fmla="*/ 4 w 99"/>
                <a:gd name="T27" fmla="*/ 62 h 98"/>
                <a:gd name="T28" fmla="*/ 0 w 99"/>
                <a:gd name="T29" fmla="*/ 45 h 98"/>
                <a:gd name="T30" fmla="*/ 14 w 99"/>
                <a:gd name="T31" fmla="*/ 13 h 98"/>
                <a:gd name="T32" fmla="*/ 62 w 99"/>
                <a:gd name="T33" fmla="*/ 3 h 98"/>
                <a:gd name="T34" fmla="*/ 77 w 99"/>
                <a:gd name="T35" fmla="*/ 13 h 98"/>
                <a:gd name="T36" fmla="*/ 86 w 99"/>
                <a:gd name="T37" fmla="*/ 28 h 98"/>
                <a:gd name="T38" fmla="*/ 90 w 99"/>
                <a:gd name="T39" fmla="*/ 45 h 98"/>
                <a:gd name="T40" fmla="*/ 79 w 99"/>
                <a:gd name="T41" fmla="*/ 73 h 98"/>
                <a:gd name="T42" fmla="*/ 59 w 99"/>
                <a:gd name="T43" fmla="*/ 11 h 98"/>
                <a:gd name="T44" fmla="*/ 19 w 99"/>
                <a:gd name="T45" fmla="*/ 19 h 98"/>
                <a:gd name="T46" fmla="*/ 9 w 99"/>
                <a:gd name="T47" fmla="*/ 45 h 98"/>
                <a:gd name="T48" fmla="*/ 11 w 99"/>
                <a:gd name="T49" fmla="*/ 58 h 98"/>
                <a:gd name="T50" fmla="*/ 19 w 99"/>
                <a:gd name="T51" fmla="*/ 70 h 98"/>
                <a:gd name="T52" fmla="*/ 31 w 99"/>
                <a:gd name="T53" fmla="*/ 78 h 98"/>
                <a:gd name="T54" fmla="*/ 45 w 99"/>
                <a:gd name="T55" fmla="*/ 81 h 98"/>
                <a:gd name="T56" fmla="*/ 71 w 99"/>
                <a:gd name="T57" fmla="*/ 70 h 98"/>
                <a:gd name="T58" fmla="*/ 71 w 99"/>
                <a:gd name="T59" fmla="*/ 70 h 98"/>
                <a:gd name="T60" fmla="*/ 81 w 99"/>
                <a:gd name="T61" fmla="*/ 45 h 98"/>
                <a:gd name="T62" fmla="*/ 79 w 99"/>
                <a:gd name="T63" fmla="*/ 31 h 98"/>
                <a:gd name="T64" fmla="*/ 71 w 99"/>
                <a:gd name="T65" fmla="*/ 19 h 98"/>
                <a:gd name="T66" fmla="*/ 69 w 99"/>
                <a:gd name="T67" fmla="*/ 45 h 98"/>
                <a:gd name="T68" fmla="*/ 71 w 99"/>
                <a:gd name="T69" fmla="*/ 42 h 98"/>
                <a:gd name="T70" fmla="*/ 72 w 99"/>
                <a:gd name="T71" fmla="*/ 56 h 98"/>
                <a:gd name="T72" fmla="*/ 65 w 99"/>
                <a:gd name="T73" fmla="*/ 65 h 98"/>
                <a:gd name="T74" fmla="*/ 45 w 99"/>
                <a:gd name="T75" fmla="*/ 73 h 98"/>
                <a:gd name="T76" fmla="*/ 45 w 99"/>
                <a:gd name="T77" fmla="*/ 69 h 98"/>
                <a:gd name="T78" fmla="*/ 62 w 99"/>
                <a:gd name="T79" fmla="*/ 61 h 98"/>
                <a:gd name="T80" fmla="*/ 67 w 99"/>
                <a:gd name="T81" fmla="*/ 5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9" h="98">
                  <a:moveTo>
                    <a:pt x="23" y="35"/>
                  </a:moveTo>
                  <a:cubicBezTo>
                    <a:pt x="22" y="36"/>
                    <a:pt x="21" y="37"/>
                    <a:pt x="20" y="37"/>
                  </a:cubicBezTo>
                  <a:cubicBezTo>
                    <a:pt x="19" y="36"/>
                    <a:pt x="18" y="35"/>
                    <a:pt x="18" y="33"/>
                  </a:cubicBezTo>
                  <a:cubicBezTo>
                    <a:pt x="19" y="32"/>
                    <a:pt x="20" y="30"/>
                    <a:pt x="21" y="28"/>
                  </a:cubicBezTo>
                  <a:cubicBezTo>
                    <a:pt x="22" y="27"/>
                    <a:pt x="23" y="25"/>
                    <a:pt x="25" y="24"/>
                  </a:cubicBezTo>
                  <a:cubicBezTo>
                    <a:pt x="25" y="24"/>
                    <a:pt x="25" y="24"/>
                    <a:pt x="25" y="24"/>
                  </a:cubicBezTo>
                  <a:cubicBezTo>
                    <a:pt x="25" y="24"/>
                    <a:pt x="25" y="24"/>
                    <a:pt x="25" y="24"/>
                  </a:cubicBezTo>
                  <a:cubicBezTo>
                    <a:pt x="26" y="23"/>
                    <a:pt x="27" y="22"/>
                    <a:pt x="29" y="21"/>
                  </a:cubicBezTo>
                  <a:cubicBezTo>
                    <a:pt x="30" y="20"/>
                    <a:pt x="32" y="19"/>
                    <a:pt x="34" y="18"/>
                  </a:cubicBezTo>
                  <a:cubicBezTo>
                    <a:pt x="35" y="17"/>
                    <a:pt x="37" y="18"/>
                    <a:pt x="37" y="19"/>
                  </a:cubicBezTo>
                  <a:cubicBezTo>
                    <a:pt x="38" y="21"/>
                    <a:pt x="37" y="22"/>
                    <a:pt x="36" y="22"/>
                  </a:cubicBezTo>
                  <a:cubicBezTo>
                    <a:pt x="34" y="23"/>
                    <a:pt x="33" y="24"/>
                    <a:pt x="32" y="25"/>
                  </a:cubicBezTo>
                  <a:cubicBezTo>
                    <a:pt x="30" y="26"/>
                    <a:pt x="29" y="26"/>
                    <a:pt x="28" y="28"/>
                  </a:cubicBezTo>
                  <a:cubicBezTo>
                    <a:pt x="27" y="29"/>
                    <a:pt x="26" y="30"/>
                    <a:pt x="25" y="31"/>
                  </a:cubicBezTo>
                  <a:cubicBezTo>
                    <a:pt x="24" y="32"/>
                    <a:pt x="24" y="34"/>
                    <a:pt x="23" y="35"/>
                  </a:cubicBezTo>
                  <a:close/>
                  <a:moveTo>
                    <a:pt x="79" y="73"/>
                  </a:moveTo>
                  <a:cubicBezTo>
                    <a:pt x="79" y="73"/>
                    <a:pt x="79" y="73"/>
                    <a:pt x="79" y="73"/>
                  </a:cubicBezTo>
                  <a:cubicBezTo>
                    <a:pt x="97" y="91"/>
                    <a:pt x="97" y="91"/>
                    <a:pt x="97" y="91"/>
                  </a:cubicBezTo>
                  <a:cubicBezTo>
                    <a:pt x="99" y="92"/>
                    <a:pt x="99" y="95"/>
                    <a:pt x="97" y="96"/>
                  </a:cubicBezTo>
                  <a:cubicBezTo>
                    <a:pt x="95" y="98"/>
                    <a:pt x="93" y="98"/>
                    <a:pt x="91" y="96"/>
                  </a:cubicBezTo>
                  <a:cubicBezTo>
                    <a:pt x="74" y="79"/>
                    <a:pt x="74" y="79"/>
                    <a:pt x="74" y="79"/>
                  </a:cubicBezTo>
                  <a:cubicBezTo>
                    <a:pt x="70" y="82"/>
                    <a:pt x="66" y="84"/>
                    <a:pt x="62" y="86"/>
                  </a:cubicBezTo>
                  <a:cubicBezTo>
                    <a:pt x="57" y="88"/>
                    <a:pt x="51" y="89"/>
                    <a:pt x="45" y="89"/>
                  </a:cubicBezTo>
                  <a:cubicBezTo>
                    <a:pt x="39" y="89"/>
                    <a:pt x="33" y="88"/>
                    <a:pt x="28" y="86"/>
                  </a:cubicBezTo>
                  <a:cubicBezTo>
                    <a:pt x="28" y="86"/>
                    <a:pt x="28" y="86"/>
                    <a:pt x="28" y="86"/>
                  </a:cubicBezTo>
                  <a:cubicBezTo>
                    <a:pt x="23" y="83"/>
                    <a:pt x="18" y="80"/>
                    <a:pt x="14" y="76"/>
                  </a:cubicBezTo>
                  <a:cubicBezTo>
                    <a:pt x="14" y="76"/>
                    <a:pt x="14" y="76"/>
                    <a:pt x="14" y="76"/>
                  </a:cubicBezTo>
                  <a:cubicBezTo>
                    <a:pt x="9" y="72"/>
                    <a:pt x="6" y="67"/>
                    <a:pt x="4" y="62"/>
                  </a:cubicBezTo>
                  <a:cubicBezTo>
                    <a:pt x="4" y="61"/>
                    <a:pt x="4" y="61"/>
                    <a:pt x="4" y="61"/>
                  </a:cubicBezTo>
                  <a:cubicBezTo>
                    <a:pt x="2" y="56"/>
                    <a:pt x="0" y="50"/>
                    <a:pt x="0" y="45"/>
                  </a:cubicBezTo>
                  <a:cubicBezTo>
                    <a:pt x="0" y="39"/>
                    <a:pt x="2" y="33"/>
                    <a:pt x="4" y="28"/>
                  </a:cubicBezTo>
                  <a:cubicBezTo>
                    <a:pt x="6" y="22"/>
                    <a:pt x="9" y="17"/>
                    <a:pt x="14" y="13"/>
                  </a:cubicBezTo>
                  <a:cubicBezTo>
                    <a:pt x="22" y="5"/>
                    <a:pt x="33" y="0"/>
                    <a:pt x="45" y="0"/>
                  </a:cubicBezTo>
                  <a:cubicBezTo>
                    <a:pt x="51" y="0"/>
                    <a:pt x="57" y="1"/>
                    <a:pt x="62" y="3"/>
                  </a:cubicBezTo>
                  <a:cubicBezTo>
                    <a:pt x="62" y="3"/>
                    <a:pt x="62" y="3"/>
                    <a:pt x="62" y="3"/>
                  </a:cubicBezTo>
                  <a:cubicBezTo>
                    <a:pt x="68" y="6"/>
                    <a:pt x="72" y="9"/>
                    <a:pt x="77" y="13"/>
                  </a:cubicBezTo>
                  <a:cubicBezTo>
                    <a:pt x="77" y="13"/>
                    <a:pt x="77" y="13"/>
                    <a:pt x="77" y="13"/>
                  </a:cubicBezTo>
                  <a:cubicBezTo>
                    <a:pt x="81" y="17"/>
                    <a:pt x="84" y="22"/>
                    <a:pt x="86" y="28"/>
                  </a:cubicBezTo>
                  <a:cubicBezTo>
                    <a:pt x="86" y="28"/>
                    <a:pt x="86" y="28"/>
                    <a:pt x="86" y="28"/>
                  </a:cubicBezTo>
                  <a:cubicBezTo>
                    <a:pt x="88" y="33"/>
                    <a:pt x="90" y="39"/>
                    <a:pt x="90" y="45"/>
                  </a:cubicBezTo>
                  <a:cubicBezTo>
                    <a:pt x="90" y="51"/>
                    <a:pt x="88" y="56"/>
                    <a:pt x="86" y="62"/>
                  </a:cubicBezTo>
                  <a:cubicBezTo>
                    <a:pt x="85" y="66"/>
                    <a:pt x="82" y="70"/>
                    <a:pt x="79" y="73"/>
                  </a:cubicBezTo>
                  <a:close/>
                  <a:moveTo>
                    <a:pt x="59" y="11"/>
                  </a:moveTo>
                  <a:cubicBezTo>
                    <a:pt x="59" y="11"/>
                    <a:pt x="59" y="11"/>
                    <a:pt x="59" y="11"/>
                  </a:cubicBezTo>
                  <a:cubicBezTo>
                    <a:pt x="55" y="9"/>
                    <a:pt x="50" y="8"/>
                    <a:pt x="45" y="8"/>
                  </a:cubicBezTo>
                  <a:cubicBezTo>
                    <a:pt x="35" y="8"/>
                    <a:pt x="26" y="12"/>
                    <a:pt x="19" y="19"/>
                  </a:cubicBezTo>
                  <a:cubicBezTo>
                    <a:pt x="16" y="22"/>
                    <a:pt x="13" y="26"/>
                    <a:pt x="11" y="31"/>
                  </a:cubicBezTo>
                  <a:cubicBezTo>
                    <a:pt x="10" y="35"/>
                    <a:pt x="9" y="40"/>
                    <a:pt x="9" y="45"/>
                  </a:cubicBezTo>
                  <a:cubicBezTo>
                    <a:pt x="9" y="49"/>
                    <a:pt x="10" y="54"/>
                    <a:pt x="11" y="58"/>
                  </a:cubicBezTo>
                  <a:cubicBezTo>
                    <a:pt x="11" y="58"/>
                    <a:pt x="11" y="58"/>
                    <a:pt x="11" y="58"/>
                  </a:cubicBezTo>
                  <a:cubicBezTo>
                    <a:pt x="13" y="63"/>
                    <a:pt x="16" y="67"/>
                    <a:pt x="19" y="70"/>
                  </a:cubicBezTo>
                  <a:cubicBezTo>
                    <a:pt x="19" y="70"/>
                    <a:pt x="19" y="70"/>
                    <a:pt x="19" y="70"/>
                  </a:cubicBezTo>
                  <a:cubicBezTo>
                    <a:pt x="19" y="70"/>
                    <a:pt x="19" y="70"/>
                    <a:pt x="19" y="70"/>
                  </a:cubicBezTo>
                  <a:cubicBezTo>
                    <a:pt x="23" y="74"/>
                    <a:pt x="27" y="76"/>
                    <a:pt x="31" y="78"/>
                  </a:cubicBezTo>
                  <a:cubicBezTo>
                    <a:pt x="31" y="78"/>
                    <a:pt x="31" y="78"/>
                    <a:pt x="31" y="78"/>
                  </a:cubicBezTo>
                  <a:cubicBezTo>
                    <a:pt x="35" y="80"/>
                    <a:pt x="40" y="81"/>
                    <a:pt x="45" y="81"/>
                  </a:cubicBezTo>
                  <a:cubicBezTo>
                    <a:pt x="50" y="81"/>
                    <a:pt x="55" y="80"/>
                    <a:pt x="59" y="78"/>
                  </a:cubicBezTo>
                  <a:cubicBezTo>
                    <a:pt x="63" y="76"/>
                    <a:pt x="67" y="74"/>
                    <a:pt x="71" y="70"/>
                  </a:cubicBezTo>
                  <a:cubicBezTo>
                    <a:pt x="71" y="70"/>
                    <a:pt x="71" y="70"/>
                    <a:pt x="71" y="70"/>
                  </a:cubicBezTo>
                  <a:cubicBezTo>
                    <a:pt x="71" y="70"/>
                    <a:pt x="71" y="70"/>
                    <a:pt x="71" y="70"/>
                  </a:cubicBezTo>
                  <a:cubicBezTo>
                    <a:pt x="74" y="67"/>
                    <a:pt x="77" y="63"/>
                    <a:pt x="79" y="58"/>
                  </a:cubicBezTo>
                  <a:cubicBezTo>
                    <a:pt x="80" y="54"/>
                    <a:pt x="81" y="49"/>
                    <a:pt x="81" y="45"/>
                  </a:cubicBezTo>
                  <a:cubicBezTo>
                    <a:pt x="81" y="40"/>
                    <a:pt x="81" y="35"/>
                    <a:pt x="79" y="31"/>
                  </a:cubicBezTo>
                  <a:cubicBezTo>
                    <a:pt x="79" y="31"/>
                    <a:pt x="79" y="31"/>
                    <a:pt x="79" y="31"/>
                  </a:cubicBezTo>
                  <a:cubicBezTo>
                    <a:pt x="77" y="26"/>
                    <a:pt x="74" y="22"/>
                    <a:pt x="71" y="19"/>
                  </a:cubicBezTo>
                  <a:cubicBezTo>
                    <a:pt x="71" y="19"/>
                    <a:pt x="71" y="19"/>
                    <a:pt x="71" y="19"/>
                  </a:cubicBezTo>
                  <a:cubicBezTo>
                    <a:pt x="67" y="15"/>
                    <a:pt x="63" y="13"/>
                    <a:pt x="59" y="11"/>
                  </a:cubicBezTo>
                  <a:close/>
                  <a:moveTo>
                    <a:pt x="69" y="45"/>
                  </a:moveTo>
                  <a:cubicBezTo>
                    <a:pt x="69" y="45"/>
                    <a:pt x="69" y="45"/>
                    <a:pt x="69" y="45"/>
                  </a:cubicBezTo>
                  <a:cubicBezTo>
                    <a:pt x="69" y="43"/>
                    <a:pt x="70" y="42"/>
                    <a:pt x="71" y="42"/>
                  </a:cubicBezTo>
                  <a:cubicBezTo>
                    <a:pt x="73" y="42"/>
                    <a:pt x="74" y="43"/>
                    <a:pt x="74" y="45"/>
                  </a:cubicBezTo>
                  <a:cubicBezTo>
                    <a:pt x="74" y="48"/>
                    <a:pt x="73" y="52"/>
                    <a:pt x="72" y="56"/>
                  </a:cubicBezTo>
                  <a:cubicBezTo>
                    <a:pt x="72" y="56"/>
                    <a:pt x="72" y="56"/>
                    <a:pt x="72" y="56"/>
                  </a:cubicBezTo>
                  <a:cubicBezTo>
                    <a:pt x="70" y="59"/>
                    <a:pt x="68" y="62"/>
                    <a:pt x="65" y="65"/>
                  </a:cubicBezTo>
                  <a:cubicBezTo>
                    <a:pt x="63" y="68"/>
                    <a:pt x="59" y="70"/>
                    <a:pt x="56" y="71"/>
                  </a:cubicBezTo>
                  <a:cubicBezTo>
                    <a:pt x="53" y="73"/>
                    <a:pt x="49" y="73"/>
                    <a:pt x="45" y="73"/>
                  </a:cubicBezTo>
                  <a:cubicBezTo>
                    <a:pt x="44" y="73"/>
                    <a:pt x="43" y="72"/>
                    <a:pt x="43" y="71"/>
                  </a:cubicBezTo>
                  <a:cubicBezTo>
                    <a:pt x="43" y="70"/>
                    <a:pt x="44" y="69"/>
                    <a:pt x="45" y="69"/>
                  </a:cubicBezTo>
                  <a:cubicBezTo>
                    <a:pt x="48" y="69"/>
                    <a:pt x="51" y="68"/>
                    <a:pt x="54" y="67"/>
                  </a:cubicBezTo>
                  <a:cubicBezTo>
                    <a:pt x="57" y="65"/>
                    <a:pt x="60" y="64"/>
                    <a:pt x="62" y="61"/>
                  </a:cubicBezTo>
                  <a:cubicBezTo>
                    <a:pt x="64" y="59"/>
                    <a:pt x="66" y="57"/>
                    <a:pt x="67" y="54"/>
                  </a:cubicBezTo>
                  <a:cubicBezTo>
                    <a:pt x="67" y="54"/>
                    <a:pt x="67" y="54"/>
                    <a:pt x="67" y="54"/>
                  </a:cubicBezTo>
                  <a:cubicBezTo>
                    <a:pt x="68" y="51"/>
                    <a:pt x="69" y="48"/>
                    <a:pt x="69" y="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Oval 52">
              <a:extLst>
                <a:ext uri="{FF2B5EF4-FFF2-40B4-BE49-F238E27FC236}">
                  <a16:creationId xmlns:a16="http://schemas.microsoft.com/office/drawing/2014/main" id="{F0C3FE64-40F2-4367-94A1-1E6426178EE8}"/>
                </a:ext>
              </a:extLst>
            </p:cNvPr>
            <p:cNvSpPr>
              <a:spLocks noChangeArrowheads="1"/>
            </p:cNvSpPr>
            <p:nvPr/>
          </p:nvSpPr>
          <p:spPr bwMode="auto">
            <a:xfrm>
              <a:off x="5584128" y="3363044"/>
              <a:ext cx="579437" cy="579438"/>
            </a:xfrm>
            <a:prstGeom prst="ellipse">
              <a:avLst/>
            </a:prstGeom>
            <a:solidFill>
              <a:srgbClr val="A9D25A"/>
            </a:solidFill>
            <a:ln>
              <a:noFill/>
            </a:ln>
          </p:spPr>
          <p:txBody>
            <a:bodyPr/>
            <a:lstStyle/>
            <a:p>
              <a:endParaRPr lang="zh-CN" altLang="en-US">
                <a:solidFill>
                  <a:srgbClr val="7BBFAA"/>
                </a:solidFill>
              </a:endParaRPr>
            </a:p>
          </p:txBody>
        </p:sp>
        <p:sp>
          <p:nvSpPr>
            <p:cNvPr id="56" name="Freeform 29">
              <a:extLst>
                <a:ext uri="{FF2B5EF4-FFF2-40B4-BE49-F238E27FC236}">
                  <a16:creationId xmlns:a16="http://schemas.microsoft.com/office/drawing/2014/main" id="{F726D3E6-1992-4E15-AB04-5A0B15A9068C}"/>
                </a:ext>
              </a:extLst>
            </p:cNvPr>
            <p:cNvSpPr>
              <a:spLocks noEditPoints="1"/>
            </p:cNvSpPr>
            <p:nvPr/>
          </p:nvSpPr>
          <p:spPr bwMode="auto">
            <a:xfrm>
              <a:off x="5774329" y="3514650"/>
              <a:ext cx="195262" cy="276225"/>
            </a:xfrm>
            <a:custGeom>
              <a:avLst/>
              <a:gdLst>
                <a:gd name="T0" fmla="*/ 38 w 102"/>
                <a:gd name="T1" fmla="*/ 124 h 144"/>
                <a:gd name="T2" fmla="*/ 38 w 102"/>
                <a:gd name="T3" fmla="*/ 124 h 144"/>
                <a:gd name="T4" fmla="*/ 65 w 102"/>
                <a:gd name="T5" fmla="*/ 124 h 144"/>
                <a:gd name="T6" fmla="*/ 68 w 102"/>
                <a:gd name="T7" fmla="*/ 127 h 144"/>
                <a:gd name="T8" fmla="*/ 68 w 102"/>
                <a:gd name="T9" fmla="*/ 127 h 144"/>
                <a:gd name="T10" fmla="*/ 68 w 102"/>
                <a:gd name="T11" fmla="*/ 141 h 144"/>
                <a:gd name="T12" fmla="*/ 65 w 102"/>
                <a:gd name="T13" fmla="*/ 144 h 144"/>
                <a:gd name="T14" fmla="*/ 65 w 102"/>
                <a:gd name="T15" fmla="*/ 144 h 144"/>
                <a:gd name="T16" fmla="*/ 38 w 102"/>
                <a:gd name="T17" fmla="*/ 144 h 144"/>
                <a:gd name="T18" fmla="*/ 34 w 102"/>
                <a:gd name="T19" fmla="*/ 141 h 144"/>
                <a:gd name="T20" fmla="*/ 34 w 102"/>
                <a:gd name="T21" fmla="*/ 141 h 144"/>
                <a:gd name="T22" fmla="*/ 34 w 102"/>
                <a:gd name="T23" fmla="*/ 127 h 144"/>
                <a:gd name="T24" fmla="*/ 38 w 102"/>
                <a:gd name="T25" fmla="*/ 124 h 144"/>
                <a:gd name="T26" fmla="*/ 51 w 102"/>
                <a:gd name="T27" fmla="*/ 0 h 144"/>
                <a:gd name="T28" fmla="*/ 51 w 102"/>
                <a:gd name="T29" fmla="*/ 0 h 144"/>
                <a:gd name="T30" fmla="*/ 87 w 102"/>
                <a:gd name="T31" fmla="*/ 15 h 144"/>
                <a:gd name="T32" fmla="*/ 87 w 102"/>
                <a:gd name="T33" fmla="*/ 15 h 144"/>
                <a:gd name="T34" fmla="*/ 87 w 102"/>
                <a:gd name="T35" fmla="*/ 15 h 144"/>
                <a:gd name="T36" fmla="*/ 102 w 102"/>
                <a:gd name="T37" fmla="*/ 51 h 144"/>
                <a:gd name="T38" fmla="*/ 98 w 102"/>
                <a:gd name="T39" fmla="*/ 72 h 144"/>
                <a:gd name="T40" fmla="*/ 86 w 102"/>
                <a:gd name="T41" fmla="*/ 89 h 144"/>
                <a:gd name="T42" fmla="*/ 81 w 102"/>
                <a:gd name="T43" fmla="*/ 94 h 144"/>
                <a:gd name="T44" fmla="*/ 68 w 102"/>
                <a:gd name="T45" fmla="*/ 114 h 144"/>
                <a:gd name="T46" fmla="*/ 62 w 102"/>
                <a:gd name="T47" fmla="*/ 119 h 144"/>
                <a:gd name="T48" fmla="*/ 41 w 102"/>
                <a:gd name="T49" fmla="*/ 119 h 144"/>
                <a:gd name="T50" fmla="*/ 35 w 102"/>
                <a:gd name="T51" fmla="*/ 114 h 144"/>
                <a:gd name="T52" fmla="*/ 22 w 102"/>
                <a:gd name="T53" fmla="*/ 94 h 144"/>
                <a:gd name="T54" fmla="*/ 17 w 102"/>
                <a:gd name="T55" fmla="*/ 89 h 144"/>
                <a:gd name="T56" fmla="*/ 17 w 102"/>
                <a:gd name="T57" fmla="*/ 89 h 144"/>
                <a:gd name="T58" fmla="*/ 5 w 102"/>
                <a:gd name="T59" fmla="*/ 72 h 144"/>
                <a:gd name="T60" fmla="*/ 0 w 102"/>
                <a:gd name="T61" fmla="*/ 51 h 144"/>
                <a:gd name="T62" fmla="*/ 15 w 102"/>
                <a:gd name="T63" fmla="*/ 15 h 144"/>
                <a:gd name="T64" fmla="*/ 16 w 102"/>
                <a:gd name="T65" fmla="*/ 14 h 144"/>
                <a:gd name="T66" fmla="*/ 51 w 102"/>
                <a:gd name="T67" fmla="*/ 0 h 144"/>
                <a:gd name="T68" fmla="*/ 80 w 102"/>
                <a:gd name="T69" fmla="*/ 23 h 144"/>
                <a:gd name="T70" fmla="*/ 80 w 102"/>
                <a:gd name="T71" fmla="*/ 23 h 144"/>
                <a:gd name="T72" fmla="*/ 51 w 102"/>
                <a:gd name="T73" fmla="*/ 11 h 144"/>
                <a:gd name="T74" fmla="*/ 23 w 102"/>
                <a:gd name="T75" fmla="*/ 22 h 144"/>
                <a:gd name="T76" fmla="*/ 23 w 102"/>
                <a:gd name="T77" fmla="*/ 23 h 144"/>
                <a:gd name="T78" fmla="*/ 11 w 102"/>
                <a:gd name="T79" fmla="*/ 51 h 144"/>
                <a:gd name="T80" fmla="*/ 15 w 102"/>
                <a:gd name="T81" fmla="*/ 67 h 144"/>
                <a:gd name="T82" fmla="*/ 24 w 102"/>
                <a:gd name="T83" fmla="*/ 80 h 144"/>
                <a:gd name="T84" fmla="*/ 25 w 102"/>
                <a:gd name="T85" fmla="*/ 81 h 144"/>
                <a:gd name="T86" fmla="*/ 30 w 102"/>
                <a:gd name="T87" fmla="*/ 86 h 144"/>
                <a:gd name="T88" fmla="*/ 45 w 102"/>
                <a:gd name="T89" fmla="*/ 108 h 144"/>
                <a:gd name="T90" fmla="*/ 57 w 102"/>
                <a:gd name="T91" fmla="*/ 108 h 144"/>
                <a:gd name="T92" fmla="*/ 73 w 102"/>
                <a:gd name="T93" fmla="*/ 86 h 144"/>
                <a:gd name="T94" fmla="*/ 78 w 102"/>
                <a:gd name="T95" fmla="*/ 81 h 144"/>
                <a:gd name="T96" fmla="*/ 78 w 102"/>
                <a:gd name="T97" fmla="*/ 80 h 144"/>
                <a:gd name="T98" fmla="*/ 88 w 102"/>
                <a:gd name="T99" fmla="*/ 67 h 144"/>
                <a:gd name="T100" fmla="*/ 91 w 102"/>
                <a:gd name="T101" fmla="*/ 51 h 144"/>
                <a:gd name="T102" fmla="*/ 80 w 102"/>
                <a:gd name="T103" fmla="*/ 23 h 144"/>
                <a:gd name="T104" fmla="*/ 62 w 102"/>
                <a:gd name="T105" fmla="*/ 131 h 144"/>
                <a:gd name="T106" fmla="*/ 62 w 102"/>
                <a:gd name="T107" fmla="*/ 131 h 144"/>
                <a:gd name="T108" fmla="*/ 41 w 102"/>
                <a:gd name="T109" fmla="*/ 131 h 144"/>
                <a:gd name="T110" fmla="*/ 41 w 102"/>
                <a:gd name="T111" fmla="*/ 138 h 144"/>
                <a:gd name="T112" fmla="*/ 62 w 102"/>
                <a:gd name="T113" fmla="*/ 138 h 144"/>
                <a:gd name="T114" fmla="*/ 62 w 102"/>
                <a:gd name="T115" fmla="*/ 131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2" h="144">
                  <a:moveTo>
                    <a:pt x="38" y="124"/>
                  </a:moveTo>
                  <a:cubicBezTo>
                    <a:pt x="38" y="124"/>
                    <a:pt x="38" y="124"/>
                    <a:pt x="38" y="124"/>
                  </a:cubicBezTo>
                  <a:cubicBezTo>
                    <a:pt x="65" y="124"/>
                    <a:pt x="65" y="124"/>
                    <a:pt x="65" y="124"/>
                  </a:cubicBezTo>
                  <a:cubicBezTo>
                    <a:pt x="67" y="124"/>
                    <a:pt x="68" y="125"/>
                    <a:pt x="68" y="127"/>
                  </a:cubicBezTo>
                  <a:cubicBezTo>
                    <a:pt x="68" y="127"/>
                    <a:pt x="68" y="127"/>
                    <a:pt x="68" y="127"/>
                  </a:cubicBezTo>
                  <a:cubicBezTo>
                    <a:pt x="68" y="141"/>
                    <a:pt x="68" y="141"/>
                    <a:pt x="68" y="141"/>
                  </a:cubicBezTo>
                  <a:cubicBezTo>
                    <a:pt x="68" y="143"/>
                    <a:pt x="67" y="144"/>
                    <a:pt x="65" y="144"/>
                  </a:cubicBezTo>
                  <a:cubicBezTo>
                    <a:pt x="65" y="144"/>
                    <a:pt x="65" y="144"/>
                    <a:pt x="65" y="144"/>
                  </a:cubicBezTo>
                  <a:cubicBezTo>
                    <a:pt x="38" y="144"/>
                    <a:pt x="38" y="144"/>
                    <a:pt x="38" y="144"/>
                  </a:cubicBezTo>
                  <a:cubicBezTo>
                    <a:pt x="36" y="144"/>
                    <a:pt x="34" y="143"/>
                    <a:pt x="34" y="141"/>
                  </a:cubicBezTo>
                  <a:cubicBezTo>
                    <a:pt x="34" y="141"/>
                    <a:pt x="34" y="141"/>
                    <a:pt x="34" y="141"/>
                  </a:cubicBezTo>
                  <a:cubicBezTo>
                    <a:pt x="34" y="127"/>
                    <a:pt x="34" y="127"/>
                    <a:pt x="34" y="127"/>
                  </a:cubicBezTo>
                  <a:cubicBezTo>
                    <a:pt x="34" y="125"/>
                    <a:pt x="36" y="124"/>
                    <a:pt x="38" y="124"/>
                  </a:cubicBezTo>
                  <a:close/>
                  <a:moveTo>
                    <a:pt x="51" y="0"/>
                  </a:moveTo>
                  <a:cubicBezTo>
                    <a:pt x="51" y="0"/>
                    <a:pt x="51" y="0"/>
                    <a:pt x="51" y="0"/>
                  </a:cubicBezTo>
                  <a:cubicBezTo>
                    <a:pt x="65" y="0"/>
                    <a:pt x="78" y="5"/>
                    <a:pt x="87" y="15"/>
                  </a:cubicBezTo>
                  <a:cubicBezTo>
                    <a:pt x="87" y="15"/>
                    <a:pt x="87" y="15"/>
                    <a:pt x="87" y="15"/>
                  </a:cubicBezTo>
                  <a:cubicBezTo>
                    <a:pt x="87" y="15"/>
                    <a:pt x="87" y="15"/>
                    <a:pt x="87" y="15"/>
                  </a:cubicBezTo>
                  <a:cubicBezTo>
                    <a:pt x="97" y="24"/>
                    <a:pt x="102" y="37"/>
                    <a:pt x="102" y="51"/>
                  </a:cubicBezTo>
                  <a:cubicBezTo>
                    <a:pt x="102" y="58"/>
                    <a:pt x="101" y="65"/>
                    <a:pt x="98" y="72"/>
                  </a:cubicBezTo>
                  <a:cubicBezTo>
                    <a:pt x="95" y="78"/>
                    <a:pt x="91" y="84"/>
                    <a:pt x="86" y="89"/>
                  </a:cubicBezTo>
                  <a:cubicBezTo>
                    <a:pt x="85" y="90"/>
                    <a:pt x="82" y="92"/>
                    <a:pt x="81" y="94"/>
                  </a:cubicBezTo>
                  <a:cubicBezTo>
                    <a:pt x="73" y="101"/>
                    <a:pt x="69" y="105"/>
                    <a:pt x="68" y="114"/>
                  </a:cubicBezTo>
                  <a:cubicBezTo>
                    <a:pt x="67" y="117"/>
                    <a:pt x="65" y="119"/>
                    <a:pt x="62" y="119"/>
                  </a:cubicBezTo>
                  <a:cubicBezTo>
                    <a:pt x="41" y="119"/>
                    <a:pt x="41" y="119"/>
                    <a:pt x="41" y="119"/>
                  </a:cubicBezTo>
                  <a:cubicBezTo>
                    <a:pt x="38" y="119"/>
                    <a:pt x="35" y="117"/>
                    <a:pt x="35" y="114"/>
                  </a:cubicBezTo>
                  <a:cubicBezTo>
                    <a:pt x="34" y="105"/>
                    <a:pt x="30" y="101"/>
                    <a:pt x="22" y="94"/>
                  </a:cubicBezTo>
                  <a:cubicBezTo>
                    <a:pt x="20" y="92"/>
                    <a:pt x="18" y="90"/>
                    <a:pt x="17" y="89"/>
                  </a:cubicBezTo>
                  <a:cubicBezTo>
                    <a:pt x="17" y="89"/>
                    <a:pt x="17" y="89"/>
                    <a:pt x="17" y="89"/>
                  </a:cubicBezTo>
                  <a:cubicBezTo>
                    <a:pt x="12" y="84"/>
                    <a:pt x="7" y="78"/>
                    <a:pt x="5" y="72"/>
                  </a:cubicBezTo>
                  <a:cubicBezTo>
                    <a:pt x="2" y="65"/>
                    <a:pt x="0" y="58"/>
                    <a:pt x="0" y="51"/>
                  </a:cubicBezTo>
                  <a:cubicBezTo>
                    <a:pt x="0" y="37"/>
                    <a:pt x="6" y="24"/>
                    <a:pt x="15" y="15"/>
                  </a:cubicBezTo>
                  <a:cubicBezTo>
                    <a:pt x="16" y="14"/>
                    <a:pt x="16" y="14"/>
                    <a:pt x="16" y="14"/>
                  </a:cubicBezTo>
                  <a:cubicBezTo>
                    <a:pt x="25" y="5"/>
                    <a:pt x="37" y="0"/>
                    <a:pt x="51" y="0"/>
                  </a:cubicBezTo>
                  <a:close/>
                  <a:moveTo>
                    <a:pt x="80" y="23"/>
                  </a:moveTo>
                  <a:cubicBezTo>
                    <a:pt x="80" y="23"/>
                    <a:pt x="80" y="23"/>
                    <a:pt x="80" y="23"/>
                  </a:cubicBezTo>
                  <a:cubicBezTo>
                    <a:pt x="72" y="15"/>
                    <a:pt x="62" y="11"/>
                    <a:pt x="51" y="11"/>
                  </a:cubicBezTo>
                  <a:cubicBezTo>
                    <a:pt x="40" y="11"/>
                    <a:pt x="31" y="15"/>
                    <a:pt x="23" y="22"/>
                  </a:cubicBezTo>
                  <a:cubicBezTo>
                    <a:pt x="23" y="23"/>
                    <a:pt x="23" y="23"/>
                    <a:pt x="23" y="23"/>
                  </a:cubicBezTo>
                  <a:cubicBezTo>
                    <a:pt x="16" y="30"/>
                    <a:pt x="11" y="40"/>
                    <a:pt x="11" y="51"/>
                  </a:cubicBezTo>
                  <a:cubicBezTo>
                    <a:pt x="11" y="57"/>
                    <a:pt x="13" y="62"/>
                    <a:pt x="15" y="67"/>
                  </a:cubicBezTo>
                  <a:cubicBezTo>
                    <a:pt x="17" y="72"/>
                    <a:pt x="20" y="77"/>
                    <a:pt x="24" y="80"/>
                  </a:cubicBezTo>
                  <a:cubicBezTo>
                    <a:pt x="25" y="81"/>
                    <a:pt x="25" y="81"/>
                    <a:pt x="25" y="81"/>
                  </a:cubicBezTo>
                  <a:cubicBezTo>
                    <a:pt x="27" y="83"/>
                    <a:pt x="29" y="84"/>
                    <a:pt x="30" y="86"/>
                  </a:cubicBezTo>
                  <a:cubicBezTo>
                    <a:pt x="38" y="93"/>
                    <a:pt x="43" y="98"/>
                    <a:pt x="45" y="108"/>
                  </a:cubicBezTo>
                  <a:cubicBezTo>
                    <a:pt x="57" y="108"/>
                    <a:pt x="57" y="108"/>
                    <a:pt x="57" y="108"/>
                  </a:cubicBezTo>
                  <a:cubicBezTo>
                    <a:pt x="60" y="98"/>
                    <a:pt x="65" y="93"/>
                    <a:pt x="73" y="86"/>
                  </a:cubicBezTo>
                  <a:cubicBezTo>
                    <a:pt x="74" y="84"/>
                    <a:pt x="75" y="83"/>
                    <a:pt x="78" y="81"/>
                  </a:cubicBezTo>
                  <a:cubicBezTo>
                    <a:pt x="78" y="80"/>
                    <a:pt x="78" y="80"/>
                    <a:pt x="78" y="80"/>
                  </a:cubicBezTo>
                  <a:cubicBezTo>
                    <a:pt x="82" y="77"/>
                    <a:pt x="85" y="72"/>
                    <a:pt x="88" y="67"/>
                  </a:cubicBezTo>
                  <a:cubicBezTo>
                    <a:pt x="90" y="62"/>
                    <a:pt x="91" y="57"/>
                    <a:pt x="91" y="51"/>
                  </a:cubicBezTo>
                  <a:cubicBezTo>
                    <a:pt x="91" y="40"/>
                    <a:pt x="87" y="30"/>
                    <a:pt x="80" y="23"/>
                  </a:cubicBezTo>
                  <a:close/>
                  <a:moveTo>
                    <a:pt x="62" y="131"/>
                  </a:moveTo>
                  <a:cubicBezTo>
                    <a:pt x="62" y="131"/>
                    <a:pt x="62" y="131"/>
                    <a:pt x="62" y="131"/>
                  </a:cubicBezTo>
                  <a:cubicBezTo>
                    <a:pt x="41" y="131"/>
                    <a:pt x="41" y="131"/>
                    <a:pt x="41" y="131"/>
                  </a:cubicBezTo>
                  <a:cubicBezTo>
                    <a:pt x="41" y="138"/>
                    <a:pt x="41" y="138"/>
                    <a:pt x="41" y="138"/>
                  </a:cubicBezTo>
                  <a:cubicBezTo>
                    <a:pt x="62" y="138"/>
                    <a:pt x="62" y="138"/>
                    <a:pt x="62" y="138"/>
                  </a:cubicBezTo>
                  <a:cubicBezTo>
                    <a:pt x="62" y="131"/>
                    <a:pt x="62" y="131"/>
                    <a:pt x="62" y="1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grpSp>
    </p:spTree>
    <p:extLst>
      <p:ext uri="{BB962C8B-B14F-4D97-AF65-F5344CB8AC3E}">
        <p14:creationId xmlns:p14="http://schemas.microsoft.com/office/powerpoint/2010/main" val="19653651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22" presetClass="entr" presetSubtype="8" fill="hold" nodeType="withEffect">
                                  <p:stCondLst>
                                    <p:cond delay="80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Oval 12">
            <a:extLst>
              <a:ext uri="{FF2B5EF4-FFF2-40B4-BE49-F238E27FC236}">
                <a16:creationId xmlns:a16="http://schemas.microsoft.com/office/drawing/2014/main" id="{D3BE0BD0-6055-4E47-84CD-62E9BD11AEE9}"/>
              </a:ext>
            </a:extLst>
          </p:cNvPr>
          <p:cNvSpPr>
            <a:spLocks noChangeArrowheads="1"/>
          </p:cNvSpPr>
          <p:nvPr/>
        </p:nvSpPr>
        <p:spPr bwMode="auto">
          <a:xfrm>
            <a:off x="485906" y="1016417"/>
            <a:ext cx="3250124" cy="3255275"/>
          </a:xfrm>
          <a:prstGeom prst="ellipse">
            <a:avLst/>
          </a:prstGeom>
          <a:solidFill>
            <a:srgbClr val="98D2E3"/>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25">
            <a:extLst>
              <a:ext uri="{FF2B5EF4-FFF2-40B4-BE49-F238E27FC236}">
                <a16:creationId xmlns:a16="http://schemas.microsoft.com/office/drawing/2014/main" id="{148DA4FC-D3CB-47FD-96EE-059181823627}"/>
              </a:ext>
            </a:extLst>
          </p:cNvPr>
          <p:cNvSpPr>
            <a:spLocks/>
          </p:cNvSpPr>
          <p:nvPr/>
        </p:nvSpPr>
        <p:spPr bwMode="auto">
          <a:xfrm>
            <a:off x="5875228" y="414164"/>
            <a:ext cx="655638" cy="1797297"/>
          </a:xfrm>
          <a:custGeom>
            <a:avLst/>
            <a:gdLst>
              <a:gd name="T0" fmla="*/ 0 w 215"/>
              <a:gd name="T1" fmla="*/ 0 h 478"/>
              <a:gd name="T2" fmla="*/ 0 w 215"/>
              <a:gd name="T3" fmla="*/ 371 h 478"/>
              <a:gd name="T4" fmla="*/ 108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8" y="478"/>
                </a:cubicBezTo>
                <a:cubicBezTo>
                  <a:pt x="167" y="478"/>
                  <a:pt x="215" y="430"/>
                  <a:pt x="215" y="371"/>
                </a:cubicBezTo>
                <a:cubicBezTo>
                  <a:pt x="215" y="0"/>
                  <a:pt x="215" y="0"/>
                  <a:pt x="215" y="0"/>
                </a:cubicBezTo>
                <a:lnTo>
                  <a:pt x="0" y="0"/>
                </a:lnTo>
                <a:close/>
              </a:path>
            </a:pathLst>
          </a:custGeom>
          <a:solidFill>
            <a:srgbClr val="EA5514"/>
          </a:solidFill>
          <a:ln>
            <a:noFill/>
          </a:ln>
        </p:spPr>
        <p:txBody>
          <a:bodyPr/>
          <a:lstStyle/>
          <a:p>
            <a:endParaRPr lang="zh-CN" altLang="en-US"/>
          </a:p>
        </p:txBody>
      </p:sp>
      <p:sp>
        <p:nvSpPr>
          <p:cNvPr id="11" name="Freeform 21">
            <a:extLst>
              <a:ext uri="{FF2B5EF4-FFF2-40B4-BE49-F238E27FC236}">
                <a16:creationId xmlns:a16="http://schemas.microsoft.com/office/drawing/2014/main" id="{D9BBEDB1-909F-4F2A-A436-7EBD3D330EE2}"/>
              </a:ext>
            </a:extLst>
          </p:cNvPr>
          <p:cNvSpPr>
            <a:spLocks/>
          </p:cNvSpPr>
          <p:nvPr/>
        </p:nvSpPr>
        <p:spPr bwMode="auto">
          <a:xfrm>
            <a:off x="4427983" y="428041"/>
            <a:ext cx="655638" cy="1945347"/>
          </a:xfrm>
          <a:custGeom>
            <a:avLst/>
            <a:gdLst>
              <a:gd name="T0" fmla="*/ 0 w 215"/>
              <a:gd name="T1" fmla="*/ 0 h 478"/>
              <a:gd name="T2" fmla="*/ 0 w 215"/>
              <a:gd name="T3" fmla="*/ 371 h 478"/>
              <a:gd name="T4" fmla="*/ 107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7" y="478"/>
                </a:cubicBezTo>
                <a:cubicBezTo>
                  <a:pt x="167" y="478"/>
                  <a:pt x="215" y="430"/>
                  <a:pt x="215" y="371"/>
                </a:cubicBezTo>
                <a:cubicBezTo>
                  <a:pt x="215" y="0"/>
                  <a:pt x="215" y="0"/>
                  <a:pt x="215" y="0"/>
                </a:cubicBezTo>
                <a:lnTo>
                  <a:pt x="0" y="0"/>
                </a:lnTo>
                <a:close/>
              </a:path>
            </a:pathLst>
          </a:custGeom>
          <a:solidFill>
            <a:srgbClr val="98D2E3"/>
          </a:solidFill>
          <a:ln>
            <a:noFill/>
          </a:ln>
        </p:spPr>
        <p:txBody>
          <a:bodyPr/>
          <a:lstStyle/>
          <a:p>
            <a:endParaRPr lang="zh-CN" altLang="en-US"/>
          </a:p>
        </p:txBody>
      </p:sp>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03</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项目介绍</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矩形 80">
            <a:extLst>
              <a:ext uri="{FF2B5EF4-FFF2-40B4-BE49-F238E27FC236}">
                <a16:creationId xmlns:a16="http://schemas.microsoft.com/office/drawing/2014/main" id="{0A3C572F-FC37-4041-96A2-65EC8A711456}"/>
              </a:ext>
            </a:extLst>
          </p:cNvPr>
          <p:cNvSpPr>
            <a:spLocks noChangeArrowheads="1"/>
          </p:cNvSpPr>
          <p:nvPr/>
        </p:nvSpPr>
        <p:spPr bwMode="auto">
          <a:xfrm>
            <a:off x="605601" y="1799877"/>
            <a:ext cx="3071179" cy="1458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a:lnSpc>
                <a:spcPct val="200000"/>
              </a:lnSpc>
            </a:pPr>
            <a:r>
              <a:rPr lang="zh-CN" altLang="en-US" b="1" dirty="0">
                <a:solidFill>
                  <a:schemeClr val="bg1"/>
                </a:solidFill>
                <a:latin typeface="微软雅黑" panose="020B0503020204020204" pitchFamily="34" charset="-122"/>
                <a:ea typeface="微软雅黑" panose="020B0503020204020204" pitchFamily="34" charset="-122"/>
              </a:rPr>
              <a:t>除此之外，还有许多附属功能在首页展示。</a:t>
            </a:r>
          </a:p>
        </p:txBody>
      </p:sp>
      <p:sp>
        <p:nvSpPr>
          <p:cNvPr id="19" name="Freeform 21">
            <a:extLst>
              <a:ext uri="{FF2B5EF4-FFF2-40B4-BE49-F238E27FC236}">
                <a16:creationId xmlns:a16="http://schemas.microsoft.com/office/drawing/2014/main" id="{603FE3F7-03B8-4A85-8C5D-08BAC7628CCC}"/>
              </a:ext>
            </a:extLst>
          </p:cNvPr>
          <p:cNvSpPr>
            <a:spLocks/>
          </p:cNvSpPr>
          <p:nvPr/>
        </p:nvSpPr>
        <p:spPr bwMode="auto">
          <a:xfrm>
            <a:off x="4427984" y="1778868"/>
            <a:ext cx="655638" cy="1455737"/>
          </a:xfrm>
          <a:custGeom>
            <a:avLst/>
            <a:gdLst>
              <a:gd name="T0" fmla="*/ 0 w 215"/>
              <a:gd name="T1" fmla="*/ 0 h 478"/>
              <a:gd name="T2" fmla="*/ 0 w 215"/>
              <a:gd name="T3" fmla="*/ 371 h 478"/>
              <a:gd name="T4" fmla="*/ 107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7" y="478"/>
                </a:cubicBezTo>
                <a:cubicBezTo>
                  <a:pt x="167" y="478"/>
                  <a:pt x="215" y="430"/>
                  <a:pt x="215" y="371"/>
                </a:cubicBezTo>
                <a:cubicBezTo>
                  <a:pt x="215" y="0"/>
                  <a:pt x="215" y="0"/>
                  <a:pt x="215" y="0"/>
                </a:cubicBezTo>
                <a:lnTo>
                  <a:pt x="0" y="0"/>
                </a:lnTo>
                <a:close/>
              </a:path>
            </a:pathLst>
          </a:custGeom>
          <a:solidFill>
            <a:srgbClr val="98D2E3"/>
          </a:solidFill>
          <a:ln>
            <a:noFill/>
          </a:ln>
        </p:spPr>
        <p:txBody>
          <a:bodyPr/>
          <a:lstStyle/>
          <a:p>
            <a:endParaRPr lang="zh-CN" altLang="en-US"/>
          </a:p>
        </p:txBody>
      </p:sp>
      <p:sp>
        <p:nvSpPr>
          <p:cNvPr id="20" name="Oval 22">
            <a:extLst>
              <a:ext uri="{FF2B5EF4-FFF2-40B4-BE49-F238E27FC236}">
                <a16:creationId xmlns:a16="http://schemas.microsoft.com/office/drawing/2014/main" id="{D2F30465-AA20-4978-83E0-7457F59FADC3}"/>
              </a:ext>
            </a:extLst>
          </p:cNvPr>
          <p:cNvSpPr>
            <a:spLocks noChangeArrowheads="1"/>
          </p:cNvSpPr>
          <p:nvPr/>
        </p:nvSpPr>
        <p:spPr bwMode="auto">
          <a:xfrm>
            <a:off x="4488309" y="2644055"/>
            <a:ext cx="534988" cy="5302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3">
            <a:extLst>
              <a:ext uri="{FF2B5EF4-FFF2-40B4-BE49-F238E27FC236}">
                <a16:creationId xmlns:a16="http://schemas.microsoft.com/office/drawing/2014/main" id="{8A92CCCD-3E5E-49C2-A3EE-DE7107A1682E}"/>
              </a:ext>
            </a:extLst>
          </p:cNvPr>
          <p:cNvSpPr>
            <a:spLocks/>
          </p:cNvSpPr>
          <p:nvPr/>
        </p:nvSpPr>
        <p:spPr bwMode="auto">
          <a:xfrm>
            <a:off x="6604447" y="2580555"/>
            <a:ext cx="655637" cy="1458913"/>
          </a:xfrm>
          <a:custGeom>
            <a:avLst/>
            <a:gdLst>
              <a:gd name="T0" fmla="*/ 215 w 215"/>
              <a:gd name="T1" fmla="*/ 479 h 479"/>
              <a:gd name="T2" fmla="*/ 215 w 215"/>
              <a:gd name="T3" fmla="*/ 108 h 479"/>
              <a:gd name="T4" fmla="*/ 108 w 215"/>
              <a:gd name="T5" fmla="*/ 0 h 479"/>
              <a:gd name="T6" fmla="*/ 0 w 215"/>
              <a:gd name="T7" fmla="*/ 108 h 479"/>
              <a:gd name="T8" fmla="*/ 0 w 215"/>
              <a:gd name="T9" fmla="*/ 479 h 479"/>
              <a:gd name="T10" fmla="*/ 215 w 215"/>
              <a:gd name="T11" fmla="*/ 479 h 479"/>
            </a:gdLst>
            <a:ahLst/>
            <a:cxnLst>
              <a:cxn ang="0">
                <a:pos x="T0" y="T1"/>
              </a:cxn>
              <a:cxn ang="0">
                <a:pos x="T2" y="T3"/>
              </a:cxn>
              <a:cxn ang="0">
                <a:pos x="T4" y="T5"/>
              </a:cxn>
              <a:cxn ang="0">
                <a:pos x="T6" y="T7"/>
              </a:cxn>
              <a:cxn ang="0">
                <a:pos x="T8" y="T9"/>
              </a:cxn>
              <a:cxn ang="0">
                <a:pos x="T10" y="T11"/>
              </a:cxn>
            </a:cxnLst>
            <a:rect l="0" t="0" r="r" b="b"/>
            <a:pathLst>
              <a:path w="215" h="479">
                <a:moveTo>
                  <a:pt x="215" y="479"/>
                </a:moveTo>
                <a:cubicBezTo>
                  <a:pt x="215" y="108"/>
                  <a:pt x="215" y="108"/>
                  <a:pt x="215" y="108"/>
                </a:cubicBezTo>
                <a:cubicBezTo>
                  <a:pt x="215" y="49"/>
                  <a:pt x="167" y="0"/>
                  <a:pt x="108" y="0"/>
                </a:cubicBezTo>
                <a:cubicBezTo>
                  <a:pt x="48" y="0"/>
                  <a:pt x="0" y="49"/>
                  <a:pt x="0" y="108"/>
                </a:cubicBezTo>
                <a:cubicBezTo>
                  <a:pt x="0" y="479"/>
                  <a:pt x="0" y="479"/>
                  <a:pt x="0" y="479"/>
                </a:cubicBezTo>
                <a:lnTo>
                  <a:pt x="215" y="479"/>
                </a:lnTo>
                <a:close/>
              </a:path>
            </a:pathLst>
          </a:custGeom>
          <a:solidFill>
            <a:srgbClr val="FBE22D"/>
          </a:solidFill>
          <a:ln>
            <a:noFill/>
          </a:ln>
        </p:spPr>
        <p:txBody>
          <a:bodyPr/>
          <a:lstStyle/>
          <a:p>
            <a:endParaRPr lang="zh-CN" altLang="en-US"/>
          </a:p>
        </p:txBody>
      </p:sp>
      <p:sp>
        <p:nvSpPr>
          <p:cNvPr id="22" name="Oval 24">
            <a:extLst>
              <a:ext uri="{FF2B5EF4-FFF2-40B4-BE49-F238E27FC236}">
                <a16:creationId xmlns:a16="http://schemas.microsoft.com/office/drawing/2014/main" id="{C39ED911-028E-4705-9DA2-B64B8D47833A}"/>
              </a:ext>
            </a:extLst>
          </p:cNvPr>
          <p:cNvSpPr>
            <a:spLocks noChangeArrowheads="1"/>
          </p:cNvSpPr>
          <p:nvPr/>
        </p:nvSpPr>
        <p:spPr bwMode="auto">
          <a:xfrm>
            <a:off x="6666359" y="2644055"/>
            <a:ext cx="533400" cy="5302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5">
            <a:extLst>
              <a:ext uri="{FF2B5EF4-FFF2-40B4-BE49-F238E27FC236}">
                <a16:creationId xmlns:a16="http://schemas.microsoft.com/office/drawing/2014/main" id="{B868B86B-6A2D-46E7-ACD7-4CF4F5956816}"/>
              </a:ext>
            </a:extLst>
          </p:cNvPr>
          <p:cNvSpPr>
            <a:spLocks/>
          </p:cNvSpPr>
          <p:nvPr/>
        </p:nvSpPr>
        <p:spPr bwMode="auto">
          <a:xfrm>
            <a:off x="5878959" y="1778868"/>
            <a:ext cx="655638" cy="1455737"/>
          </a:xfrm>
          <a:custGeom>
            <a:avLst/>
            <a:gdLst>
              <a:gd name="T0" fmla="*/ 0 w 215"/>
              <a:gd name="T1" fmla="*/ 0 h 478"/>
              <a:gd name="T2" fmla="*/ 0 w 215"/>
              <a:gd name="T3" fmla="*/ 371 h 478"/>
              <a:gd name="T4" fmla="*/ 108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8" y="478"/>
                </a:cubicBezTo>
                <a:cubicBezTo>
                  <a:pt x="167" y="478"/>
                  <a:pt x="215" y="430"/>
                  <a:pt x="215" y="371"/>
                </a:cubicBezTo>
                <a:cubicBezTo>
                  <a:pt x="215" y="0"/>
                  <a:pt x="215" y="0"/>
                  <a:pt x="215" y="0"/>
                </a:cubicBezTo>
                <a:lnTo>
                  <a:pt x="0" y="0"/>
                </a:lnTo>
                <a:close/>
              </a:path>
            </a:pathLst>
          </a:custGeom>
          <a:solidFill>
            <a:srgbClr val="EA5514"/>
          </a:solidFill>
          <a:ln>
            <a:noFill/>
          </a:ln>
        </p:spPr>
        <p:txBody>
          <a:bodyPr/>
          <a:lstStyle/>
          <a:p>
            <a:endParaRPr lang="zh-CN" altLang="en-US"/>
          </a:p>
        </p:txBody>
      </p:sp>
      <p:sp>
        <p:nvSpPr>
          <p:cNvPr id="24" name="Oval 26">
            <a:extLst>
              <a:ext uri="{FF2B5EF4-FFF2-40B4-BE49-F238E27FC236}">
                <a16:creationId xmlns:a16="http://schemas.microsoft.com/office/drawing/2014/main" id="{F0943733-1860-473F-8862-49FAB3A6A430}"/>
              </a:ext>
            </a:extLst>
          </p:cNvPr>
          <p:cNvSpPr>
            <a:spLocks noChangeArrowheads="1"/>
          </p:cNvSpPr>
          <p:nvPr/>
        </p:nvSpPr>
        <p:spPr bwMode="auto">
          <a:xfrm>
            <a:off x="5940872" y="2644055"/>
            <a:ext cx="533400" cy="5302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27">
            <a:extLst>
              <a:ext uri="{FF2B5EF4-FFF2-40B4-BE49-F238E27FC236}">
                <a16:creationId xmlns:a16="http://schemas.microsoft.com/office/drawing/2014/main" id="{C7864989-C9CE-4802-B96F-D5FB825BA6B6}"/>
              </a:ext>
            </a:extLst>
          </p:cNvPr>
          <p:cNvSpPr>
            <a:spLocks/>
          </p:cNvSpPr>
          <p:nvPr/>
        </p:nvSpPr>
        <p:spPr bwMode="auto">
          <a:xfrm>
            <a:off x="5153472" y="2580555"/>
            <a:ext cx="655637" cy="1458913"/>
          </a:xfrm>
          <a:custGeom>
            <a:avLst/>
            <a:gdLst>
              <a:gd name="T0" fmla="*/ 215 w 215"/>
              <a:gd name="T1" fmla="*/ 479 h 479"/>
              <a:gd name="T2" fmla="*/ 215 w 215"/>
              <a:gd name="T3" fmla="*/ 108 h 479"/>
              <a:gd name="T4" fmla="*/ 108 w 215"/>
              <a:gd name="T5" fmla="*/ 0 h 479"/>
              <a:gd name="T6" fmla="*/ 0 w 215"/>
              <a:gd name="T7" fmla="*/ 108 h 479"/>
              <a:gd name="T8" fmla="*/ 0 w 215"/>
              <a:gd name="T9" fmla="*/ 479 h 479"/>
              <a:gd name="T10" fmla="*/ 215 w 215"/>
              <a:gd name="T11" fmla="*/ 479 h 479"/>
            </a:gdLst>
            <a:ahLst/>
            <a:cxnLst>
              <a:cxn ang="0">
                <a:pos x="T0" y="T1"/>
              </a:cxn>
              <a:cxn ang="0">
                <a:pos x="T2" y="T3"/>
              </a:cxn>
              <a:cxn ang="0">
                <a:pos x="T4" y="T5"/>
              </a:cxn>
              <a:cxn ang="0">
                <a:pos x="T6" y="T7"/>
              </a:cxn>
              <a:cxn ang="0">
                <a:pos x="T8" y="T9"/>
              </a:cxn>
              <a:cxn ang="0">
                <a:pos x="T10" y="T11"/>
              </a:cxn>
            </a:cxnLst>
            <a:rect l="0" t="0" r="r" b="b"/>
            <a:pathLst>
              <a:path w="215" h="479">
                <a:moveTo>
                  <a:pt x="215" y="479"/>
                </a:moveTo>
                <a:cubicBezTo>
                  <a:pt x="215" y="108"/>
                  <a:pt x="215" y="108"/>
                  <a:pt x="215" y="108"/>
                </a:cubicBezTo>
                <a:cubicBezTo>
                  <a:pt x="215" y="49"/>
                  <a:pt x="167" y="0"/>
                  <a:pt x="108" y="0"/>
                </a:cubicBezTo>
                <a:cubicBezTo>
                  <a:pt x="48" y="0"/>
                  <a:pt x="0" y="49"/>
                  <a:pt x="0" y="108"/>
                </a:cubicBezTo>
                <a:cubicBezTo>
                  <a:pt x="0" y="479"/>
                  <a:pt x="0" y="479"/>
                  <a:pt x="0" y="479"/>
                </a:cubicBezTo>
                <a:lnTo>
                  <a:pt x="215" y="479"/>
                </a:lnTo>
                <a:close/>
              </a:path>
            </a:pathLst>
          </a:custGeom>
          <a:solidFill>
            <a:srgbClr val="A9D25A"/>
          </a:solidFill>
          <a:ln>
            <a:noFill/>
          </a:ln>
        </p:spPr>
        <p:txBody>
          <a:bodyPr/>
          <a:lstStyle/>
          <a:p>
            <a:endParaRPr lang="zh-CN" altLang="en-US"/>
          </a:p>
        </p:txBody>
      </p:sp>
      <p:sp>
        <p:nvSpPr>
          <p:cNvPr id="26" name="Oval 28">
            <a:extLst>
              <a:ext uri="{FF2B5EF4-FFF2-40B4-BE49-F238E27FC236}">
                <a16:creationId xmlns:a16="http://schemas.microsoft.com/office/drawing/2014/main" id="{7E943A38-FEAD-4C68-B086-A568698CBF43}"/>
              </a:ext>
            </a:extLst>
          </p:cNvPr>
          <p:cNvSpPr>
            <a:spLocks noChangeArrowheads="1"/>
          </p:cNvSpPr>
          <p:nvPr/>
        </p:nvSpPr>
        <p:spPr bwMode="auto">
          <a:xfrm>
            <a:off x="5215384" y="2644055"/>
            <a:ext cx="533400" cy="5302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29">
            <a:extLst>
              <a:ext uri="{FF2B5EF4-FFF2-40B4-BE49-F238E27FC236}">
                <a16:creationId xmlns:a16="http://schemas.microsoft.com/office/drawing/2014/main" id="{C893DE09-4B50-4A9C-83BF-8591199DCC3D}"/>
              </a:ext>
            </a:extLst>
          </p:cNvPr>
          <p:cNvSpPr>
            <a:spLocks/>
          </p:cNvSpPr>
          <p:nvPr/>
        </p:nvSpPr>
        <p:spPr bwMode="auto">
          <a:xfrm>
            <a:off x="7329934" y="1778868"/>
            <a:ext cx="655638" cy="1455737"/>
          </a:xfrm>
          <a:custGeom>
            <a:avLst/>
            <a:gdLst>
              <a:gd name="T0" fmla="*/ 0 w 215"/>
              <a:gd name="T1" fmla="*/ 0 h 478"/>
              <a:gd name="T2" fmla="*/ 0 w 215"/>
              <a:gd name="T3" fmla="*/ 371 h 478"/>
              <a:gd name="T4" fmla="*/ 108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8" y="478"/>
                </a:cubicBezTo>
                <a:cubicBezTo>
                  <a:pt x="167" y="478"/>
                  <a:pt x="215" y="430"/>
                  <a:pt x="215" y="371"/>
                </a:cubicBezTo>
                <a:cubicBezTo>
                  <a:pt x="215" y="0"/>
                  <a:pt x="215" y="0"/>
                  <a:pt x="215" y="0"/>
                </a:cubicBezTo>
                <a:lnTo>
                  <a:pt x="0" y="0"/>
                </a:lnTo>
                <a:close/>
              </a:path>
            </a:pathLst>
          </a:custGeom>
          <a:solidFill>
            <a:srgbClr val="7BBFAA"/>
          </a:solidFill>
          <a:ln>
            <a:noFill/>
          </a:ln>
        </p:spPr>
        <p:txBody>
          <a:bodyPr/>
          <a:lstStyle/>
          <a:p>
            <a:endParaRPr lang="zh-CN" altLang="en-US"/>
          </a:p>
        </p:txBody>
      </p:sp>
      <p:sp>
        <p:nvSpPr>
          <p:cNvPr id="28" name="Oval 30">
            <a:extLst>
              <a:ext uri="{FF2B5EF4-FFF2-40B4-BE49-F238E27FC236}">
                <a16:creationId xmlns:a16="http://schemas.microsoft.com/office/drawing/2014/main" id="{0D1639F1-43E8-4788-9890-0718DF09492C}"/>
              </a:ext>
            </a:extLst>
          </p:cNvPr>
          <p:cNvSpPr>
            <a:spLocks noChangeArrowheads="1"/>
          </p:cNvSpPr>
          <p:nvPr/>
        </p:nvSpPr>
        <p:spPr bwMode="auto">
          <a:xfrm>
            <a:off x="7391847" y="2644055"/>
            <a:ext cx="533400" cy="53022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32">
            <a:extLst>
              <a:ext uri="{FF2B5EF4-FFF2-40B4-BE49-F238E27FC236}">
                <a16:creationId xmlns:a16="http://schemas.microsoft.com/office/drawing/2014/main" id="{DB26DD7A-FF8D-4C38-B326-005BD57B6916}"/>
              </a:ext>
            </a:extLst>
          </p:cNvPr>
          <p:cNvSpPr>
            <a:spLocks noEditPoints="1"/>
          </p:cNvSpPr>
          <p:nvPr/>
        </p:nvSpPr>
        <p:spPr bwMode="auto">
          <a:xfrm>
            <a:off x="4639121" y="2809155"/>
            <a:ext cx="233363" cy="219075"/>
          </a:xfrm>
          <a:custGeom>
            <a:avLst/>
            <a:gdLst>
              <a:gd name="T0" fmla="*/ 38 w 77"/>
              <a:gd name="T1" fmla="*/ 18 h 72"/>
              <a:gd name="T2" fmla="*/ 39 w 77"/>
              <a:gd name="T3" fmla="*/ 41 h 72"/>
              <a:gd name="T4" fmla="*/ 41 w 77"/>
              <a:gd name="T5" fmla="*/ 13 h 72"/>
              <a:gd name="T6" fmla="*/ 38 w 77"/>
              <a:gd name="T7" fmla="*/ 12 h 72"/>
              <a:gd name="T8" fmla="*/ 32 w 77"/>
              <a:gd name="T9" fmla="*/ 22 h 72"/>
              <a:gd name="T10" fmla="*/ 74 w 77"/>
              <a:gd name="T11" fmla="*/ 9 h 72"/>
              <a:gd name="T12" fmla="*/ 66 w 77"/>
              <a:gd name="T13" fmla="*/ 9 h 72"/>
              <a:gd name="T14" fmla="*/ 63 w 77"/>
              <a:gd name="T15" fmla="*/ 0 h 72"/>
              <a:gd name="T16" fmla="*/ 11 w 77"/>
              <a:gd name="T17" fmla="*/ 3 h 72"/>
              <a:gd name="T18" fmla="*/ 3 w 77"/>
              <a:gd name="T19" fmla="*/ 9 h 72"/>
              <a:gd name="T20" fmla="*/ 0 w 77"/>
              <a:gd name="T21" fmla="*/ 29 h 72"/>
              <a:gd name="T22" fmla="*/ 5 w 77"/>
              <a:gd name="T23" fmla="*/ 41 h 72"/>
              <a:gd name="T24" fmla="*/ 36 w 77"/>
              <a:gd name="T25" fmla="*/ 59 h 72"/>
              <a:gd name="T26" fmla="*/ 23 w 77"/>
              <a:gd name="T27" fmla="*/ 66 h 72"/>
              <a:gd name="T28" fmla="*/ 23 w 77"/>
              <a:gd name="T29" fmla="*/ 72 h 72"/>
              <a:gd name="T30" fmla="*/ 57 w 77"/>
              <a:gd name="T31" fmla="*/ 69 h 72"/>
              <a:gd name="T32" fmla="*/ 41 w 77"/>
              <a:gd name="T33" fmla="*/ 66 h 72"/>
              <a:gd name="T34" fmla="*/ 62 w 77"/>
              <a:gd name="T35" fmla="*/ 46 h 72"/>
              <a:gd name="T36" fmla="*/ 72 w 77"/>
              <a:gd name="T37" fmla="*/ 41 h 72"/>
              <a:gd name="T38" fmla="*/ 77 w 77"/>
              <a:gd name="T39" fmla="*/ 12 h 72"/>
              <a:gd name="T40" fmla="*/ 9 w 77"/>
              <a:gd name="T41" fmla="*/ 37 h 72"/>
              <a:gd name="T42" fmla="*/ 9 w 77"/>
              <a:gd name="T43" fmla="*/ 37 h 72"/>
              <a:gd name="T44" fmla="*/ 6 w 77"/>
              <a:gd name="T45" fmla="*/ 15 h 72"/>
              <a:gd name="T46" fmla="*/ 11 w 77"/>
              <a:gd name="T47" fmla="*/ 32 h 72"/>
              <a:gd name="T48" fmla="*/ 9 w 77"/>
              <a:gd name="T49" fmla="*/ 37 h 72"/>
              <a:gd name="T50" fmla="*/ 60 w 77"/>
              <a:gd name="T51" fmla="*/ 31 h 72"/>
              <a:gd name="T52" fmla="*/ 58 w 77"/>
              <a:gd name="T53" fmla="*/ 41 h 72"/>
              <a:gd name="T54" fmla="*/ 38 w 77"/>
              <a:gd name="T55" fmla="*/ 53 h 72"/>
              <a:gd name="T56" fmla="*/ 19 w 77"/>
              <a:gd name="T57" fmla="*/ 41 h 72"/>
              <a:gd name="T58" fmla="*/ 17 w 77"/>
              <a:gd name="T59" fmla="*/ 6 h 72"/>
              <a:gd name="T60" fmla="*/ 60 w 77"/>
              <a:gd name="T61" fmla="*/ 31 h 72"/>
              <a:gd name="T62" fmla="*/ 71 w 77"/>
              <a:gd name="T63" fmla="*/ 29 h 72"/>
              <a:gd name="T64" fmla="*/ 68 w 77"/>
              <a:gd name="T65" fmla="*/ 37 h 72"/>
              <a:gd name="T66" fmla="*/ 66 w 77"/>
              <a:gd name="T67" fmla="*/ 32 h 72"/>
              <a:gd name="T68" fmla="*/ 66 w 77"/>
              <a:gd name="T69" fmla="*/ 31 h 72"/>
              <a:gd name="T70" fmla="*/ 71 w 77"/>
              <a:gd name="T71" fmla="*/ 15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7" h="72">
                <a:moveTo>
                  <a:pt x="35" y="22"/>
                </a:moveTo>
                <a:cubicBezTo>
                  <a:pt x="38" y="18"/>
                  <a:pt x="38" y="18"/>
                  <a:pt x="38" y="18"/>
                </a:cubicBezTo>
                <a:cubicBezTo>
                  <a:pt x="38" y="40"/>
                  <a:pt x="38" y="40"/>
                  <a:pt x="38" y="40"/>
                </a:cubicBezTo>
                <a:cubicBezTo>
                  <a:pt x="38" y="41"/>
                  <a:pt x="38" y="41"/>
                  <a:pt x="39" y="41"/>
                </a:cubicBezTo>
                <a:cubicBezTo>
                  <a:pt x="40" y="41"/>
                  <a:pt x="41" y="41"/>
                  <a:pt x="41" y="40"/>
                </a:cubicBezTo>
                <a:cubicBezTo>
                  <a:pt x="41" y="13"/>
                  <a:pt x="41" y="13"/>
                  <a:pt x="41" y="13"/>
                </a:cubicBezTo>
                <a:cubicBezTo>
                  <a:pt x="41" y="12"/>
                  <a:pt x="40" y="11"/>
                  <a:pt x="39" y="11"/>
                </a:cubicBezTo>
                <a:cubicBezTo>
                  <a:pt x="39" y="11"/>
                  <a:pt x="38" y="12"/>
                  <a:pt x="38" y="12"/>
                </a:cubicBezTo>
                <a:cubicBezTo>
                  <a:pt x="32" y="19"/>
                  <a:pt x="32" y="19"/>
                  <a:pt x="32" y="19"/>
                </a:cubicBezTo>
                <a:cubicBezTo>
                  <a:pt x="32" y="20"/>
                  <a:pt x="32" y="21"/>
                  <a:pt x="32" y="22"/>
                </a:cubicBezTo>
                <a:cubicBezTo>
                  <a:pt x="33" y="23"/>
                  <a:pt x="34" y="22"/>
                  <a:pt x="35" y="22"/>
                </a:cubicBezTo>
                <a:close/>
                <a:moveTo>
                  <a:pt x="74" y="9"/>
                </a:moveTo>
                <a:cubicBezTo>
                  <a:pt x="74" y="9"/>
                  <a:pt x="74" y="9"/>
                  <a:pt x="74" y="9"/>
                </a:cubicBezTo>
                <a:cubicBezTo>
                  <a:pt x="66" y="9"/>
                  <a:pt x="66" y="9"/>
                  <a:pt x="66" y="9"/>
                </a:cubicBezTo>
                <a:cubicBezTo>
                  <a:pt x="66" y="3"/>
                  <a:pt x="66" y="3"/>
                  <a:pt x="66" y="3"/>
                </a:cubicBezTo>
                <a:cubicBezTo>
                  <a:pt x="66" y="1"/>
                  <a:pt x="65" y="0"/>
                  <a:pt x="63" y="0"/>
                </a:cubicBezTo>
                <a:cubicBezTo>
                  <a:pt x="14" y="0"/>
                  <a:pt x="14" y="0"/>
                  <a:pt x="14" y="0"/>
                </a:cubicBezTo>
                <a:cubicBezTo>
                  <a:pt x="12" y="0"/>
                  <a:pt x="11" y="1"/>
                  <a:pt x="11" y="3"/>
                </a:cubicBezTo>
                <a:cubicBezTo>
                  <a:pt x="11" y="9"/>
                  <a:pt x="11" y="9"/>
                  <a:pt x="11" y="9"/>
                </a:cubicBezTo>
                <a:cubicBezTo>
                  <a:pt x="3" y="9"/>
                  <a:pt x="3" y="9"/>
                  <a:pt x="3" y="9"/>
                </a:cubicBezTo>
                <a:cubicBezTo>
                  <a:pt x="1" y="9"/>
                  <a:pt x="0" y="11"/>
                  <a:pt x="0" y="12"/>
                </a:cubicBezTo>
                <a:cubicBezTo>
                  <a:pt x="0" y="29"/>
                  <a:pt x="0" y="29"/>
                  <a:pt x="0" y="29"/>
                </a:cubicBezTo>
                <a:cubicBezTo>
                  <a:pt x="0" y="33"/>
                  <a:pt x="2" y="38"/>
                  <a:pt x="5" y="41"/>
                </a:cubicBezTo>
                <a:cubicBezTo>
                  <a:pt x="5" y="41"/>
                  <a:pt x="5" y="41"/>
                  <a:pt x="5" y="41"/>
                </a:cubicBezTo>
                <a:cubicBezTo>
                  <a:pt x="8" y="44"/>
                  <a:pt x="11" y="46"/>
                  <a:pt x="15" y="46"/>
                </a:cubicBezTo>
                <a:cubicBezTo>
                  <a:pt x="20" y="53"/>
                  <a:pt x="27" y="58"/>
                  <a:pt x="36" y="59"/>
                </a:cubicBezTo>
                <a:cubicBezTo>
                  <a:pt x="36" y="66"/>
                  <a:pt x="36" y="66"/>
                  <a:pt x="36" y="66"/>
                </a:cubicBezTo>
                <a:cubicBezTo>
                  <a:pt x="23" y="66"/>
                  <a:pt x="23" y="66"/>
                  <a:pt x="23" y="66"/>
                </a:cubicBezTo>
                <a:cubicBezTo>
                  <a:pt x="21" y="66"/>
                  <a:pt x="20" y="67"/>
                  <a:pt x="20" y="69"/>
                </a:cubicBezTo>
                <a:cubicBezTo>
                  <a:pt x="20" y="71"/>
                  <a:pt x="21" y="72"/>
                  <a:pt x="23" y="72"/>
                </a:cubicBezTo>
                <a:cubicBezTo>
                  <a:pt x="54" y="72"/>
                  <a:pt x="54" y="72"/>
                  <a:pt x="54" y="72"/>
                </a:cubicBezTo>
                <a:cubicBezTo>
                  <a:pt x="56" y="72"/>
                  <a:pt x="57" y="71"/>
                  <a:pt x="57" y="69"/>
                </a:cubicBezTo>
                <a:cubicBezTo>
                  <a:pt x="57" y="67"/>
                  <a:pt x="56" y="66"/>
                  <a:pt x="54" y="66"/>
                </a:cubicBezTo>
                <a:cubicBezTo>
                  <a:pt x="41" y="66"/>
                  <a:pt x="41" y="66"/>
                  <a:pt x="41" y="66"/>
                </a:cubicBezTo>
                <a:cubicBezTo>
                  <a:pt x="41" y="59"/>
                  <a:pt x="41" y="59"/>
                  <a:pt x="41" y="59"/>
                </a:cubicBezTo>
                <a:cubicBezTo>
                  <a:pt x="50" y="58"/>
                  <a:pt x="57" y="53"/>
                  <a:pt x="62" y="46"/>
                </a:cubicBezTo>
                <a:cubicBezTo>
                  <a:pt x="66" y="46"/>
                  <a:pt x="69" y="44"/>
                  <a:pt x="72" y="41"/>
                </a:cubicBezTo>
                <a:cubicBezTo>
                  <a:pt x="72" y="41"/>
                  <a:pt x="72" y="41"/>
                  <a:pt x="72" y="41"/>
                </a:cubicBezTo>
                <a:cubicBezTo>
                  <a:pt x="75" y="38"/>
                  <a:pt x="77" y="33"/>
                  <a:pt x="77" y="29"/>
                </a:cubicBezTo>
                <a:cubicBezTo>
                  <a:pt x="77" y="12"/>
                  <a:pt x="77" y="12"/>
                  <a:pt x="77" y="12"/>
                </a:cubicBezTo>
                <a:cubicBezTo>
                  <a:pt x="77" y="11"/>
                  <a:pt x="76" y="9"/>
                  <a:pt x="74" y="9"/>
                </a:cubicBezTo>
                <a:close/>
                <a:moveTo>
                  <a:pt x="9" y="37"/>
                </a:moveTo>
                <a:cubicBezTo>
                  <a:pt x="9" y="37"/>
                  <a:pt x="9" y="37"/>
                  <a:pt x="9" y="37"/>
                </a:cubicBezTo>
                <a:cubicBezTo>
                  <a:pt x="9" y="37"/>
                  <a:pt x="9" y="37"/>
                  <a:pt x="9" y="37"/>
                </a:cubicBezTo>
                <a:cubicBezTo>
                  <a:pt x="7" y="35"/>
                  <a:pt x="6" y="32"/>
                  <a:pt x="6" y="29"/>
                </a:cubicBezTo>
                <a:cubicBezTo>
                  <a:pt x="6" y="15"/>
                  <a:pt x="6" y="15"/>
                  <a:pt x="6" y="15"/>
                </a:cubicBezTo>
                <a:cubicBezTo>
                  <a:pt x="11" y="15"/>
                  <a:pt x="11" y="15"/>
                  <a:pt x="11" y="15"/>
                </a:cubicBezTo>
                <a:cubicBezTo>
                  <a:pt x="11" y="32"/>
                  <a:pt x="11" y="32"/>
                  <a:pt x="11" y="32"/>
                </a:cubicBezTo>
                <a:cubicBezTo>
                  <a:pt x="11" y="34"/>
                  <a:pt x="11" y="36"/>
                  <a:pt x="12" y="39"/>
                </a:cubicBezTo>
                <a:cubicBezTo>
                  <a:pt x="11" y="38"/>
                  <a:pt x="10" y="38"/>
                  <a:pt x="9" y="37"/>
                </a:cubicBezTo>
                <a:close/>
                <a:moveTo>
                  <a:pt x="60" y="31"/>
                </a:moveTo>
                <a:cubicBezTo>
                  <a:pt x="60" y="31"/>
                  <a:pt x="60" y="31"/>
                  <a:pt x="60" y="31"/>
                </a:cubicBezTo>
                <a:cubicBezTo>
                  <a:pt x="60" y="32"/>
                  <a:pt x="60" y="32"/>
                  <a:pt x="60" y="32"/>
                </a:cubicBezTo>
                <a:cubicBezTo>
                  <a:pt x="60" y="35"/>
                  <a:pt x="59" y="38"/>
                  <a:pt x="58" y="41"/>
                </a:cubicBezTo>
                <a:cubicBezTo>
                  <a:pt x="58" y="41"/>
                  <a:pt x="58" y="41"/>
                  <a:pt x="58" y="41"/>
                </a:cubicBezTo>
                <a:cubicBezTo>
                  <a:pt x="54" y="48"/>
                  <a:pt x="47" y="53"/>
                  <a:pt x="38" y="53"/>
                </a:cubicBezTo>
                <a:cubicBezTo>
                  <a:pt x="30" y="53"/>
                  <a:pt x="23" y="48"/>
                  <a:pt x="19" y="41"/>
                </a:cubicBezTo>
                <a:cubicBezTo>
                  <a:pt x="19" y="41"/>
                  <a:pt x="19" y="41"/>
                  <a:pt x="19" y="41"/>
                </a:cubicBezTo>
                <a:cubicBezTo>
                  <a:pt x="18" y="38"/>
                  <a:pt x="17" y="35"/>
                  <a:pt x="17" y="31"/>
                </a:cubicBezTo>
                <a:cubicBezTo>
                  <a:pt x="17" y="6"/>
                  <a:pt x="17" y="6"/>
                  <a:pt x="17" y="6"/>
                </a:cubicBezTo>
                <a:cubicBezTo>
                  <a:pt x="60" y="6"/>
                  <a:pt x="60" y="6"/>
                  <a:pt x="60" y="6"/>
                </a:cubicBezTo>
                <a:cubicBezTo>
                  <a:pt x="60" y="31"/>
                  <a:pt x="60" y="31"/>
                  <a:pt x="60" y="31"/>
                </a:cubicBezTo>
                <a:close/>
                <a:moveTo>
                  <a:pt x="71" y="29"/>
                </a:moveTo>
                <a:cubicBezTo>
                  <a:pt x="71" y="29"/>
                  <a:pt x="71" y="29"/>
                  <a:pt x="71" y="29"/>
                </a:cubicBezTo>
                <a:cubicBezTo>
                  <a:pt x="71" y="32"/>
                  <a:pt x="70" y="35"/>
                  <a:pt x="68" y="37"/>
                </a:cubicBezTo>
                <a:cubicBezTo>
                  <a:pt x="68" y="37"/>
                  <a:pt x="68" y="37"/>
                  <a:pt x="68" y="37"/>
                </a:cubicBezTo>
                <a:cubicBezTo>
                  <a:pt x="67" y="38"/>
                  <a:pt x="66" y="38"/>
                  <a:pt x="65" y="39"/>
                </a:cubicBezTo>
                <a:cubicBezTo>
                  <a:pt x="66" y="36"/>
                  <a:pt x="66" y="34"/>
                  <a:pt x="66" y="32"/>
                </a:cubicBezTo>
                <a:cubicBezTo>
                  <a:pt x="66" y="31"/>
                  <a:pt x="66" y="31"/>
                  <a:pt x="66" y="31"/>
                </a:cubicBezTo>
                <a:cubicBezTo>
                  <a:pt x="66" y="31"/>
                  <a:pt x="66" y="31"/>
                  <a:pt x="66" y="31"/>
                </a:cubicBezTo>
                <a:cubicBezTo>
                  <a:pt x="66" y="15"/>
                  <a:pt x="66" y="15"/>
                  <a:pt x="66" y="15"/>
                </a:cubicBezTo>
                <a:cubicBezTo>
                  <a:pt x="71" y="15"/>
                  <a:pt x="71" y="15"/>
                  <a:pt x="71" y="15"/>
                </a:cubicBezTo>
                <a:cubicBezTo>
                  <a:pt x="71" y="29"/>
                  <a:pt x="71" y="29"/>
                  <a:pt x="71" y="29"/>
                </a:cubicBezTo>
                <a:close/>
              </a:path>
            </a:pathLst>
          </a:custGeom>
          <a:solidFill>
            <a:srgbClr val="98D2E3"/>
          </a:solidFill>
          <a:ln>
            <a:noFill/>
          </a:ln>
        </p:spPr>
        <p:txBody>
          <a:bodyPr/>
          <a:lstStyle/>
          <a:p>
            <a:endParaRPr lang="zh-CN" altLang="en-US"/>
          </a:p>
        </p:txBody>
      </p:sp>
      <p:sp>
        <p:nvSpPr>
          <p:cNvPr id="32" name="Freeform 34">
            <a:extLst>
              <a:ext uri="{FF2B5EF4-FFF2-40B4-BE49-F238E27FC236}">
                <a16:creationId xmlns:a16="http://schemas.microsoft.com/office/drawing/2014/main" id="{596762C9-CD5A-4701-AD2D-464A0C77A5D3}"/>
              </a:ext>
            </a:extLst>
          </p:cNvPr>
          <p:cNvSpPr>
            <a:spLocks noEditPoints="1"/>
          </p:cNvSpPr>
          <p:nvPr/>
        </p:nvSpPr>
        <p:spPr bwMode="auto">
          <a:xfrm>
            <a:off x="7541072" y="2790104"/>
            <a:ext cx="233362" cy="238125"/>
          </a:xfrm>
          <a:custGeom>
            <a:avLst/>
            <a:gdLst>
              <a:gd name="T0" fmla="*/ 39 w 77"/>
              <a:gd name="T1" fmla="*/ 57 h 78"/>
              <a:gd name="T2" fmla="*/ 48 w 77"/>
              <a:gd name="T3" fmla="*/ 8 h 78"/>
              <a:gd name="T4" fmla="*/ 53 w 77"/>
              <a:gd name="T5" fmla="*/ 10 h 78"/>
              <a:gd name="T6" fmla="*/ 61 w 77"/>
              <a:gd name="T7" fmla="*/ 7 h 78"/>
              <a:gd name="T8" fmla="*/ 71 w 77"/>
              <a:gd name="T9" fmla="*/ 20 h 78"/>
              <a:gd name="T10" fmla="*/ 69 w 77"/>
              <a:gd name="T11" fmla="*/ 29 h 78"/>
              <a:gd name="T12" fmla="*/ 77 w 77"/>
              <a:gd name="T13" fmla="*/ 32 h 78"/>
              <a:gd name="T14" fmla="*/ 74 w 77"/>
              <a:gd name="T15" fmla="*/ 48 h 78"/>
              <a:gd name="T16" fmla="*/ 67 w 77"/>
              <a:gd name="T17" fmla="*/ 53 h 78"/>
              <a:gd name="T18" fmla="*/ 71 w 77"/>
              <a:gd name="T19" fmla="*/ 61 h 78"/>
              <a:gd name="T20" fmla="*/ 57 w 77"/>
              <a:gd name="T21" fmla="*/ 71 h 78"/>
              <a:gd name="T22" fmla="*/ 51 w 77"/>
              <a:gd name="T23" fmla="*/ 68 h 78"/>
              <a:gd name="T24" fmla="*/ 45 w 77"/>
              <a:gd name="T25" fmla="*/ 78 h 78"/>
              <a:gd name="T26" fmla="*/ 29 w 77"/>
              <a:gd name="T27" fmla="*/ 75 h 78"/>
              <a:gd name="T28" fmla="*/ 26 w 77"/>
              <a:gd name="T29" fmla="*/ 68 h 78"/>
              <a:gd name="T30" fmla="*/ 24 w 77"/>
              <a:gd name="T31" fmla="*/ 67 h 78"/>
              <a:gd name="T32" fmla="*/ 16 w 77"/>
              <a:gd name="T33" fmla="*/ 71 h 78"/>
              <a:gd name="T34" fmla="*/ 6 w 77"/>
              <a:gd name="T35" fmla="*/ 57 h 78"/>
              <a:gd name="T36" fmla="*/ 8 w 77"/>
              <a:gd name="T37" fmla="*/ 48 h 78"/>
              <a:gd name="T38" fmla="*/ 0 w 77"/>
              <a:gd name="T39" fmla="*/ 45 h 78"/>
              <a:gd name="T40" fmla="*/ 8 w 77"/>
              <a:gd name="T41" fmla="*/ 29 h 78"/>
              <a:gd name="T42" fmla="*/ 6 w 77"/>
              <a:gd name="T43" fmla="*/ 20 h 78"/>
              <a:gd name="T44" fmla="*/ 6 w 77"/>
              <a:gd name="T45" fmla="*/ 16 h 78"/>
              <a:gd name="T46" fmla="*/ 24 w 77"/>
              <a:gd name="T47" fmla="*/ 10 h 78"/>
              <a:gd name="T48" fmla="*/ 32 w 77"/>
              <a:gd name="T49" fmla="*/ 0 h 78"/>
              <a:gd name="T50" fmla="*/ 48 w 77"/>
              <a:gd name="T51" fmla="*/ 3 h 78"/>
              <a:gd name="T52" fmla="*/ 48 w 77"/>
              <a:gd name="T53" fmla="*/ 15 h 78"/>
              <a:gd name="T54" fmla="*/ 42 w 77"/>
              <a:gd name="T55" fmla="*/ 11 h 78"/>
              <a:gd name="T56" fmla="*/ 35 w 77"/>
              <a:gd name="T57" fmla="*/ 11 h 78"/>
              <a:gd name="T58" fmla="*/ 25 w 77"/>
              <a:gd name="T59" fmla="*/ 17 h 78"/>
              <a:gd name="T60" fmla="*/ 13 w 77"/>
              <a:gd name="T61" fmla="*/ 18 h 78"/>
              <a:gd name="T62" fmla="*/ 14 w 77"/>
              <a:gd name="T63" fmla="*/ 29 h 78"/>
              <a:gd name="T64" fmla="*/ 6 w 77"/>
              <a:gd name="T65" fmla="*/ 35 h 78"/>
              <a:gd name="T66" fmla="*/ 13 w 77"/>
              <a:gd name="T67" fmla="*/ 45 h 78"/>
              <a:gd name="T68" fmla="*/ 16 w 77"/>
              <a:gd name="T69" fmla="*/ 56 h 78"/>
              <a:gd name="T70" fmla="*/ 21 w 77"/>
              <a:gd name="T71" fmla="*/ 61 h 78"/>
              <a:gd name="T72" fmla="*/ 32 w 77"/>
              <a:gd name="T73" fmla="*/ 64 h 78"/>
              <a:gd name="T74" fmla="*/ 42 w 77"/>
              <a:gd name="T75" fmla="*/ 72 h 78"/>
              <a:gd name="T76" fmla="*/ 44 w 77"/>
              <a:gd name="T77" fmla="*/ 64 h 78"/>
              <a:gd name="T78" fmla="*/ 52 w 77"/>
              <a:gd name="T79" fmla="*/ 61 h 78"/>
              <a:gd name="T80" fmla="*/ 64 w 77"/>
              <a:gd name="T81" fmla="*/ 59 h 78"/>
              <a:gd name="T82" fmla="*/ 63 w 77"/>
              <a:gd name="T83" fmla="*/ 49 h 78"/>
              <a:gd name="T84" fmla="*/ 71 w 77"/>
              <a:gd name="T85" fmla="*/ 42 h 78"/>
              <a:gd name="T86" fmla="*/ 64 w 77"/>
              <a:gd name="T87" fmla="*/ 33 h 78"/>
              <a:gd name="T88" fmla="*/ 61 w 77"/>
              <a:gd name="T89" fmla="*/ 21 h 78"/>
              <a:gd name="T90" fmla="*/ 56 w 77"/>
              <a:gd name="T91" fmla="*/ 16 h 78"/>
              <a:gd name="T92" fmla="*/ 39 w 77"/>
              <a:gd name="T93" fmla="*/ 24 h 78"/>
              <a:gd name="T94" fmla="*/ 39 w 77"/>
              <a:gd name="T95" fmla="*/ 5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7" h="78">
                <a:moveTo>
                  <a:pt x="39" y="20"/>
                </a:moveTo>
                <a:cubicBezTo>
                  <a:pt x="49" y="20"/>
                  <a:pt x="57" y="29"/>
                  <a:pt x="57" y="39"/>
                </a:cubicBezTo>
                <a:cubicBezTo>
                  <a:pt x="57" y="49"/>
                  <a:pt x="49" y="57"/>
                  <a:pt x="39" y="57"/>
                </a:cubicBezTo>
                <a:cubicBezTo>
                  <a:pt x="28" y="57"/>
                  <a:pt x="20" y="49"/>
                  <a:pt x="20" y="39"/>
                </a:cubicBezTo>
                <a:cubicBezTo>
                  <a:pt x="20" y="29"/>
                  <a:pt x="28" y="20"/>
                  <a:pt x="39" y="20"/>
                </a:cubicBezTo>
                <a:close/>
                <a:moveTo>
                  <a:pt x="48" y="8"/>
                </a:moveTo>
                <a:cubicBezTo>
                  <a:pt x="48" y="8"/>
                  <a:pt x="48" y="8"/>
                  <a:pt x="48" y="8"/>
                </a:cubicBezTo>
                <a:cubicBezTo>
                  <a:pt x="49" y="9"/>
                  <a:pt x="50" y="9"/>
                  <a:pt x="51" y="9"/>
                </a:cubicBezTo>
                <a:cubicBezTo>
                  <a:pt x="52" y="10"/>
                  <a:pt x="52" y="10"/>
                  <a:pt x="53" y="10"/>
                </a:cubicBezTo>
                <a:cubicBezTo>
                  <a:pt x="57" y="7"/>
                  <a:pt x="57" y="7"/>
                  <a:pt x="57" y="7"/>
                </a:cubicBezTo>
                <a:cubicBezTo>
                  <a:pt x="58" y="5"/>
                  <a:pt x="60" y="5"/>
                  <a:pt x="61" y="7"/>
                </a:cubicBezTo>
                <a:cubicBezTo>
                  <a:pt x="61" y="7"/>
                  <a:pt x="61" y="7"/>
                  <a:pt x="61" y="7"/>
                </a:cubicBezTo>
                <a:cubicBezTo>
                  <a:pt x="61" y="7"/>
                  <a:pt x="61" y="7"/>
                  <a:pt x="61" y="7"/>
                </a:cubicBezTo>
                <a:cubicBezTo>
                  <a:pt x="71" y="16"/>
                  <a:pt x="71" y="16"/>
                  <a:pt x="71" y="16"/>
                </a:cubicBezTo>
                <a:cubicBezTo>
                  <a:pt x="72" y="17"/>
                  <a:pt x="72" y="19"/>
                  <a:pt x="71" y="20"/>
                </a:cubicBezTo>
                <a:cubicBezTo>
                  <a:pt x="67" y="24"/>
                  <a:pt x="67" y="24"/>
                  <a:pt x="67" y="24"/>
                </a:cubicBezTo>
                <a:cubicBezTo>
                  <a:pt x="67" y="25"/>
                  <a:pt x="68" y="26"/>
                  <a:pt x="68" y="26"/>
                </a:cubicBezTo>
                <a:cubicBezTo>
                  <a:pt x="68" y="27"/>
                  <a:pt x="69" y="28"/>
                  <a:pt x="69" y="29"/>
                </a:cubicBezTo>
                <a:cubicBezTo>
                  <a:pt x="74" y="29"/>
                  <a:pt x="74" y="29"/>
                  <a:pt x="74" y="29"/>
                </a:cubicBezTo>
                <a:cubicBezTo>
                  <a:pt x="76" y="29"/>
                  <a:pt x="77" y="30"/>
                  <a:pt x="77" y="32"/>
                </a:cubicBezTo>
                <a:cubicBezTo>
                  <a:pt x="77" y="32"/>
                  <a:pt x="77" y="32"/>
                  <a:pt x="77" y="32"/>
                </a:cubicBezTo>
                <a:cubicBezTo>
                  <a:pt x="77" y="45"/>
                  <a:pt x="77" y="45"/>
                  <a:pt x="77" y="45"/>
                </a:cubicBezTo>
                <a:cubicBezTo>
                  <a:pt x="77" y="47"/>
                  <a:pt x="76" y="48"/>
                  <a:pt x="74" y="48"/>
                </a:cubicBezTo>
                <a:cubicBezTo>
                  <a:pt x="74" y="48"/>
                  <a:pt x="74" y="48"/>
                  <a:pt x="74" y="48"/>
                </a:cubicBezTo>
                <a:cubicBezTo>
                  <a:pt x="69" y="48"/>
                  <a:pt x="69" y="48"/>
                  <a:pt x="69" y="48"/>
                </a:cubicBezTo>
                <a:cubicBezTo>
                  <a:pt x="69" y="49"/>
                  <a:pt x="68" y="50"/>
                  <a:pt x="68" y="51"/>
                </a:cubicBezTo>
                <a:cubicBezTo>
                  <a:pt x="68" y="52"/>
                  <a:pt x="67" y="53"/>
                  <a:pt x="67" y="53"/>
                </a:cubicBezTo>
                <a:cubicBezTo>
                  <a:pt x="71" y="57"/>
                  <a:pt x="71" y="57"/>
                  <a:pt x="71" y="57"/>
                </a:cubicBezTo>
                <a:cubicBezTo>
                  <a:pt x="72" y="58"/>
                  <a:pt x="72" y="60"/>
                  <a:pt x="71" y="61"/>
                </a:cubicBezTo>
                <a:cubicBezTo>
                  <a:pt x="71" y="61"/>
                  <a:pt x="71" y="61"/>
                  <a:pt x="71" y="61"/>
                </a:cubicBezTo>
                <a:cubicBezTo>
                  <a:pt x="71" y="61"/>
                  <a:pt x="71" y="61"/>
                  <a:pt x="71" y="61"/>
                </a:cubicBezTo>
                <a:cubicBezTo>
                  <a:pt x="61" y="71"/>
                  <a:pt x="61" y="71"/>
                  <a:pt x="61" y="71"/>
                </a:cubicBezTo>
                <a:cubicBezTo>
                  <a:pt x="60" y="72"/>
                  <a:pt x="58" y="72"/>
                  <a:pt x="57" y="71"/>
                </a:cubicBezTo>
                <a:cubicBezTo>
                  <a:pt x="53" y="67"/>
                  <a:pt x="53" y="67"/>
                  <a:pt x="53" y="67"/>
                </a:cubicBezTo>
                <a:cubicBezTo>
                  <a:pt x="52" y="68"/>
                  <a:pt x="52" y="68"/>
                  <a:pt x="51" y="68"/>
                </a:cubicBezTo>
                <a:cubicBezTo>
                  <a:pt x="51" y="68"/>
                  <a:pt x="51" y="68"/>
                  <a:pt x="51" y="68"/>
                </a:cubicBezTo>
                <a:cubicBezTo>
                  <a:pt x="50" y="69"/>
                  <a:pt x="49" y="69"/>
                  <a:pt x="48" y="69"/>
                </a:cubicBezTo>
                <a:cubicBezTo>
                  <a:pt x="48" y="75"/>
                  <a:pt x="48" y="75"/>
                  <a:pt x="48" y="75"/>
                </a:cubicBezTo>
                <a:cubicBezTo>
                  <a:pt x="48" y="76"/>
                  <a:pt x="47" y="78"/>
                  <a:pt x="45" y="78"/>
                </a:cubicBezTo>
                <a:cubicBezTo>
                  <a:pt x="45" y="77"/>
                  <a:pt x="45" y="77"/>
                  <a:pt x="45" y="77"/>
                </a:cubicBezTo>
                <a:cubicBezTo>
                  <a:pt x="32" y="77"/>
                  <a:pt x="32" y="77"/>
                  <a:pt x="32" y="77"/>
                </a:cubicBezTo>
                <a:cubicBezTo>
                  <a:pt x="30" y="77"/>
                  <a:pt x="29" y="76"/>
                  <a:pt x="29" y="75"/>
                </a:cubicBezTo>
                <a:cubicBezTo>
                  <a:pt x="29" y="75"/>
                  <a:pt x="29" y="75"/>
                  <a:pt x="29" y="75"/>
                </a:cubicBezTo>
                <a:cubicBezTo>
                  <a:pt x="29" y="69"/>
                  <a:pt x="29" y="69"/>
                  <a:pt x="29" y="69"/>
                </a:cubicBezTo>
                <a:cubicBezTo>
                  <a:pt x="28" y="69"/>
                  <a:pt x="27" y="69"/>
                  <a:pt x="26" y="68"/>
                </a:cubicBezTo>
                <a:cubicBezTo>
                  <a:pt x="26" y="68"/>
                  <a:pt x="26" y="68"/>
                  <a:pt x="26" y="68"/>
                </a:cubicBezTo>
                <a:cubicBezTo>
                  <a:pt x="26" y="68"/>
                  <a:pt x="26" y="68"/>
                  <a:pt x="26" y="68"/>
                </a:cubicBezTo>
                <a:cubicBezTo>
                  <a:pt x="25" y="68"/>
                  <a:pt x="25" y="67"/>
                  <a:pt x="24" y="67"/>
                </a:cubicBezTo>
                <a:cubicBezTo>
                  <a:pt x="20" y="71"/>
                  <a:pt x="20" y="71"/>
                  <a:pt x="20" y="71"/>
                </a:cubicBezTo>
                <a:cubicBezTo>
                  <a:pt x="19" y="72"/>
                  <a:pt x="17" y="72"/>
                  <a:pt x="16" y="71"/>
                </a:cubicBezTo>
                <a:cubicBezTo>
                  <a:pt x="16" y="71"/>
                  <a:pt x="16" y="71"/>
                  <a:pt x="16" y="71"/>
                </a:cubicBezTo>
                <a:cubicBezTo>
                  <a:pt x="16" y="71"/>
                  <a:pt x="16" y="71"/>
                  <a:pt x="16" y="71"/>
                </a:cubicBezTo>
                <a:cubicBezTo>
                  <a:pt x="6" y="61"/>
                  <a:pt x="6" y="61"/>
                  <a:pt x="6" y="61"/>
                </a:cubicBezTo>
                <a:cubicBezTo>
                  <a:pt x="5" y="60"/>
                  <a:pt x="5" y="58"/>
                  <a:pt x="6" y="57"/>
                </a:cubicBezTo>
                <a:cubicBezTo>
                  <a:pt x="10" y="53"/>
                  <a:pt x="10" y="53"/>
                  <a:pt x="10" y="53"/>
                </a:cubicBezTo>
                <a:cubicBezTo>
                  <a:pt x="10" y="53"/>
                  <a:pt x="9" y="52"/>
                  <a:pt x="9" y="51"/>
                </a:cubicBezTo>
                <a:cubicBezTo>
                  <a:pt x="9" y="50"/>
                  <a:pt x="8" y="49"/>
                  <a:pt x="8" y="48"/>
                </a:cubicBezTo>
                <a:cubicBezTo>
                  <a:pt x="3" y="48"/>
                  <a:pt x="3" y="48"/>
                  <a:pt x="3" y="48"/>
                </a:cubicBezTo>
                <a:cubicBezTo>
                  <a:pt x="1" y="48"/>
                  <a:pt x="0" y="47"/>
                  <a:pt x="0" y="45"/>
                </a:cubicBezTo>
                <a:cubicBezTo>
                  <a:pt x="0" y="45"/>
                  <a:pt x="0" y="45"/>
                  <a:pt x="0" y="45"/>
                </a:cubicBezTo>
                <a:cubicBezTo>
                  <a:pt x="0" y="32"/>
                  <a:pt x="0" y="32"/>
                  <a:pt x="0" y="32"/>
                </a:cubicBezTo>
                <a:cubicBezTo>
                  <a:pt x="0" y="30"/>
                  <a:pt x="1" y="29"/>
                  <a:pt x="3" y="29"/>
                </a:cubicBezTo>
                <a:cubicBezTo>
                  <a:pt x="8" y="29"/>
                  <a:pt x="8" y="29"/>
                  <a:pt x="8" y="29"/>
                </a:cubicBezTo>
                <a:cubicBezTo>
                  <a:pt x="8" y="28"/>
                  <a:pt x="9" y="27"/>
                  <a:pt x="9" y="26"/>
                </a:cubicBezTo>
                <a:cubicBezTo>
                  <a:pt x="9" y="26"/>
                  <a:pt x="10" y="25"/>
                  <a:pt x="10" y="24"/>
                </a:cubicBezTo>
                <a:cubicBezTo>
                  <a:pt x="6" y="20"/>
                  <a:pt x="6" y="20"/>
                  <a:pt x="6" y="20"/>
                </a:cubicBezTo>
                <a:cubicBezTo>
                  <a:pt x="5" y="19"/>
                  <a:pt x="5" y="17"/>
                  <a:pt x="6" y="16"/>
                </a:cubicBezTo>
                <a:cubicBezTo>
                  <a:pt x="6" y="16"/>
                  <a:pt x="6" y="16"/>
                  <a:pt x="6" y="16"/>
                </a:cubicBezTo>
                <a:cubicBezTo>
                  <a:pt x="6" y="16"/>
                  <a:pt x="6" y="16"/>
                  <a:pt x="6" y="16"/>
                </a:cubicBezTo>
                <a:cubicBezTo>
                  <a:pt x="16" y="7"/>
                  <a:pt x="16" y="7"/>
                  <a:pt x="16" y="7"/>
                </a:cubicBezTo>
                <a:cubicBezTo>
                  <a:pt x="17" y="5"/>
                  <a:pt x="19" y="5"/>
                  <a:pt x="20" y="7"/>
                </a:cubicBezTo>
                <a:cubicBezTo>
                  <a:pt x="24" y="10"/>
                  <a:pt x="24" y="10"/>
                  <a:pt x="24" y="10"/>
                </a:cubicBezTo>
                <a:cubicBezTo>
                  <a:pt x="25" y="10"/>
                  <a:pt x="27" y="9"/>
                  <a:pt x="29" y="8"/>
                </a:cubicBezTo>
                <a:cubicBezTo>
                  <a:pt x="29" y="3"/>
                  <a:pt x="29" y="3"/>
                  <a:pt x="29" y="3"/>
                </a:cubicBezTo>
                <a:cubicBezTo>
                  <a:pt x="29" y="1"/>
                  <a:pt x="30" y="0"/>
                  <a:pt x="32" y="0"/>
                </a:cubicBezTo>
                <a:cubicBezTo>
                  <a:pt x="32" y="0"/>
                  <a:pt x="32" y="0"/>
                  <a:pt x="32" y="0"/>
                </a:cubicBezTo>
                <a:cubicBezTo>
                  <a:pt x="45" y="0"/>
                  <a:pt x="45" y="0"/>
                  <a:pt x="45" y="0"/>
                </a:cubicBezTo>
                <a:cubicBezTo>
                  <a:pt x="47" y="0"/>
                  <a:pt x="48" y="1"/>
                  <a:pt x="48" y="3"/>
                </a:cubicBezTo>
                <a:cubicBezTo>
                  <a:pt x="48" y="3"/>
                  <a:pt x="48" y="3"/>
                  <a:pt x="48" y="3"/>
                </a:cubicBezTo>
                <a:cubicBezTo>
                  <a:pt x="48" y="8"/>
                  <a:pt x="48" y="8"/>
                  <a:pt x="48" y="8"/>
                </a:cubicBezTo>
                <a:close/>
                <a:moveTo>
                  <a:pt x="48" y="15"/>
                </a:moveTo>
                <a:cubicBezTo>
                  <a:pt x="48" y="15"/>
                  <a:pt x="48" y="15"/>
                  <a:pt x="48" y="15"/>
                </a:cubicBezTo>
                <a:cubicBezTo>
                  <a:pt x="47" y="14"/>
                  <a:pt x="46" y="14"/>
                  <a:pt x="45" y="13"/>
                </a:cubicBezTo>
                <a:cubicBezTo>
                  <a:pt x="43" y="13"/>
                  <a:pt x="42" y="12"/>
                  <a:pt x="42" y="11"/>
                </a:cubicBezTo>
                <a:cubicBezTo>
                  <a:pt x="42" y="6"/>
                  <a:pt x="42" y="6"/>
                  <a:pt x="42" y="6"/>
                </a:cubicBezTo>
                <a:cubicBezTo>
                  <a:pt x="35" y="6"/>
                  <a:pt x="35" y="6"/>
                  <a:pt x="35" y="6"/>
                </a:cubicBezTo>
                <a:cubicBezTo>
                  <a:pt x="35" y="11"/>
                  <a:pt x="35" y="11"/>
                  <a:pt x="35" y="11"/>
                </a:cubicBezTo>
                <a:cubicBezTo>
                  <a:pt x="35" y="12"/>
                  <a:pt x="34" y="13"/>
                  <a:pt x="33" y="13"/>
                </a:cubicBezTo>
                <a:cubicBezTo>
                  <a:pt x="30" y="14"/>
                  <a:pt x="27" y="15"/>
                  <a:pt x="25" y="17"/>
                </a:cubicBezTo>
                <a:cubicBezTo>
                  <a:pt x="25" y="17"/>
                  <a:pt x="25" y="17"/>
                  <a:pt x="25" y="17"/>
                </a:cubicBezTo>
                <a:cubicBezTo>
                  <a:pt x="24" y="17"/>
                  <a:pt x="22" y="17"/>
                  <a:pt x="21" y="16"/>
                </a:cubicBezTo>
                <a:cubicBezTo>
                  <a:pt x="18" y="13"/>
                  <a:pt x="18" y="13"/>
                  <a:pt x="18" y="13"/>
                </a:cubicBezTo>
                <a:cubicBezTo>
                  <a:pt x="13" y="18"/>
                  <a:pt x="13" y="18"/>
                  <a:pt x="13" y="18"/>
                </a:cubicBezTo>
                <a:cubicBezTo>
                  <a:pt x="16" y="21"/>
                  <a:pt x="16" y="21"/>
                  <a:pt x="16" y="21"/>
                </a:cubicBezTo>
                <a:cubicBezTo>
                  <a:pt x="17" y="22"/>
                  <a:pt x="17" y="24"/>
                  <a:pt x="16" y="25"/>
                </a:cubicBezTo>
                <a:cubicBezTo>
                  <a:pt x="16" y="26"/>
                  <a:pt x="15" y="27"/>
                  <a:pt x="14" y="29"/>
                </a:cubicBezTo>
                <a:cubicBezTo>
                  <a:pt x="14" y="30"/>
                  <a:pt x="14" y="31"/>
                  <a:pt x="13" y="33"/>
                </a:cubicBezTo>
                <a:cubicBezTo>
                  <a:pt x="13" y="34"/>
                  <a:pt x="12" y="35"/>
                  <a:pt x="10" y="35"/>
                </a:cubicBezTo>
                <a:cubicBezTo>
                  <a:pt x="6" y="35"/>
                  <a:pt x="6" y="35"/>
                  <a:pt x="6" y="35"/>
                </a:cubicBezTo>
                <a:cubicBezTo>
                  <a:pt x="6" y="42"/>
                  <a:pt x="6" y="42"/>
                  <a:pt x="6" y="42"/>
                </a:cubicBezTo>
                <a:cubicBezTo>
                  <a:pt x="10" y="42"/>
                  <a:pt x="10" y="42"/>
                  <a:pt x="10" y="42"/>
                </a:cubicBezTo>
                <a:cubicBezTo>
                  <a:pt x="12" y="42"/>
                  <a:pt x="13" y="43"/>
                  <a:pt x="13" y="45"/>
                </a:cubicBezTo>
                <a:cubicBezTo>
                  <a:pt x="13" y="46"/>
                  <a:pt x="14" y="47"/>
                  <a:pt x="14" y="49"/>
                </a:cubicBezTo>
                <a:cubicBezTo>
                  <a:pt x="15" y="50"/>
                  <a:pt x="16" y="51"/>
                  <a:pt x="16" y="52"/>
                </a:cubicBezTo>
                <a:cubicBezTo>
                  <a:pt x="17" y="54"/>
                  <a:pt x="17" y="55"/>
                  <a:pt x="16" y="56"/>
                </a:cubicBezTo>
                <a:cubicBezTo>
                  <a:pt x="13" y="59"/>
                  <a:pt x="13" y="59"/>
                  <a:pt x="13" y="59"/>
                </a:cubicBezTo>
                <a:cubicBezTo>
                  <a:pt x="18" y="64"/>
                  <a:pt x="18" y="64"/>
                  <a:pt x="18" y="64"/>
                </a:cubicBezTo>
                <a:cubicBezTo>
                  <a:pt x="21" y="61"/>
                  <a:pt x="21" y="61"/>
                  <a:pt x="21" y="61"/>
                </a:cubicBezTo>
                <a:cubicBezTo>
                  <a:pt x="22" y="60"/>
                  <a:pt x="24" y="60"/>
                  <a:pt x="25" y="61"/>
                </a:cubicBezTo>
                <a:cubicBezTo>
                  <a:pt x="26" y="62"/>
                  <a:pt x="27" y="62"/>
                  <a:pt x="29" y="63"/>
                </a:cubicBezTo>
                <a:cubicBezTo>
                  <a:pt x="30" y="63"/>
                  <a:pt x="31" y="64"/>
                  <a:pt x="32" y="64"/>
                </a:cubicBezTo>
                <a:cubicBezTo>
                  <a:pt x="34" y="64"/>
                  <a:pt x="35" y="66"/>
                  <a:pt x="35" y="67"/>
                </a:cubicBezTo>
                <a:cubicBezTo>
                  <a:pt x="35" y="72"/>
                  <a:pt x="35" y="72"/>
                  <a:pt x="35" y="72"/>
                </a:cubicBezTo>
                <a:cubicBezTo>
                  <a:pt x="42" y="72"/>
                  <a:pt x="42" y="72"/>
                  <a:pt x="42" y="72"/>
                </a:cubicBezTo>
                <a:cubicBezTo>
                  <a:pt x="42" y="67"/>
                  <a:pt x="42" y="67"/>
                  <a:pt x="42" y="67"/>
                </a:cubicBezTo>
                <a:cubicBezTo>
                  <a:pt x="42" y="67"/>
                  <a:pt x="42" y="67"/>
                  <a:pt x="42" y="67"/>
                </a:cubicBezTo>
                <a:cubicBezTo>
                  <a:pt x="42" y="66"/>
                  <a:pt x="43" y="64"/>
                  <a:pt x="44" y="64"/>
                </a:cubicBezTo>
                <a:cubicBezTo>
                  <a:pt x="46" y="64"/>
                  <a:pt x="47" y="63"/>
                  <a:pt x="48" y="63"/>
                </a:cubicBezTo>
                <a:cubicBezTo>
                  <a:pt x="48" y="63"/>
                  <a:pt x="48" y="63"/>
                  <a:pt x="48" y="63"/>
                </a:cubicBezTo>
                <a:cubicBezTo>
                  <a:pt x="50" y="62"/>
                  <a:pt x="51" y="62"/>
                  <a:pt x="52" y="61"/>
                </a:cubicBezTo>
                <a:cubicBezTo>
                  <a:pt x="53" y="60"/>
                  <a:pt x="55" y="60"/>
                  <a:pt x="56" y="61"/>
                </a:cubicBezTo>
                <a:cubicBezTo>
                  <a:pt x="59" y="64"/>
                  <a:pt x="59" y="64"/>
                  <a:pt x="59" y="64"/>
                </a:cubicBezTo>
                <a:cubicBezTo>
                  <a:pt x="64" y="59"/>
                  <a:pt x="64" y="59"/>
                  <a:pt x="64" y="59"/>
                </a:cubicBezTo>
                <a:cubicBezTo>
                  <a:pt x="61" y="56"/>
                  <a:pt x="61" y="56"/>
                  <a:pt x="61" y="56"/>
                </a:cubicBezTo>
                <a:cubicBezTo>
                  <a:pt x="60" y="55"/>
                  <a:pt x="60" y="54"/>
                  <a:pt x="61" y="52"/>
                </a:cubicBezTo>
                <a:cubicBezTo>
                  <a:pt x="61" y="51"/>
                  <a:pt x="62" y="50"/>
                  <a:pt x="63" y="49"/>
                </a:cubicBezTo>
                <a:cubicBezTo>
                  <a:pt x="63" y="47"/>
                  <a:pt x="64" y="46"/>
                  <a:pt x="64" y="45"/>
                </a:cubicBezTo>
                <a:cubicBezTo>
                  <a:pt x="64" y="43"/>
                  <a:pt x="65" y="42"/>
                  <a:pt x="67" y="42"/>
                </a:cubicBezTo>
                <a:cubicBezTo>
                  <a:pt x="71" y="42"/>
                  <a:pt x="71" y="42"/>
                  <a:pt x="71" y="42"/>
                </a:cubicBezTo>
                <a:cubicBezTo>
                  <a:pt x="71" y="35"/>
                  <a:pt x="71" y="35"/>
                  <a:pt x="71" y="35"/>
                </a:cubicBezTo>
                <a:cubicBezTo>
                  <a:pt x="67" y="35"/>
                  <a:pt x="67" y="35"/>
                  <a:pt x="67" y="35"/>
                </a:cubicBezTo>
                <a:cubicBezTo>
                  <a:pt x="65" y="35"/>
                  <a:pt x="64" y="34"/>
                  <a:pt x="64" y="33"/>
                </a:cubicBezTo>
                <a:cubicBezTo>
                  <a:pt x="64" y="31"/>
                  <a:pt x="63" y="30"/>
                  <a:pt x="63" y="29"/>
                </a:cubicBezTo>
                <a:cubicBezTo>
                  <a:pt x="62" y="27"/>
                  <a:pt x="61" y="26"/>
                  <a:pt x="61" y="25"/>
                </a:cubicBezTo>
                <a:cubicBezTo>
                  <a:pt x="60" y="24"/>
                  <a:pt x="60" y="22"/>
                  <a:pt x="61" y="21"/>
                </a:cubicBezTo>
                <a:cubicBezTo>
                  <a:pt x="64" y="18"/>
                  <a:pt x="64" y="18"/>
                  <a:pt x="64" y="18"/>
                </a:cubicBezTo>
                <a:cubicBezTo>
                  <a:pt x="59" y="13"/>
                  <a:pt x="59" y="13"/>
                  <a:pt x="59" y="13"/>
                </a:cubicBezTo>
                <a:cubicBezTo>
                  <a:pt x="56" y="16"/>
                  <a:pt x="56" y="16"/>
                  <a:pt x="56" y="16"/>
                </a:cubicBezTo>
                <a:cubicBezTo>
                  <a:pt x="55" y="17"/>
                  <a:pt x="53" y="17"/>
                  <a:pt x="52" y="17"/>
                </a:cubicBezTo>
                <a:cubicBezTo>
                  <a:pt x="51" y="16"/>
                  <a:pt x="50" y="15"/>
                  <a:pt x="48" y="15"/>
                </a:cubicBezTo>
                <a:close/>
                <a:moveTo>
                  <a:pt x="39" y="24"/>
                </a:moveTo>
                <a:cubicBezTo>
                  <a:pt x="39" y="24"/>
                  <a:pt x="39" y="24"/>
                  <a:pt x="39" y="24"/>
                </a:cubicBezTo>
                <a:cubicBezTo>
                  <a:pt x="30" y="24"/>
                  <a:pt x="24" y="31"/>
                  <a:pt x="24" y="39"/>
                </a:cubicBezTo>
                <a:cubicBezTo>
                  <a:pt x="24" y="47"/>
                  <a:pt x="30" y="54"/>
                  <a:pt x="39" y="54"/>
                </a:cubicBezTo>
                <a:cubicBezTo>
                  <a:pt x="47" y="54"/>
                  <a:pt x="53" y="47"/>
                  <a:pt x="53" y="39"/>
                </a:cubicBezTo>
                <a:cubicBezTo>
                  <a:pt x="53" y="31"/>
                  <a:pt x="47" y="24"/>
                  <a:pt x="39" y="24"/>
                </a:cubicBezTo>
                <a:close/>
              </a:path>
            </a:pathLst>
          </a:custGeom>
          <a:solidFill>
            <a:srgbClr val="7BBFAA"/>
          </a:solidFill>
          <a:ln>
            <a:noFill/>
          </a:ln>
        </p:spPr>
        <p:txBody>
          <a:bodyPr/>
          <a:lstStyle/>
          <a:p>
            <a:endParaRPr lang="zh-CN" altLang="en-US"/>
          </a:p>
        </p:txBody>
      </p:sp>
      <p:sp>
        <p:nvSpPr>
          <p:cNvPr id="40" name="Freeform 35">
            <a:extLst>
              <a:ext uri="{FF2B5EF4-FFF2-40B4-BE49-F238E27FC236}">
                <a16:creationId xmlns:a16="http://schemas.microsoft.com/office/drawing/2014/main" id="{A6E44C0C-5DB8-43C4-9339-6C38D702B99F}"/>
              </a:ext>
            </a:extLst>
          </p:cNvPr>
          <p:cNvSpPr>
            <a:spLocks/>
          </p:cNvSpPr>
          <p:nvPr/>
        </p:nvSpPr>
        <p:spPr bwMode="auto">
          <a:xfrm>
            <a:off x="6099117" y="2799814"/>
            <a:ext cx="239712" cy="219075"/>
          </a:xfrm>
          <a:custGeom>
            <a:avLst/>
            <a:gdLst>
              <a:gd name="T0" fmla="*/ 39 w 79"/>
              <a:gd name="T1" fmla="*/ 20 h 72"/>
              <a:gd name="T2" fmla="*/ 36 w 79"/>
              <a:gd name="T3" fmla="*/ 17 h 72"/>
              <a:gd name="T4" fmla="*/ 39 w 79"/>
              <a:gd name="T5" fmla="*/ 14 h 72"/>
              <a:gd name="T6" fmla="*/ 49 w 79"/>
              <a:gd name="T7" fmla="*/ 14 h 72"/>
              <a:gd name="T8" fmla="*/ 49 w 79"/>
              <a:gd name="T9" fmla="*/ 3 h 72"/>
              <a:gd name="T10" fmla="*/ 52 w 79"/>
              <a:gd name="T11" fmla="*/ 0 h 72"/>
              <a:gd name="T12" fmla="*/ 54 w 79"/>
              <a:gd name="T13" fmla="*/ 1 h 72"/>
              <a:gd name="T14" fmla="*/ 77 w 79"/>
              <a:gd name="T15" fmla="*/ 24 h 72"/>
              <a:gd name="T16" fmla="*/ 77 w 79"/>
              <a:gd name="T17" fmla="*/ 29 h 72"/>
              <a:gd name="T18" fmla="*/ 77 w 79"/>
              <a:gd name="T19" fmla="*/ 29 h 72"/>
              <a:gd name="T20" fmla="*/ 54 w 79"/>
              <a:gd name="T21" fmla="*/ 52 h 72"/>
              <a:gd name="T22" fmla="*/ 50 w 79"/>
              <a:gd name="T23" fmla="*/ 52 h 72"/>
              <a:gd name="T24" fmla="*/ 49 w 79"/>
              <a:gd name="T25" fmla="*/ 50 h 72"/>
              <a:gd name="T26" fmla="*/ 49 w 79"/>
              <a:gd name="T27" fmla="*/ 50 h 72"/>
              <a:gd name="T28" fmla="*/ 49 w 79"/>
              <a:gd name="T29" fmla="*/ 39 h 72"/>
              <a:gd name="T30" fmla="*/ 27 w 79"/>
              <a:gd name="T31" fmla="*/ 39 h 72"/>
              <a:gd name="T32" fmla="*/ 24 w 79"/>
              <a:gd name="T33" fmla="*/ 36 h 72"/>
              <a:gd name="T34" fmla="*/ 24 w 79"/>
              <a:gd name="T35" fmla="*/ 36 h 72"/>
              <a:gd name="T36" fmla="*/ 24 w 79"/>
              <a:gd name="T37" fmla="*/ 29 h 72"/>
              <a:gd name="T38" fmla="*/ 8 w 79"/>
              <a:gd name="T39" fmla="*/ 45 h 72"/>
              <a:gd name="T40" fmla="*/ 24 w 79"/>
              <a:gd name="T41" fmla="*/ 62 h 72"/>
              <a:gd name="T42" fmla="*/ 24 w 79"/>
              <a:gd name="T43" fmla="*/ 55 h 72"/>
              <a:gd name="T44" fmla="*/ 27 w 79"/>
              <a:gd name="T45" fmla="*/ 52 h 72"/>
              <a:gd name="T46" fmla="*/ 27 w 79"/>
              <a:gd name="T47" fmla="*/ 52 h 72"/>
              <a:gd name="T48" fmla="*/ 40 w 79"/>
              <a:gd name="T49" fmla="*/ 52 h 72"/>
              <a:gd name="T50" fmla="*/ 43 w 79"/>
              <a:gd name="T51" fmla="*/ 55 h 72"/>
              <a:gd name="T52" fmla="*/ 40 w 79"/>
              <a:gd name="T53" fmla="*/ 58 h 72"/>
              <a:gd name="T54" fmla="*/ 30 w 79"/>
              <a:gd name="T55" fmla="*/ 58 h 72"/>
              <a:gd name="T56" fmla="*/ 30 w 79"/>
              <a:gd name="T57" fmla="*/ 69 h 72"/>
              <a:gd name="T58" fmla="*/ 30 w 79"/>
              <a:gd name="T59" fmla="*/ 69 h 72"/>
              <a:gd name="T60" fmla="*/ 29 w 79"/>
              <a:gd name="T61" fmla="*/ 71 h 72"/>
              <a:gd name="T62" fmla="*/ 25 w 79"/>
              <a:gd name="T63" fmla="*/ 71 h 72"/>
              <a:gd name="T64" fmla="*/ 2 w 79"/>
              <a:gd name="T65" fmla="*/ 48 h 72"/>
              <a:gd name="T66" fmla="*/ 2 w 79"/>
              <a:gd name="T67" fmla="*/ 43 h 72"/>
              <a:gd name="T68" fmla="*/ 25 w 79"/>
              <a:gd name="T69" fmla="*/ 20 h 72"/>
              <a:gd name="T70" fmla="*/ 27 w 79"/>
              <a:gd name="T71" fmla="*/ 19 h 72"/>
              <a:gd name="T72" fmla="*/ 30 w 79"/>
              <a:gd name="T73" fmla="*/ 22 h 72"/>
              <a:gd name="T74" fmla="*/ 30 w 79"/>
              <a:gd name="T75" fmla="*/ 33 h 72"/>
              <a:gd name="T76" fmla="*/ 52 w 79"/>
              <a:gd name="T77" fmla="*/ 33 h 72"/>
              <a:gd name="T78" fmla="*/ 52 w 79"/>
              <a:gd name="T79" fmla="*/ 33 h 72"/>
              <a:gd name="T80" fmla="*/ 55 w 79"/>
              <a:gd name="T81" fmla="*/ 36 h 72"/>
              <a:gd name="T82" fmla="*/ 55 w 79"/>
              <a:gd name="T83" fmla="*/ 36 h 72"/>
              <a:gd name="T84" fmla="*/ 55 w 79"/>
              <a:gd name="T85" fmla="*/ 43 h 72"/>
              <a:gd name="T86" fmla="*/ 71 w 79"/>
              <a:gd name="T87" fmla="*/ 26 h 72"/>
              <a:gd name="T88" fmla="*/ 55 w 79"/>
              <a:gd name="T89" fmla="*/ 10 h 72"/>
              <a:gd name="T90" fmla="*/ 55 w 79"/>
              <a:gd name="T91" fmla="*/ 17 h 72"/>
              <a:gd name="T92" fmla="*/ 55 w 79"/>
              <a:gd name="T93" fmla="*/ 17 h 72"/>
              <a:gd name="T94" fmla="*/ 52 w 79"/>
              <a:gd name="T95" fmla="*/ 20 h 72"/>
              <a:gd name="T96" fmla="*/ 39 w 79"/>
              <a:gd name="T97" fmla="*/ 2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9" h="72">
                <a:moveTo>
                  <a:pt x="39" y="20"/>
                </a:moveTo>
                <a:cubicBezTo>
                  <a:pt x="37" y="20"/>
                  <a:pt x="36" y="18"/>
                  <a:pt x="36" y="17"/>
                </a:cubicBezTo>
                <a:cubicBezTo>
                  <a:pt x="36" y="15"/>
                  <a:pt x="37" y="14"/>
                  <a:pt x="39" y="14"/>
                </a:cubicBezTo>
                <a:cubicBezTo>
                  <a:pt x="49" y="14"/>
                  <a:pt x="49" y="14"/>
                  <a:pt x="49" y="14"/>
                </a:cubicBezTo>
                <a:cubicBezTo>
                  <a:pt x="49" y="3"/>
                  <a:pt x="49" y="3"/>
                  <a:pt x="49" y="3"/>
                </a:cubicBezTo>
                <a:cubicBezTo>
                  <a:pt x="49" y="1"/>
                  <a:pt x="50" y="0"/>
                  <a:pt x="52" y="0"/>
                </a:cubicBezTo>
                <a:cubicBezTo>
                  <a:pt x="53" y="0"/>
                  <a:pt x="53" y="0"/>
                  <a:pt x="54" y="1"/>
                </a:cubicBezTo>
                <a:cubicBezTo>
                  <a:pt x="77" y="24"/>
                  <a:pt x="77" y="24"/>
                  <a:pt x="77" y="24"/>
                </a:cubicBezTo>
                <a:cubicBezTo>
                  <a:pt x="79" y="25"/>
                  <a:pt x="79" y="27"/>
                  <a:pt x="77" y="29"/>
                </a:cubicBezTo>
                <a:cubicBezTo>
                  <a:pt x="77" y="29"/>
                  <a:pt x="77" y="29"/>
                  <a:pt x="77" y="29"/>
                </a:cubicBezTo>
                <a:cubicBezTo>
                  <a:pt x="54" y="52"/>
                  <a:pt x="54" y="52"/>
                  <a:pt x="54" y="52"/>
                </a:cubicBezTo>
                <a:cubicBezTo>
                  <a:pt x="53" y="53"/>
                  <a:pt x="51" y="53"/>
                  <a:pt x="50" y="52"/>
                </a:cubicBezTo>
                <a:cubicBezTo>
                  <a:pt x="49" y="51"/>
                  <a:pt x="49" y="51"/>
                  <a:pt x="49" y="50"/>
                </a:cubicBezTo>
                <a:cubicBezTo>
                  <a:pt x="49" y="50"/>
                  <a:pt x="49" y="50"/>
                  <a:pt x="49" y="50"/>
                </a:cubicBezTo>
                <a:cubicBezTo>
                  <a:pt x="49" y="39"/>
                  <a:pt x="49" y="39"/>
                  <a:pt x="49" y="39"/>
                </a:cubicBezTo>
                <a:cubicBezTo>
                  <a:pt x="27" y="39"/>
                  <a:pt x="27" y="39"/>
                  <a:pt x="27" y="39"/>
                </a:cubicBezTo>
                <a:cubicBezTo>
                  <a:pt x="25" y="39"/>
                  <a:pt x="24" y="38"/>
                  <a:pt x="24" y="36"/>
                </a:cubicBezTo>
                <a:cubicBezTo>
                  <a:pt x="24" y="36"/>
                  <a:pt x="24" y="36"/>
                  <a:pt x="24" y="36"/>
                </a:cubicBezTo>
                <a:cubicBezTo>
                  <a:pt x="24" y="29"/>
                  <a:pt x="24" y="29"/>
                  <a:pt x="24" y="29"/>
                </a:cubicBezTo>
                <a:cubicBezTo>
                  <a:pt x="8" y="45"/>
                  <a:pt x="8" y="45"/>
                  <a:pt x="8" y="45"/>
                </a:cubicBezTo>
                <a:cubicBezTo>
                  <a:pt x="24" y="62"/>
                  <a:pt x="24" y="62"/>
                  <a:pt x="24" y="62"/>
                </a:cubicBezTo>
                <a:cubicBezTo>
                  <a:pt x="24" y="55"/>
                  <a:pt x="24" y="55"/>
                  <a:pt x="24" y="55"/>
                </a:cubicBezTo>
                <a:cubicBezTo>
                  <a:pt x="24" y="53"/>
                  <a:pt x="25" y="52"/>
                  <a:pt x="27" y="52"/>
                </a:cubicBezTo>
                <a:cubicBezTo>
                  <a:pt x="27" y="52"/>
                  <a:pt x="27" y="52"/>
                  <a:pt x="27" y="52"/>
                </a:cubicBezTo>
                <a:cubicBezTo>
                  <a:pt x="40" y="52"/>
                  <a:pt x="40" y="52"/>
                  <a:pt x="40" y="52"/>
                </a:cubicBezTo>
                <a:cubicBezTo>
                  <a:pt x="42" y="52"/>
                  <a:pt x="43" y="53"/>
                  <a:pt x="43" y="55"/>
                </a:cubicBezTo>
                <a:cubicBezTo>
                  <a:pt x="43" y="57"/>
                  <a:pt x="42" y="58"/>
                  <a:pt x="40" y="58"/>
                </a:cubicBezTo>
                <a:cubicBezTo>
                  <a:pt x="30" y="58"/>
                  <a:pt x="30" y="58"/>
                  <a:pt x="30" y="58"/>
                </a:cubicBezTo>
                <a:cubicBezTo>
                  <a:pt x="30" y="69"/>
                  <a:pt x="30" y="69"/>
                  <a:pt x="30" y="69"/>
                </a:cubicBezTo>
                <a:cubicBezTo>
                  <a:pt x="30" y="69"/>
                  <a:pt x="30" y="69"/>
                  <a:pt x="30" y="69"/>
                </a:cubicBezTo>
                <a:cubicBezTo>
                  <a:pt x="30" y="70"/>
                  <a:pt x="30" y="70"/>
                  <a:pt x="29" y="71"/>
                </a:cubicBezTo>
                <a:cubicBezTo>
                  <a:pt x="28" y="72"/>
                  <a:pt x="26" y="72"/>
                  <a:pt x="25" y="71"/>
                </a:cubicBezTo>
                <a:cubicBezTo>
                  <a:pt x="2" y="48"/>
                  <a:pt x="2" y="48"/>
                  <a:pt x="2" y="48"/>
                </a:cubicBezTo>
                <a:cubicBezTo>
                  <a:pt x="0" y="46"/>
                  <a:pt x="0" y="45"/>
                  <a:pt x="2" y="43"/>
                </a:cubicBezTo>
                <a:cubicBezTo>
                  <a:pt x="25" y="20"/>
                  <a:pt x="25" y="20"/>
                  <a:pt x="25" y="20"/>
                </a:cubicBezTo>
                <a:cubicBezTo>
                  <a:pt x="26" y="19"/>
                  <a:pt x="26" y="19"/>
                  <a:pt x="27" y="19"/>
                </a:cubicBezTo>
                <a:cubicBezTo>
                  <a:pt x="29" y="19"/>
                  <a:pt x="30" y="20"/>
                  <a:pt x="30" y="22"/>
                </a:cubicBezTo>
                <a:cubicBezTo>
                  <a:pt x="30" y="33"/>
                  <a:pt x="30" y="33"/>
                  <a:pt x="30" y="33"/>
                </a:cubicBezTo>
                <a:cubicBezTo>
                  <a:pt x="52" y="33"/>
                  <a:pt x="52" y="33"/>
                  <a:pt x="52" y="33"/>
                </a:cubicBezTo>
                <a:cubicBezTo>
                  <a:pt x="52" y="33"/>
                  <a:pt x="52" y="33"/>
                  <a:pt x="52" y="33"/>
                </a:cubicBezTo>
                <a:cubicBezTo>
                  <a:pt x="54" y="33"/>
                  <a:pt x="55" y="34"/>
                  <a:pt x="55" y="36"/>
                </a:cubicBezTo>
                <a:cubicBezTo>
                  <a:pt x="55" y="36"/>
                  <a:pt x="55" y="36"/>
                  <a:pt x="55" y="36"/>
                </a:cubicBezTo>
                <a:cubicBezTo>
                  <a:pt x="55" y="43"/>
                  <a:pt x="55" y="43"/>
                  <a:pt x="55" y="43"/>
                </a:cubicBezTo>
                <a:cubicBezTo>
                  <a:pt x="71" y="26"/>
                  <a:pt x="71" y="26"/>
                  <a:pt x="71" y="26"/>
                </a:cubicBezTo>
                <a:cubicBezTo>
                  <a:pt x="55" y="10"/>
                  <a:pt x="55" y="10"/>
                  <a:pt x="55" y="10"/>
                </a:cubicBezTo>
                <a:cubicBezTo>
                  <a:pt x="55" y="17"/>
                  <a:pt x="55" y="17"/>
                  <a:pt x="55" y="17"/>
                </a:cubicBezTo>
                <a:cubicBezTo>
                  <a:pt x="55" y="17"/>
                  <a:pt x="55" y="17"/>
                  <a:pt x="55" y="17"/>
                </a:cubicBezTo>
                <a:cubicBezTo>
                  <a:pt x="55" y="18"/>
                  <a:pt x="54" y="20"/>
                  <a:pt x="52" y="20"/>
                </a:cubicBezTo>
                <a:cubicBezTo>
                  <a:pt x="39" y="20"/>
                  <a:pt x="39" y="20"/>
                  <a:pt x="39" y="20"/>
                </a:cubicBezTo>
                <a:close/>
              </a:path>
            </a:pathLst>
          </a:custGeom>
          <a:solidFill>
            <a:srgbClr val="EA5514"/>
          </a:solidFill>
          <a:ln>
            <a:noFill/>
          </a:ln>
        </p:spPr>
        <p:txBody>
          <a:bodyPr/>
          <a:lstStyle/>
          <a:p>
            <a:endParaRPr lang="zh-CN" altLang="en-US"/>
          </a:p>
        </p:txBody>
      </p:sp>
      <p:sp>
        <p:nvSpPr>
          <p:cNvPr id="46" name="Freeform 37">
            <a:extLst>
              <a:ext uri="{FF2B5EF4-FFF2-40B4-BE49-F238E27FC236}">
                <a16:creationId xmlns:a16="http://schemas.microsoft.com/office/drawing/2014/main" id="{C5F9E544-CA43-4C35-A75B-92D1719BBA8A}"/>
              </a:ext>
            </a:extLst>
          </p:cNvPr>
          <p:cNvSpPr>
            <a:spLocks noEditPoints="1"/>
          </p:cNvSpPr>
          <p:nvPr/>
        </p:nvSpPr>
        <p:spPr bwMode="auto">
          <a:xfrm>
            <a:off x="5396017" y="2765260"/>
            <a:ext cx="220663" cy="254000"/>
          </a:xfrm>
          <a:custGeom>
            <a:avLst/>
            <a:gdLst>
              <a:gd name="T0" fmla="*/ 27 w 112"/>
              <a:gd name="T1" fmla="*/ 92 h 128"/>
              <a:gd name="T2" fmla="*/ 27 w 112"/>
              <a:gd name="T3" fmla="*/ 98 h 128"/>
              <a:gd name="T4" fmla="*/ 87 w 112"/>
              <a:gd name="T5" fmla="*/ 95 h 128"/>
              <a:gd name="T6" fmla="*/ 24 w 112"/>
              <a:gd name="T7" fmla="*/ 53 h 128"/>
              <a:gd name="T8" fmla="*/ 27 w 112"/>
              <a:gd name="T9" fmla="*/ 56 h 128"/>
              <a:gd name="T10" fmla="*/ 87 w 112"/>
              <a:gd name="T11" fmla="*/ 53 h 128"/>
              <a:gd name="T12" fmla="*/ 27 w 112"/>
              <a:gd name="T13" fmla="*/ 50 h 128"/>
              <a:gd name="T14" fmla="*/ 110 w 112"/>
              <a:gd name="T15" fmla="*/ 37 h 128"/>
              <a:gd name="T16" fmla="*/ 75 w 112"/>
              <a:gd name="T17" fmla="*/ 1 h 128"/>
              <a:gd name="T18" fmla="*/ 13 w 112"/>
              <a:gd name="T19" fmla="*/ 0 h 128"/>
              <a:gd name="T20" fmla="*/ 0 w 112"/>
              <a:gd name="T21" fmla="*/ 13 h 128"/>
              <a:gd name="T22" fmla="*/ 3 w 112"/>
              <a:gd name="T23" fmla="*/ 124 h 128"/>
              <a:gd name="T24" fmla="*/ 13 w 112"/>
              <a:gd name="T25" fmla="*/ 128 h 128"/>
              <a:gd name="T26" fmla="*/ 108 w 112"/>
              <a:gd name="T27" fmla="*/ 124 h 128"/>
              <a:gd name="T28" fmla="*/ 112 w 112"/>
              <a:gd name="T29" fmla="*/ 115 h 128"/>
              <a:gd name="T30" fmla="*/ 110 w 112"/>
              <a:gd name="T31" fmla="*/ 37 h 128"/>
              <a:gd name="T32" fmla="*/ 74 w 112"/>
              <a:gd name="T33" fmla="*/ 15 h 128"/>
              <a:gd name="T34" fmla="*/ 79 w 112"/>
              <a:gd name="T35" fmla="*/ 37 h 128"/>
              <a:gd name="T36" fmla="*/ 76 w 112"/>
              <a:gd name="T37" fmla="*/ 36 h 128"/>
              <a:gd name="T38" fmla="*/ 74 w 112"/>
              <a:gd name="T39" fmla="*/ 15 h 128"/>
              <a:gd name="T40" fmla="*/ 102 w 112"/>
              <a:gd name="T41" fmla="*/ 115 h 128"/>
              <a:gd name="T42" fmla="*/ 101 w 112"/>
              <a:gd name="T43" fmla="*/ 117 h 128"/>
              <a:gd name="T44" fmla="*/ 13 w 112"/>
              <a:gd name="T45" fmla="*/ 118 h 128"/>
              <a:gd name="T46" fmla="*/ 9 w 112"/>
              <a:gd name="T47" fmla="*/ 115 h 128"/>
              <a:gd name="T48" fmla="*/ 10 w 112"/>
              <a:gd name="T49" fmla="*/ 11 h 128"/>
              <a:gd name="T50" fmla="*/ 68 w 112"/>
              <a:gd name="T51" fmla="*/ 10 h 128"/>
              <a:gd name="T52" fmla="*/ 71 w 112"/>
              <a:gd name="T53" fmla="*/ 40 h 128"/>
              <a:gd name="T54" fmla="*/ 79 w 112"/>
              <a:gd name="T55" fmla="*/ 43 h 128"/>
              <a:gd name="T56" fmla="*/ 102 w 112"/>
              <a:gd name="T57" fmla="*/ 115 h 128"/>
              <a:gd name="T58" fmla="*/ 84 w 112"/>
              <a:gd name="T59" fmla="*/ 71 h 128"/>
              <a:gd name="T60" fmla="*/ 24 w 112"/>
              <a:gd name="T61" fmla="*/ 74 h 128"/>
              <a:gd name="T62" fmla="*/ 84 w 112"/>
              <a:gd name="T63" fmla="*/ 77 h 128"/>
              <a:gd name="T64" fmla="*/ 84 w 112"/>
              <a:gd name="T65" fmla="*/ 7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28">
                <a:moveTo>
                  <a:pt x="84" y="92"/>
                </a:moveTo>
                <a:cubicBezTo>
                  <a:pt x="27" y="92"/>
                  <a:pt x="27" y="92"/>
                  <a:pt x="27" y="92"/>
                </a:cubicBezTo>
                <a:cubicBezTo>
                  <a:pt x="25" y="92"/>
                  <a:pt x="24" y="93"/>
                  <a:pt x="24" y="95"/>
                </a:cubicBezTo>
                <a:cubicBezTo>
                  <a:pt x="24" y="96"/>
                  <a:pt x="25" y="98"/>
                  <a:pt x="27" y="98"/>
                </a:cubicBezTo>
                <a:cubicBezTo>
                  <a:pt x="84" y="98"/>
                  <a:pt x="84" y="98"/>
                  <a:pt x="84" y="98"/>
                </a:cubicBezTo>
                <a:cubicBezTo>
                  <a:pt x="86" y="98"/>
                  <a:pt x="87" y="96"/>
                  <a:pt x="87" y="95"/>
                </a:cubicBezTo>
                <a:cubicBezTo>
                  <a:pt x="87" y="93"/>
                  <a:pt x="86" y="92"/>
                  <a:pt x="84" y="92"/>
                </a:cubicBezTo>
                <a:close/>
                <a:moveTo>
                  <a:pt x="24" y="53"/>
                </a:moveTo>
                <a:cubicBezTo>
                  <a:pt x="24" y="53"/>
                  <a:pt x="24" y="53"/>
                  <a:pt x="24" y="53"/>
                </a:cubicBezTo>
                <a:cubicBezTo>
                  <a:pt x="24" y="55"/>
                  <a:pt x="25" y="56"/>
                  <a:pt x="27" y="56"/>
                </a:cubicBezTo>
                <a:cubicBezTo>
                  <a:pt x="84" y="56"/>
                  <a:pt x="84" y="56"/>
                  <a:pt x="84" y="56"/>
                </a:cubicBezTo>
                <a:cubicBezTo>
                  <a:pt x="86" y="56"/>
                  <a:pt x="87" y="55"/>
                  <a:pt x="87" y="53"/>
                </a:cubicBezTo>
                <a:cubicBezTo>
                  <a:pt x="87" y="52"/>
                  <a:pt x="86" y="50"/>
                  <a:pt x="84" y="50"/>
                </a:cubicBezTo>
                <a:cubicBezTo>
                  <a:pt x="27" y="50"/>
                  <a:pt x="27" y="50"/>
                  <a:pt x="27" y="50"/>
                </a:cubicBezTo>
                <a:cubicBezTo>
                  <a:pt x="25" y="50"/>
                  <a:pt x="24" y="52"/>
                  <a:pt x="24" y="53"/>
                </a:cubicBezTo>
                <a:close/>
                <a:moveTo>
                  <a:pt x="110" y="37"/>
                </a:moveTo>
                <a:cubicBezTo>
                  <a:pt x="110" y="37"/>
                  <a:pt x="110" y="37"/>
                  <a:pt x="110" y="37"/>
                </a:cubicBezTo>
                <a:cubicBezTo>
                  <a:pt x="75" y="1"/>
                  <a:pt x="75" y="1"/>
                  <a:pt x="75" y="1"/>
                </a:cubicBezTo>
                <a:cubicBezTo>
                  <a:pt x="74" y="0"/>
                  <a:pt x="73" y="0"/>
                  <a:pt x="71" y="0"/>
                </a:cubicBezTo>
                <a:cubicBezTo>
                  <a:pt x="13" y="0"/>
                  <a:pt x="13" y="0"/>
                  <a:pt x="13" y="0"/>
                </a:cubicBezTo>
                <a:cubicBezTo>
                  <a:pt x="9" y="0"/>
                  <a:pt x="6" y="1"/>
                  <a:pt x="3" y="4"/>
                </a:cubicBezTo>
                <a:cubicBezTo>
                  <a:pt x="1" y="6"/>
                  <a:pt x="0" y="9"/>
                  <a:pt x="0" y="13"/>
                </a:cubicBezTo>
                <a:cubicBezTo>
                  <a:pt x="0" y="115"/>
                  <a:pt x="0" y="115"/>
                  <a:pt x="0" y="115"/>
                </a:cubicBezTo>
                <a:cubicBezTo>
                  <a:pt x="0" y="118"/>
                  <a:pt x="1" y="122"/>
                  <a:pt x="3" y="124"/>
                </a:cubicBezTo>
                <a:cubicBezTo>
                  <a:pt x="4" y="124"/>
                  <a:pt x="4" y="124"/>
                  <a:pt x="4" y="124"/>
                </a:cubicBezTo>
                <a:cubicBezTo>
                  <a:pt x="6" y="126"/>
                  <a:pt x="9" y="128"/>
                  <a:pt x="13" y="128"/>
                </a:cubicBezTo>
                <a:cubicBezTo>
                  <a:pt x="99" y="128"/>
                  <a:pt x="99" y="128"/>
                  <a:pt x="99" y="128"/>
                </a:cubicBezTo>
                <a:cubicBezTo>
                  <a:pt x="102" y="128"/>
                  <a:pt x="105" y="126"/>
                  <a:pt x="108" y="124"/>
                </a:cubicBezTo>
                <a:cubicBezTo>
                  <a:pt x="108" y="124"/>
                  <a:pt x="108" y="124"/>
                  <a:pt x="108" y="124"/>
                </a:cubicBezTo>
                <a:cubicBezTo>
                  <a:pt x="110" y="122"/>
                  <a:pt x="112" y="118"/>
                  <a:pt x="112" y="115"/>
                </a:cubicBezTo>
                <a:cubicBezTo>
                  <a:pt x="112" y="40"/>
                  <a:pt x="112" y="40"/>
                  <a:pt x="112" y="40"/>
                </a:cubicBezTo>
                <a:cubicBezTo>
                  <a:pt x="112" y="39"/>
                  <a:pt x="111" y="38"/>
                  <a:pt x="110" y="37"/>
                </a:cubicBezTo>
                <a:close/>
                <a:moveTo>
                  <a:pt x="74" y="15"/>
                </a:moveTo>
                <a:cubicBezTo>
                  <a:pt x="74" y="15"/>
                  <a:pt x="74" y="15"/>
                  <a:pt x="74" y="15"/>
                </a:cubicBezTo>
                <a:cubicBezTo>
                  <a:pt x="97" y="37"/>
                  <a:pt x="97" y="37"/>
                  <a:pt x="97" y="37"/>
                </a:cubicBezTo>
                <a:cubicBezTo>
                  <a:pt x="79" y="37"/>
                  <a:pt x="79" y="37"/>
                  <a:pt x="79" y="37"/>
                </a:cubicBezTo>
                <a:cubicBezTo>
                  <a:pt x="78" y="37"/>
                  <a:pt x="77" y="37"/>
                  <a:pt x="76" y="36"/>
                </a:cubicBezTo>
                <a:cubicBezTo>
                  <a:pt x="76" y="36"/>
                  <a:pt x="76" y="36"/>
                  <a:pt x="76" y="36"/>
                </a:cubicBezTo>
                <a:cubicBezTo>
                  <a:pt x="75" y="35"/>
                  <a:pt x="74" y="33"/>
                  <a:pt x="74" y="32"/>
                </a:cubicBezTo>
                <a:cubicBezTo>
                  <a:pt x="74" y="15"/>
                  <a:pt x="74" y="15"/>
                  <a:pt x="74" y="15"/>
                </a:cubicBezTo>
                <a:close/>
                <a:moveTo>
                  <a:pt x="102" y="115"/>
                </a:moveTo>
                <a:cubicBezTo>
                  <a:pt x="102" y="115"/>
                  <a:pt x="102" y="115"/>
                  <a:pt x="102" y="115"/>
                </a:cubicBezTo>
                <a:cubicBezTo>
                  <a:pt x="102" y="116"/>
                  <a:pt x="101" y="116"/>
                  <a:pt x="101" y="117"/>
                </a:cubicBezTo>
                <a:cubicBezTo>
                  <a:pt x="101" y="117"/>
                  <a:pt x="101" y="117"/>
                  <a:pt x="101" y="117"/>
                </a:cubicBezTo>
                <a:cubicBezTo>
                  <a:pt x="100" y="118"/>
                  <a:pt x="99" y="118"/>
                  <a:pt x="99" y="118"/>
                </a:cubicBezTo>
                <a:cubicBezTo>
                  <a:pt x="13" y="118"/>
                  <a:pt x="13" y="118"/>
                  <a:pt x="13" y="118"/>
                </a:cubicBezTo>
                <a:cubicBezTo>
                  <a:pt x="12" y="118"/>
                  <a:pt x="11" y="118"/>
                  <a:pt x="10" y="117"/>
                </a:cubicBezTo>
                <a:cubicBezTo>
                  <a:pt x="10" y="116"/>
                  <a:pt x="9" y="116"/>
                  <a:pt x="9" y="115"/>
                </a:cubicBezTo>
                <a:cubicBezTo>
                  <a:pt x="9" y="13"/>
                  <a:pt x="9" y="13"/>
                  <a:pt x="9" y="13"/>
                </a:cubicBezTo>
                <a:cubicBezTo>
                  <a:pt x="9" y="12"/>
                  <a:pt x="10" y="11"/>
                  <a:pt x="10" y="11"/>
                </a:cubicBezTo>
                <a:cubicBezTo>
                  <a:pt x="11" y="10"/>
                  <a:pt x="12" y="10"/>
                  <a:pt x="13" y="10"/>
                </a:cubicBezTo>
                <a:cubicBezTo>
                  <a:pt x="68" y="10"/>
                  <a:pt x="68" y="10"/>
                  <a:pt x="68" y="10"/>
                </a:cubicBezTo>
                <a:cubicBezTo>
                  <a:pt x="68" y="32"/>
                  <a:pt x="68" y="32"/>
                  <a:pt x="68" y="32"/>
                </a:cubicBezTo>
                <a:cubicBezTo>
                  <a:pt x="68" y="35"/>
                  <a:pt x="69" y="38"/>
                  <a:pt x="71" y="40"/>
                </a:cubicBezTo>
                <a:cubicBezTo>
                  <a:pt x="72" y="40"/>
                  <a:pt x="72" y="40"/>
                  <a:pt x="72" y="40"/>
                </a:cubicBezTo>
                <a:cubicBezTo>
                  <a:pt x="73" y="42"/>
                  <a:pt x="76" y="43"/>
                  <a:pt x="79" y="43"/>
                </a:cubicBezTo>
                <a:cubicBezTo>
                  <a:pt x="102" y="43"/>
                  <a:pt x="102" y="43"/>
                  <a:pt x="102" y="43"/>
                </a:cubicBezTo>
                <a:cubicBezTo>
                  <a:pt x="102" y="115"/>
                  <a:pt x="102" y="115"/>
                  <a:pt x="102" y="115"/>
                </a:cubicBezTo>
                <a:close/>
                <a:moveTo>
                  <a:pt x="84" y="71"/>
                </a:moveTo>
                <a:cubicBezTo>
                  <a:pt x="84" y="71"/>
                  <a:pt x="84" y="71"/>
                  <a:pt x="84" y="71"/>
                </a:cubicBezTo>
                <a:cubicBezTo>
                  <a:pt x="27" y="71"/>
                  <a:pt x="27" y="71"/>
                  <a:pt x="27" y="71"/>
                </a:cubicBezTo>
                <a:cubicBezTo>
                  <a:pt x="25" y="71"/>
                  <a:pt x="24" y="72"/>
                  <a:pt x="24" y="74"/>
                </a:cubicBezTo>
                <a:cubicBezTo>
                  <a:pt x="24" y="76"/>
                  <a:pt x="25" y="77"/>
                  <a:pt x="27" y="77"/>
                </a:cubicBezTo>
                <a:cubicBezTo>
                  <a:pt x="84" y="77"/>
                  <a:pt x="84" y="77"/>
                  <a:pt x="84" y="77"/>
                </a:cubicBezTo>
                <a:cubicBezTo>
                  <a:pt x="86" y="77"/>
                  <a:pt x="87" y="76"/>
                  <a:pt x="87" y="74"/>
                </a:cubicBezTo>
                <a:cubicBezTo>
                  <a:pt x="87" y="72"/>
                  <a:pt x="86" y="71"/>
                  <a:pt x="84" y="71"/>
                </a:cubicBezTo>
                <a:close/>
              </a:path>
            </a:pathLst>
          </a:custGeom>
          <a:solidFill>
            <a:srgbClr val="A9D25A"/>
          </a:solidFill>
          <a:ln>
            <a:noFill/>
          </a:ln>
        </p:spPr>
        <p:txBody>
          <a:bodyPr/>
          <a:lstStyle/>
          <a:p>
            <a:endParaRPr lang="zh-CN" altLang="en-US">
              <a:solidFill>
                <a:schemeClr val="tx1">
                  <a:lumMod val="50000"/>
                  <a:lumOff val="50000"/>
                </a:schemeClr>
              </a:solidFill>
            </a:endParaRPr>
          </a:p>
        </p:txBody>
      </p:sp>
      <p:sp>
        <p:nvSpPr>
          <p:cNvPr id="47" name="Freeform 34">
            <a:extLst>
              <a:ext uri="{FF2B5EF4-FFF2-40B4-BE49-F238E27FC236}">
                <a16:creationId xmlns:a16="http://schemas.microsoft.com/office/drawing/2014/main" id="{0AD44BE0-F9E7-4B51-8FD4-D922681EDC9E}"/>
              </a:ext>
            </a:extLst>
          </p:cNvPr>
          <p:cNvSpPr>
            <a:spLocks noEditPoints="1"/>
          </p:cNvSpPr>
          <p:nvPr/>
        </p:nvSpPr>
        <p:spPr bwMode="auto">
          <a:xfrm>
            <a:off x="6845747" y="2770022"/>
            <a:ext cx="173037" cy="244475"/>
          </a:xfrm>
          <a:custGeom>
            <a:avLst/>
            <a:gdLst>
              <a:gd name="T0" fmla="*/ 77 w 88"/>
              <a:gd name="T1" fmla="*/ 33 h 124"/>
              <a:gd name="T2" fmla="*/ 67 w 88"/>
              <a:gd name="T3" fmla="*/ 57 h 124"/>
              <a:gd name="T4" fmla="*/ 67 w 88"/>
              <a:gd name="T5" fmla="*/ 57 h 124"/>
              <a:gd name="T6" fmla="*/ 85 w 88"/>
              <a:gd name="T7" fmla="*/ 79 h 124"/>
              <a:gd name="T8" fmla="*/ 88 w 88"/>
              <a:gd name="T9" fmla="*/ 104 h 124"/>
              <a:gd name="T10" fmla="*/ 79 w 88"/>
              <a:gd name="T11" fmla="*/ 115 h 124"/>
              <a:gd name="T12" fmla="*/ 69 w 88"/>
              <a:gd name="T13" fmla="*/ 115 h 124"/>
              <a:gd name="T14" fmla="*/ 64 w 88"/>
              <a:gd name="T15" fmla="*/ 124 h 124"/>
              <a:gd name="T16" fmla="*/ 23 w 88"/>
              <a:gd name="T17" fmla="*/ 124 h 124"/>
              <a:gd name="T18" fmla="*/ 19 w 88"/>
              <a:gd name="T19" fmla="*/ 119 h 124"/>
              <a:gd name="T20" fmla="*/ 9 w 88"/>
              <a:gd name="T21" fmla="*/ 115 h 124"/>
              <a:gd name="T22" fmla="*/ 2 w 88"/>
              <a:gd name="T23" fmla="*/ 111 h 124"/>
              <a:gd name="T24" fmla="*/ 0 w 88"/>
              <a:gd name="T25" fmla="*/ 93 h 124"/>
              <a:gd name="T26" fmla="*/ 20 w 88"/>
              <a:gd name="T27" fmla="*/ 57 h 124"/>
              <a:gd name="T28" fmla="*/ 20 w 88"/>
              <a:gd name="T29" fmla="*/ 57 h 124"/>
              <a:gd name="T30" fmla="*/ 44 w 88"/>
              <a:gd name="T31" fmla="*/ 0 h 124"/>
              <a:gd name="T32" fmla="*/ 22 w 88"/>
              <a:gd name="T33" fmla="*/ 105 h 124"/>
              <a:gd name="T34" fmla="*/ 25 w 88"/>
              <a:gd name="T35" fmla="*/ 89 h 124"/>
              <a:gd name="T36" fmla="*/ 28 w 88"/>
              <a:gd name="T37" fmla="*/ 109 h 124"/>
              <a:gd name="T38" fmla="*/ 28 w 88"/>
              <a:gd name="T39" fmla="*/ 114 h 124"/>
              <a:gd name="T40" fmla="*/ 59 w 88"/>
              <a:gd name="T41" fmla="*/ 110 h 124"/>
              <a:gd name="T42" fmla="*/ 59 w 88"/>
              <a:gd name="T43" fmla="*/ 109 h 124"/>
              <a:gd name="T44" fmla="*/ 62 w 88"/>
              <a:gd name="T45" fmla="*/ 89 h 124"/>
              <a:gd name="T46" fmla="*/ 65 w 88"/>
              <a:gd name="T47" fmla="*/ 105 h 124"/>
              <a:gd name="T48" fmla="*/ 78 w 88"/>
              <a:gd name="T49" fmla="*/ 104 h 124"/>
              <a:gd name="T50" fmla="*/ 76 w 88"/>
              <a:gd name="T51" fmla="*/ 83 h 124"/>
              <a:gd name="T52" fmla="*/ 59 w 88"/>
              <a:gd name="T53" fmla="*/ 63 h 124"/>
              <a:gd name="T54" fmla="*/ 28 w 88"/>
              <a:gd name="T55" fmla="*/ 63 h 124"/>
              <a:gd name="T56" fmla="*/ 10 w 88"/>
              <a:gd name="T57" fmla="*/ 93 h 124"/>
              <a:gd name="T58" fmla="*/ 10 w 88"/>
              <a:gd name="T59" fmla="*/ 105 h 124"/>
              <a:gd name="T60" fmla="*/ 44 w 88"/>
              <a:gd name="T61" fmla="*/ 9 h 124"/>
              <a:gd name="T62" fmla="*/ 20 w 88"/>
              <a:gd name="T63" fmla="*/ 33 h 124"/>
              <a:gd name="T64" fmla="*/ 68 w 88"/>
              <a:gd name="T65" fmla="*/ 33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8" h="124">
                <a:moveTo>
                  <a:pt x="44" y="0"/>
                </a:moveTo>
                <a:cubicBezTo>
                  <a:pt x="62" y="0"/>
                  <a:pt x="77" y="15"/>
                  <a:pt x="77" y="33"/>
                </a:cubicBezTo>
                <a:cubicBezTo>
                  <a:pt x="77" y="43"/>
                  <a:pt x="74" y="51"/>
                  <a:pt x="68" y="57"/>
                </a:cubicBezTo>
                <a:cubicBezTo>
                  <a:pt x="67" y="57"/>
                  <a:pt x="67" y="57"/>
                  <a:pt x="67" y="57"/>
                </a:cubicBezTo>
                <a:cubicBezTo>
                  <a:pt x="67" y="57"/>
                  <a:pt x="67" y="57"/>
                  <a:pt x="67" y="57"/>
                </a:cubicBezTo>
                <a:cubicBezTo>
                  <a:pt x="67" y="57"/>
                  <a:pt x="67" y="57"/>
                  <a:pt x="67" y="57"/>
                </a:cubicBezTo>
                <a:cubicBezTo>
                  <a:pt x="74" y="64"/>
                  <a:pt x="81" y="70"/>
                  <a:pt x="85" y="79"/>
                </a:cubicBezTo>
                <a:cubicBezTo>
                  <a:pt x="85" y="79"/>
                  <a:pt x="85" y="79"/>
                  <a:pt x="85" y="79"/>
                </a:cubicBezTo>
                <a:cubicBezTo>
                  <a:pt x="87" y="83"/>
                  <a:pt x="88" y="88"/>
                  <a:pt x="88" y="93"/>
                </a:cubicBezTo>
                <a:cubicBezTo>
                  <a:pt x="88" y="104"/>
                  <a:pt x="88" y="104"/>
                  <a:pt x="88" y="104"/>
                </a:cubicBezTo>
                <a:cubicBezTo>
                  <a:pt x="88" y="106"/>
                  <a:pt x="87" y="109"/>
                  <a:pt x="85" y="111"/>
                </a:cubicBezTo>
                <a:cubicBezTo>
                  <a:pt x="84" y="113"/>
                  <a:pt x="82" y="114"/>
                  <a:pt x="79" y="115"/>
                </a:cubicBezTo>
                <a:cubicBezTo>
                  <a:pt x="79" y="115"/>
                  <a:pt x="79" y="115"/>
                  <a:pt x="78" y="115"/>
                </a:cubicBezTo>
                <a:cubicBezTo>
                  <a:pt x="69" y="115"/>
                  <a:pt x="69" y="115"/>
                  <a:pt x="69" y="115"/>
                </a:cubicBezTo>
                <a:cubicBezTo>
                  <a:pt x="69" y="119"/>
                  <a:pt x="69" y="119"/>
                  <a:pt x="69" y="119"/>
                </a:cubicBezTo>
                <a:cubicBezTo>
                  <a:pt x="69" y="122"/>
                  <a:pt x="66" y="124"/>
                  <a:pt x="64" y="124"/>
                </a:cubicBezTo>
                <a:cubicBezTo>
                  <a:pt x="64" y="124"/>
                  <a:pt x="64" y="124"/>
                  <a:pt x="64" y="124"/>
                </a:cubicBezTo>
                <a:cubicBezTo>
                  <a:pt x="23" y="124"/>
                  <a:pt x="23" y="124"/>
                  <a:pt x="23" y="124"/>
                </a:cubicBezTo>
                <a:cubicBezTo>
                  <a:pt x="21" y="124"/>
                  <a:pt x="19" y="122"/>
                  <a:pt x="19" y="119"/>
                </a:cubicBezTo>
                <a:cubicBezTo>
                  <a:pt x="19" y="119"/>
                  <a:pt x="19" y="119"/>
                  <a:pt x="19" y="119"/>
                </a:cubicBezTo>
                <a:cubicBezTo>
                  <a:pt x="19" y="115"/>
                  <a:pt x="19" y="115"/>
                  <a:pt x="19" y="115"/>
                </a:cubicBezTo>
                <a:cubicBezTo>
                  <a:pt x="9" y="115"/>
                  <a:pt x="9" y="115"/>
                  <a:pt x="9" y="115"/>
                </a:cubicBezTo>
                <a:cubicBezTo>
                  <a:pt x="9" y="115"/>
                  <a:pt x="8" y="115"/>
                  <a:pt x="8" y="115"/>
                </a:cubicBezTo>
                <a:cubicBezTo>
                  <a:pt x="5" y="114"/>
                  <a:pt x="3" y="113"/>
                  <a:pt x="2" y="111"/>
                </a:cubicBezTo>
                <a:cubicBezTo>
                  <a:pt x="0" y="109"/>
                  <a:pt x="0" y="106"/>
                  <a:pt x="0" y="104"/>
                </a:cubicBezTo>
                <a:cubicBezTo>
                  <a:pt x="0" y="93"/>
                  <a:pt x="0" y="93"/>
                  <a:pt x="0" y="93"/>
                </a:cubicBezTo>
                <a:cubicBezTo>
                  <a:pt x="0" y="88"/>
                  <a:pt x="1" y="83"/>
                  <a:pt x="2" y="79"/>
                </a:cubicBezTo>
                <a:cubicBezTo>
                  <a:pt x="6" y="70"/>
                  <a:pt x="13" y="64"/>
                  <a:pt x="20" y="57"/>
                </a:cubicBezTo>
                <a:cubicBezTo>
                  <a:pt x="20" y="57"/>
                  <a:pt x="20" y="57"/>
                  <a:pt x="20" y="57"/>
                </a:cubicBezTo>
                <a:cubicBezTo>
                  <a:pt x="20" y="57"/>
                  <a:pt x="20" y="57"/>
                  <a:pt x="20" y="57"/>
                </a:cubicBezTo>
                <a:cubicBezTo>
                  <a:pt x="13" y="51"/>
                  <a:pt x="10" y="42"/>
                  <a:pt x="10" y="33"/>
                </a:cubicBezTo>
                <a:cubicBezTo>
                  <a:pt x="10" y="15"/>
                  <a:pt x="25" y="0"/>
                  <a:pt x="44" y="0"/>
                </a:cubicBezTo>
                <a:close/>
                <a:moveTo>
                  <a:pt x="22" y="105"/>
                </a:moveTo>
                <a:cubicBezTo>
                  <a:pt x="22" y="105"/>
                  <a:pt x="22" y="105"/>
                  <a:pt x="22" y="105"/>
                </a:cubicBezTo>
                <a:cubicBezTo>
                  <a:pt x="22" y="92"/>
                  <a:pt x="22" y="92"/>
                  <a:pt x="22" y="92"/>
                </a:cubicBezTo>
                <a:cubicBezTo>
                  <a:pt x="22" y="90"/>
                  <a:pt x="24" y="89"/>
                  <a:pt x="25" y="89"/>
                </a:cubicBezTo>
                <a:cubicBezTo>
                  <a:pt x="27" y="89"/>
                  <a:pt x="28" y="90"/>
                  <a:pt x="28" y="92"/>
                </a:cubicBezTo>
                <a:cubicBezTo>
                  <a:pt x="28" y="109"/>
                  <a:pt x="28" y="109"/>
                  <a:pt x="28" y="109"/>
                </a:cubicBezTo>
                <a:cubicBezTo>
                  <a:pt x="28" y="110"/>
                  <a:pt x="28" y="110"/>
                  <a:pt x="28" y="110"/>
                </a:cubicBezTo>
                <a:cubicBezTo>
                  <a:pt x="28" y="114"/>
                  <a:pt x="28" y="114"/>
                  <a:pt x="28" y="114"/>
                </a:cubicBezTo>
                <a:cubicBezTo>
                  <a:pt x="59" y="114"/>
                  <a:pt x="59" y="114"/>
                  <a:pt x="59" y="114"/>
                </a:cubicBezTo>
                <a:cubicBezTo>
                  <a:pt x="59" y="110"/>
                  <a:pt x="59" y="110"/>
                  <a:pt x="59" y="110"/>
                </a:cubicBezTo>
                <a:cubicBezTo>
                  <a:pt x="59" y="110"/>
                  <a:pt x="59" y="110"/>
                  <a:pt x="59" y="110"/>
                </a:cubicBezTo>
                <a:cubicBezTo>
                  <a:pt x="59" y="109"/>
                  <a:pt x="59" y="109"/>
                  <a:pt x="59" y="109"/>
                </a:cubicBezTo>
                <a:cubicBezTo>
                  <a:pt x="59" y="92"/>
                  <a:pt x="59" y="92"/>
                  <a:pt x="59" y="92"/>
                </a:cubicBezTo>
                <a:cubicBezTo>
                  <a:pt x="59" y="90"/>
                  <a:pt x="60" y="89"/>
                  <a:pt x="62" y="89"/>
                </a:cubicBezTo>
                <a:cubicBezTo>
                  <a:pt x="63" y="89"/>
                  <a:pt x="65" y="90"/>
                  <a:pt x="65" y="92"/>
                </a:cubicBezTo>
                <a:cubicBezTo>
                  <a:pt x="65" y="105"/>
                  <a:pt x="65" y="105"/>
                  <a:pt x="65" y="105"/>
                </a:cubicBezTo>
                <a:cubicBezTo>
                  <a:pt x="78" y="105"/>
                  <a:pt x="78" y="105"/>
                  <a:pt x="78" y="105"/>
                </a:cubicBezTo>
                <a:cubicBezTo>
                  <a:pt x="78" y="104"/>
                  <a:pt x="78" y="104"/>
                  <a:pt x="78" y="104"/>
                </a:cubicBezTo>
                <a:cubicBezTo>
                  <a:pt x="78" y="93"/>
                  <a:pt x="78" y="93"/>
                  <a:pt x="78" y="93"/>
                </a:cubicBezTo>
                <a:cubicBezTo>
                  <a:pt x="78" y="89"/>
                  <a:pt x="77" y="86"/>
                  <a:pt x="76" y="83"/>
                </a:cubicBezTo>
                <a:cubicBezTo>
                  <a:pt x="76" y="83"/>
                  <a:pt x="76" y="83"/>
                  <a:pt x="76" y="83"/>
                </a:cubicBezTo>
                <a:cubicBezTo>
                  <a:pt x="73" y="75"/>
                  <a:pt x="65" y="69"/>
                  <a:pt x="59" y="63"/>
                </a:cubicBezTo>
                <a:cubicBezTo>
                  <a:pt x="55" y="66"/>
                  <a:pt x="49" y="67"/>
                  <a:pt x="44" y="67"/>
                </a:cubicBezTo>
                <a:cubicBezTo>
                  <a:pt x="38" y="67"/>
                  <a:pt x="33" y="66"/>
                  <a:pt x="28" y="63"/>
                </a:cubicBezTo>
                <a:cubicBezTo>
                  <a:pt x="23" y="69"/>
                  <a:pt x="15" y="75"/>
                  <a:pt x="11" y="83"/>
                </a:cubicBezTo>
                <a:cubicBezTo>
                  <a:pt x="10" y="86"/>
                  <a:pt x="10" y="89"/>
                  <a:pt x="10" y="93"/>
                </a:cubicBezTo>
                <a:cubicBezTo>
                  <a:pt x="10" y="104"/>
                  <a:pt x="10" y="104"/>
                  <a:pt x="10" y="104"/>
                </a:cubicBezTo>
                <a:cubicBezTo>
                  <a:pt x="10" y="104"/>
                  <a:pt x="10" y="104"/>
                  <a:pt x="10" y="105"/>
                </a:cubicBezTo>
                <a:cubicBezTo>
                  <a:pt x="22" y="105"/>
                  <a:pt x="22" y="105"/>
                  <a:pt x="22" y="105"/>
                </a:cubicBezTo>
                <a:close/>
                <a:moveTo>
                  <a:pt x="44" y="9"/>
                </a:moveTo>
                <a:cubicBezTo>
                  <a:pt x="44" y="9"/>
                  <a:pt x="44" y="9"/>
                  <a:pt x="44" y="9"/>
                </a:cubicBezTo>
                <a:cubicBezTo>
                  <a:pt x="30" y="9"/>
                  <a:pt x="20" y="20"/>
                  <a:pt x="20" y="33"/>
                </a:cubicBezTo>
                <a:cubicBezTo>
                  <a:pt x="20" y="47"/>
                  <a:pt x="31" y="57"/>
                  <a:pt x="44" y="57"/>
                </a:cubicBezTo>
                <a:cubicBezTo>
                  <a:pt x="57" y="57"/>
                  <a:pt x="68" y="47"/>
                  <a:pt x="68" y="33"/>
                </a:cubicBezTo>
                <a:cubicBezTo>
                  <a:pt x="68" y="20"/>
                  <a:pt x="57" y="9"/>
                  <a:pt x="44" y="9"/>
                </a:cubicBezTo>
                <a:close/>
              </a:path>
            </a:pathLst>
          </a:custGeom>
          <a:solidFill>
            <a:srgbClr val="FBE22D"/>
          </a:solidFill>
          <a:ln>
            <a:noFill/>
          </a:ln>
        </p:spPr>
        <p:txBody>
          <a:bodyPr/>
          <a:lstStyle/>
          <a:p>
            <a:endParaRPr lang="zh-CN" altLang="en-US">
              <a:solidFill>
                <a:schemeClr val="tx1">
                  <a:lumMod val="50000"/>
                  <a:lumOff val="50000"/>
                </a:schemeClr>
              </a:solidFill>
            </a:endParaRPr>
          </a:p>
        </p:txBody>
      </p:sp>
      <p:sp>
        <p:nvSpPr>
          <p:cNvPr id="10" name="文本框 9">
            <a:extLst>
              <a:ext uri="{FF2B5EF4-FFF2-40B4-BE49-F238E27FC236}">
                <a16:creationId xmlns:a16="http://schemas.microsoft.com/office/drawing/2014/main" id="{883DEAB6-0A90-4FA7-96EB-37A691B7B59D}"/>
              </a:ext>
            </a:extLst>
          </p:cNvPr>
          <p:cNvSpPr txBox="1"/>
          <p:nvPr/>
        </p:nvSpPr>
        <p:spPr>
          <a:xfrm>
            <a:off x="4508571" y="473375"/>
            <a:ext cx="461665" cy="2089014"/>
          </a:xfrm>
          <a:prstGeom prst="rect">
            <a:avLst/>
          </a:prstGeom>
          <a:noFill/>
        </p:spPr>
        <p:txBody>
          <a:bodyPr vert="eaVert" wrap="square" rtlCol="0">
            <a:spAutoFit/>
          </a:bodyPr>
          <a:lstStyle/>
          <a:p>
            <a:pPr algn="dist"/>
            <a:r>
              <a:rPr kumimoji="1" lang="zh-CN" altLang="en-US" b="1" dirty="0">
                <a:solidFill>
                  <a:schemeClr val="bg1"/>
                </a:solidFill>
                <a:latin typeface="微软雅黑" panose="020B0503020204020204" pitchFamily="34" charset="-122"/>
                <a:ea typeface="微软雅黑" panose="020B0503020204020204" pitchFamily="34" charset="-122"/>
              </a:rPr>
              <a:t>院校专业热门排行</a:t>
            </a:r>
          </a:p>
        </p:txBody>
      </p:sp>
      <p:sp>
        <p:nvSpPr>
          <p:cNvPr id="12" name="文本框 11">
            <a:extLst>
              <a:ext uri="{FF2B5EF4-FFF2-40B4-BE49-F238E27FC236}">
                <a16:creationId xmlns:a16="http://schemas.microsoft.com/office/drawing/2014/main" id="{A3F0D4FC-548F-48A4-8100-1EBDEF691828}"/>
              </a:ext>
            </a:extLst>
          </p:cNvPr>
          <p:cNvSpPr txBox="1"/>
          <p:nvPr/>
        </p:nvSpPr>
        <p:spPr>
          <a:xfrm>
            <a:off x="5940872" y="495718"/>
            <a:ext cx="489301" cy="2089014"/>
          </a:xfrm>
          <a:prstGeom prst="rect">
            <a:avLst/>
          </a:prstGeom>
          <a:noFill/>
        </p:spPr>
        <p:txBody>
          <a:bodyPr vert="eaVert" wrap="square" rtlCol="0">
            <a:spAutoFit/>
          </a:bodyPr>
          <a:lstStyle/>
          <a:p>
            <a:pPr algn="dist"/>
            <a:r>
              <a:rPr kumimoji="1" lang="zh-CN" altLang="en-US" b="1" dirty="0">
                <a:solidFill>
                  <a:schemeClr val="bg1"/>
                </a:solidFill>
                <a:latin typeface="微软雅黑" panose="020B0503020204020204" pitchFamily="34" charset="-122"/>
                <a:ea typeface="微软雅黑" panose="020B0503020204020204" pitchFamily="34" charset="-122"/>
              </a:rPr>
              <a:t>智能推荐</a:t>
            </a:r>
            <a:r>
              <a:rPr kumimoji="1" lang="en-US" altLang="zh-CN" b="1" dirty="0">
                <a:solidFill>
                  <a:schemeClr val="bg1"/>
                </a:solidFill>
                <a:latin typeface="微软雅黑" panose="020B0503020204020204" pitchFamily="34" charset="-122"/>
                <a:ea typeface="微软雅黑" panose="020B0503020204020204" pitchFamily="34" charset="-122"/>
              </a:rPr>
              <a:t>80</a:t>
            </a:r>
            <a:r>
              <a:rPr kumimoji="1" lang="zh-CN" altLang="en-US" b="1" dirty="0">
                <a:solidFill>
                  <a:schemeClr val="bg1"/>
                </a:solidFill>
                <a:latin typeface="微软雅黑" panose="020B0503020204020204" pitchFamily="34" charset="-122"/>
                <a:ea typeface="微软雅黑" panose="020B0503020204020204" pitchFamily="34" charset="-122"/>
              </a:rPr>
              <a:t>个志愿</a:t>
            </a:r>
          </a:p>
        </p:txBody>
      </p:sp>
      <p:sp>
        <p:nvSpPr>
          <p:cNvPr id="14" name="Freeform 29">
            <a:extLst>
              <a:ext uri="{FF2B5EF4-FFF2-40B4-BE49-F238E27FC236}">
                <a16:creationId xmlns:a16="http://schemas.microsoft.com/office/drawing/2014/main" id="{898EA135-B45B-4AE2-9E06-95F6F7FE8D91}"/>
              </a:ext>
            </a:extLst>
          </p:cNvPr>
          <p:cNvSpPr>
            <a:spLocks/>
          </p:cNvSpPr>
          <p:nvPr/>
        </p:nvSpPr>
        <p:spPr bwMode="auto">
          <a:xfrm>
            <a:off x="7329934" y="428041"/>
            <a:ext cx="655638" cy="2004991"/>
          </a:xfrm>
          <a:custGeom>
            <a:avLst/>
            <a:gdLst>
              <a:gd name="T0" fmla="*/ 0 w 215"/>
              <a:gd name="T1" fmla="*/ 0 h 478"/>
              <a:gd name="T2" fmla="*/ 0 w 215"/>
              <a:gd name="T3" fmla="*/ 371 h 478"/>
              <a:gd name="T4" fmla="*/ 108 w 215"/>
              <a:gd name="T5" fmla="*/ 478 h 478"/>
              <a:gd name="T6" fmla="*/ 215 w 215"/>
              <a:gd name="T7" fmla="*/ 371 h 478"/>
              <a:gd name="T8" fmla="*/ 215 w 215"/>
              <a:gd name="T9" fmla="*/ 0 h 478"/>
              <a:gd name="T10" fmla="*/ 0 w 215"/>
              <a:gd name="T11" fmla="*/ 0 h 478"/>
            </a:gdLst>
            <a:ahLst/>
            <a:cxnLst>
              <a:cxn ang="0">
                <a:pos x="T0" y="T1"/>
              </a:cxn>
              <a:cxn ang="0">
                <a:pos x="T2" y="T3"/>
              </a:cxn>
              <a:cxn ang="0">
                <a:pos x="T4" y="T5"/>
              </a:cxn>
              <a:cxn ang="0">
                <a:pos x="T6" y="T7"/>
              </a:cxn>
              <a:cxn ang="0">
                <a:pos x="T8" y="T9"/>
              </a:cxn>
              <a:cxn ang="0">
                <a:pos x="T10" y="T11"/>
              </a:cxn>
            </a:cxnLst>
            <a:rect l="0" t="0" r="r" b="b"/>
            <a:pathLst>
              <a:path w="215" h="478">
                <a:moveTo>
                  <a:pt x="0" y="0"/>
                </a:moveTo>
                <a:cubicBezTo>
                  <a:pt x="0" y="371"/>
                  <a:pt x="0" y="371"/>
                  <a:pt x="0" y="371"/>
                </a:cubicBezTo>
                <a:cubicBezTo>
                  <a:pt x="0" y="430"/>
                  <a:pt x="48" y="478"/>
                  <a:pt x="108" y="478"/>
                </a:cubicBezTo>
                <a:cubicBezTo>
                  <a:pt x="167" y="478"/>
                  <a:pt x="215" y="430"/>
                  <a:pt x="215" y="371"/>
                </a:cubicBezTo>
                <a:cubicBezTo>
                  <a:pt x="215" y="0"/>
                  <a:pt x="215" y="0"/>
                  <a:pt x="215" y="0"/>
                </a:cubicBezTo>
                <a:lnTo>
                  <a:pt x="0" y="0"/>
                </a:lnTo>
                <a:close/>
              </a:path>
            </a:pathLst>
          </a:custGeom>
          <a:solidFill>
            <a:srgbClr val="7BBFAA"/>
          </a:solidFill>
          <a:ln>
            <a:noFill/>
          </a:ln>
        </p:spPr>
        <p:txBody>
          <a:bodyPr/>
          <a:lstStyle/>
          <a:p>
            <a:endParaRPr lang="zh-CN" altLang="en-US"/>
          </a:p>
        </p:txBody>
      </p:sp>
      <p:sp>
        <p:nvSpPr>
          <p:cNvPr id="15" name="文本框 14">
            <a:extLst>
              <a:ext uri="{FF2B5EF4-FFF2-40B4-BE49-F238E27FC236}">
                <a16:creationId xmlns:a16="http://schemas.microsoft.com/office/drawing/2014/main" id="{AA1AAD4B-FEE6-42C5-BD6A-861BC1062B1C}"/>
              </a:ext>
            </a:extLst>
          </p:cNvPr>
          <p:cNvSpPr txBox="1"/>
          <p:nvPr/>
        </p:nvSpPr>
        <p:spPr>
          <a:xfrm>
            <a:off x="7423190" y="1020781"/>
            <a:ext cx="461665" cy="1138837"/>
          </a:xfrm>
          <a:prstGeom prst="rect">
            <a:avLst/>
          </a:prstGeom>
          <a:noFill/>
        </p:spPr>
        <p:txBody>
          <a:bodyPr vert="eaVert" wrap="square" rtlCol="0">
            <a:spAutoFit/>
          </a:bodyPr>
          <a:lstStyle/>
          <a:p>
            <a:pPr algn="dist"/>
            <a:r>
              <a:rPr kumimoji="1" lang="zh-CN" altLang="en-US" b="1" dirty="0">
                <a:solidFill>
                  <a:schemeClr val="bg1"/>
                </a:solidFill>
                <a:latin typeface="微软雅黑" panose="020B0503020204020204" pitchFamily="34" charset="-122"/>
                <a:ea typeface="微软雅黑" panose="020B0503020204020204" pitchFamily="34" charset="-122"/>
              </a:rPr>
              <a:t>其他</a:t>
            </a:r>
            <a:r>
              <a:rPr kumimoji="1" lang="en-US" altLang="zh-CN" b="1" dirty="0">
                <a:solidFill>
                  <a:schemeClr val="bg1"/>
                </a:solidFill>
                <a:latin typeface="微软雅黑" panose="020B0503020204020204" pitchFamily="34" charset="-122"/>
                <a:ea typeface="微软雅黑" panose="020B0503020204020204" pitchFamily="34" charset="-122"/>
              </a:rPr>
              <a:t>···</a:t>
            </a:r>
            <a:endParaRPr kumimoji="1" lang="zh-CN" altLang="en-US" b="1" dirty="0">
              <a:solidFill>
                <a:schemeClr val="bg1"/>
              </a:solidFill>
              <a:latin typeface="微软雅黑" panose="020B0503020204020204" pitchFamily="34" charset="-122"/>
              <a:ea typeface="微软雅黑" panose="020B0503020204020204" pitchFamily="34" charset="-122"/>
            </a:endParaRPr>
          </a:p>
        </p:txBody>
      </p:sp>
      <p:sp>
        <p:nvSpPr>
          <p:cNvPr id="17" name="Freeform 27">
            <a:extLst>
              <a:ext uri="{FF2B5EF4-FFF2-40B4-BE49-F238E27FC236}">
                <a16:creationId xmlns:a16="http://schemas.microsoft.com/office/drawing/2014/main" id="{81EE5BE9-5AAE-4BBE-B42F-90489FB3C333}"/>
              </a:ext>
            </a:extLst>
          </p:cNvPr>
          <p:cNvSpPr>
            <a:spLocks/>
          </p:cNvSpPr>
          <p:nvPr/>
        </p:nvSpPr>
        <p:spPr bwMode="auto">
          <a:xfrm>
            <a:off x="5153471" y="3507060"/>
            <a:ext cx="655637" cy="1458913"/>
          </a:xfrm>
          <a:custGeom>
            <a:avLst/>
            <a:gdLst>
              <a:gd name="T0" fmla="*/ 215 w 215"/>
              <a:gd name="T1" fmla="*/ 479 h 479"/>
              <a:gd name="T2" fmla="*/ 215 w 215"/>
              <a:gd name="T3" fmla="*/ 108 h 479"/>
              <a:gd name="T4" fmla="*/ 108 w 215"/>
              <a:gd name="T5" fmla="*/ 0 h 479"/>
              <a:gd name="T6" fmla="*/ 0 w 215"/>
              <a:gd name="T7" fmla="*/ 108 h 479"/>
              <a:gd name="T8" fmla="*/ 0 w 215"/>
              <a:gd name="T9" fmla="*/ 479 h 479"/>
              <a:gd name="T10" fmla="*/ 215 w 215"/>
              <a:gd name="T11" fmla="*/ 479 h 479"/>
            </a:gdLst>
            <a:ahLst/>
            <a:cxnLst>
              <a:cxn ang="0">
                <a:pos x="T0" y="T1"/>
              </a:cxn>
              <a:cxn ang="0">
                <a:pos x="T2" y="T3"/>
              </a:cxn>
              <a:cxn ang="0">
                <a:pos x="T4" y="T5"/>
              </a:cxn>
              <a:cxn ang="0">
                <a:pos x="T6" y="T7"/>
              </a:cxn>
              <a:cxn ang="0">
                <a:pos x="T8" y="T9"/>
              </a:cxn>
              <a:cxn ang="0">
                <a:pos x="T10" y="T11"/>
              </a:cxn>
            </a:cxnLst>
            <a:rect l="0" t="0" r="r" b="b"/>
            <a:pathLst>
              <a:path w="215" h="479">
                <a:moveTo>
                  <a:pt x="215" y="479"/>
                </a:moveTo>
                <a:cubicBezTo>
                  <a:pt x="215" y="108"/>
                  <a:pt x="215" y="108"/>
                  <a:pt x="215" y="108"/>
                </a:cubicBezTo>
                <a:cubicBezTo>
                  <a:pt x="215" y="49"/>
                  <a:pt x="167" y="0"/>
                  <a:pt x="108" y="0"/>
                </a:cubicBezTo>
                <a:cubicBezTo>
                  <a:pt x="48" y="0"/>
                  <a:pt x="0" y="49"/>
                  <a:pt x="0" y="108"/>
                </a:cubicBezTo>
                <a:cubicBezTo>
                  <a:pt x="0" y="479"/>
                  <a:pt x="0" y="479"/>
                  <a:pt x="0" y="479"/>
                </a:cubicBezTo>
                <a:lnTo>
                  <a:pt x="215" y="479"/>
                </a:lnTo>
                <a:close/>
              </a:path>
            </a:pathLst>
          </a:custGeom>
          <a:solidFill>
            <a:srgbClr val="A9D25A"/>
          </a:solidFill>
          <a:ln>
            <a:noFill/>
          </a:ln>
        </p:spPr>
        <p:txBody>
          <a:bodyPr/>
          <a:lstStyle/>
          <a:p>
            <a:endParaRPr lang="zh-CN" altLang="en-US"/>
          </a:p>
        </p:txBody>
      </p:sp>
      <p:sp>
        <p:nvSpPr>
          <p:cNvPr id="18" name="Freeform 23">
            <a:extLst>
              <a:ext uri="{FF2B5EF4-FFF2-40B4-BE49-F238E27FC236}">
                <a16:creationId xmlns:a16="http://schemas.microsoft.com/office/drawing/2014/main" id="{1359052D-FCE5-4D88-851B-AB7B7316EB04}"/>
              </a:ext>
            </a:extLst>
          </p:cNvPr>
          <p:cNvSpPr>
            <a:spLocks/>
          </p:cNvSpPr>
          <p:nvPr/>
        </p:nvSpPr>
        <p:spPr bwMode="auto">
          <a:xfrm>
            <a:off x="6608646" y="3537822"/>
            <a:ext cx="655637" cy="1458913"/>
          </a:xfrm>
          <a:custGeom>
            <a:avLst/>
            <a:gdLst>
              <a:gd name="T0" fmla="*/ 215 w 215"/>
              <a:gd name="T1" fmla="*/ 479 h 479"/>
              <a:gd name="T2" fmla="*/ 215 w 215"/>
              <a:gd name="T3" fmla="*/ 108 h 479"/>
              <a:gd name="T4" fmla="*/ 108 w 215"/>
              <a:gd name="T5" fmla="*/ 0 h 479"/>
              <a:gd name="T6" fmla="*/ 0 w 215"/>
              <a:gd name="T7" fmla="*/ 108 h 479"/>
              <a:gd name="T8" fmla="*/ 0 w 215"/>
              <a:gd name="T9" fmla="*/ 479 h 479"/>
              <a:gd name="T10" fmla="*/ 215 w 215"/>
              <a:gd name="T11" fmla="*/ 479 h 479"/>
            </a:gdLst>
            <a:ahLst/>
            <a:cxnLst>
              <a:cxn ang="0">
                <a:pos x="T0" y="T1"/>
              </a:cxn>
              <a:cxn ang="0">
                <a:pos x="T2" y="T3"/>
              </a:cxn>
              <a:cxn ang="0">
                <a:pos x="T4" y="T5"/>
              </a:cxn>
              <a:cxn ang="0">
                <a:pos x="T6" y="T7"/>
              </a:cxn>
              <a:cxn ang="0">
                <a:pos x="T8" y="T9"/>
              </a:cxn>
              <a:cxn ang="0">
                <a:pos x="T10" y="T11"/>
              </a:cxn>
            </a:cxnLst>
            <a:rect l="0" t="0" r="r" b="b"/>
            <a:pathLst>
              <a:path w="215" h="479">
                <a:moveTo>
                  <a:pt x="215" y="479"/>
                </a:moveTo>
                <a:cubicBezTo>
                  <a:pt x="215" y="108"/>
                  <a:pt x="215" y="108"/>
                  <a:pt x="215" y="108"/>
                </a:cubicBezTo>
                <a:cubicBezTo>
                  <a:pt x="215" y="49"/>
                  <a:pt x="167" y="0"/>
                  <a:pt x="108" y="0"/>
                </a:cubicBezTo>
                <a:cubicBezTo>
                  <a:pt x="48" y="0"/>
                  <a:pt x="0" y="49"/>
                  <a:pt x="0" y="108"/>
                </a:cubicBezTo>
                <a:cubicBezTo>
                  <a:pt x="0" y="479"/>
                  <a:pt x="0" y="479"/>
                  <a:pt x="0" y="479"/>
                </a:cubicBezTo>
                <a:lnTo>
                  <a:pt x="215" y="479"/>
                </a:lnTo>
                <a:close/>
              </a:path>
            </a:pathLst>
          </a:custGeom>
          <a:solidFill>
            <a:srgbClr val="FBE22D"/>
          </a:solidFill>
          <a:ln>
            <a:noFill/>
          </a:ln>
        </p:spPr>
        <p:txBody>
          <a:bodyPr/>
          <a:lstStyle/>
          <a:p>
            <a:endParaRPr lang="zh-CN" altLang="en-US"/>
          </a:p>
        </p:txBody>
      </p:sp>
      <p:sp>
        <p:nvSpPr>
          <p:cNvPr id="65" name="文本框 64">
            <a:extLst>
              <a:ext uri="{FF2B5EF4-FFF2-40B4-BE49-F238E27FC236}">
                <a16:creationId xmlns:a16="http://schemas.microsoft.com/office/drawing/2014/main" id="{95333E03-B2AA-4AB7-A412-4A88A621AFF3}"/>
              </a:ext>
            </a:extLst>
          </p:cNvPr>
          <p:cNvSpPr txBox="1"/>
          <p:nvPr/>
        </p:nvSpPr>
        <p:spPr>
          <a:xfrm>
            <a:off x="5250456" y="3161351"/>
            <a:ext cx="461665" cy="1713861"/>
          </a:xfrm>
          <a:prstGeom prst="rect">
            <a:avLst/>
          </a:prstGeom>
          <a:noFill/>
        </p:spPr>
        <p:txBody>
          <a:bodyPr vert="eaVert" wrap="square" rtlCol="0">
            <a:spAutoFit/>
          </a:bodyPr>
          <a:lstStyle/>
          <a:p>
            <a:pPr algn="dist"/>
            <a:r>
              <a:rPr kumimoji="1" lang="zh-CN" altLang="en-US" b="1" dirty="0">
                <a:solidFill>
                  <a:schemeClr val="bg1"/>
                </a:solidFill>
                <a:latin typeface="微软雅黑" panose="020B0503020204020204" pitchFamily="34" charset="-122"/>
                <a:ea typeface="微软雅黑" panose="020B0503020204020204" pitchFamily="34" charset="-122"/>
              </a:rPr>
              <a:t>个性化志愿表</a:t>
            </a:r>
          </a:p>
        </p:txBody>
      </p:sp>
      <p:sp>
        <p:nvSpPr>
          <p:cNvPr id="67" name="文本框 66">
            <a:extLst>
              <a:ext uri="{FF2B5EF4-FFF2-40B4-BE49-F238E27FC236}">
                <a16:creationId xmlns:a16="http://schemas.microsoft.com/office/drawing/2014/main" id="{3154D2E9-444C-4DD6-960B-1C8297840399}"/>
              </a:ext>
            </a:extLst>
          </p:cNvPr>
          <p:cNvSpPr txBox="1"/>
          <p:nvPr/>
        </p:nvSpPr>
        <p:spPr>
          <a:xfrm>
            <a:off x="6701432" y="3315959"/>
            <a:ext cx="461665" cy="1404643"/>
          </a:xfrm>
          <a:prstGeom prst="rect">
            <a:avLst/>
          </a:prstGeom>
          <a:noFill/>
        </p:spPr>
        <p:txBody>
          <a:bodyPr vert="eaVert" wrap="square" rtlCol="0">
            <a:spAutoFit/>
          </a:bodyPr>
          <a:lstStyle/>
          <a:p>
            <a:pPr algn="dist"/>
            <a:r>
              <a:rPr kumimoji="1" lang="zh-CN" altLang="en-US" b="1" dirty="0">
                <a:solidFill>
                  <a:schemeClr val="bg1"/>
                </a:solidFill>
                <a:latin typeface="微软雅黑" panose="020B0503020204020204" pitchFamily="34" charset="-122"/>
                <a:ea typeface="微软雅黑" panose="020B0503020204020204" pitchFamily="34" charset="-122"/>
              </a:rPr>
              <a:t>用户登录</a:t>
            </a:r>
          </a:p>
        </p:txBody>
      </p:sp>
    </p:spTree>
    <p:extLst>
      <p:ext uri="{BB962C8B-B14F-4D97-AF65-F5344CB8AC3E}">
        <p14:creationId xmlns:p14="http://schemas.microsoft.com/office/powerpoint/2010/main" val="41232127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04</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功能模块</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3756461273"/>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a:t>
            </a:r>
            <a:r>
              <a:rPr lang="en-US" altLang="zh-CN" sz="1600">
                <a:solidFill>
                  <a:srgbClr val="FFFFFF"/>
                </a:solidFill>
                <a:latin typeface="Impact" pitchFamily="34" charset="0"/>
              </a:rPr>
              <a:t>.1</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2248945" y="687572"/>
            <a:ext cx="5105035" cy="461665"/>
          </a:xfrm>
          <a:prstGeom prst="rect">
            <a:avLst/>
          </a:prstGeom>
          <a:noFill/>
        </p:spPr>
        <p:txBody>
          <a:bodyPr wrap="square" rtlCol="0">
            <a:spAutoFit/>
          </a:bodyPr>
          <a:lstStyle/>
          <a:p>
            <a:r>
              <a:rPr kumimoji="1" lang="zh-CN" altLang="zh-CN" sz="2400" b="1" dirty="0">
                <a:solidFill>
                  <a:srgbClr val="EA5514"/>
                </a:solidFill>
                <a:latin typeface="微软雅黑" panose="020B0503020204020204" pitchFamily="34" charset="-122"/>
                <a:ea typeface="微软雅黑" panose="020B0503020204020204" pitchFamily="34" charset="-122"/>
              </a:rPr>
              <a:t>查找功能</a:t>
            </a:r>
            <a:r>
              <a:rPr kumimoji="1" lang="zh-CN" altLang="zh-CN" sz="2000" dirty="0">
                <a:solidFill>
                  <a:schemeClr val="tx1">
                    <a:lumMod val="75000"/>
                    <a:lumOff val="25000"/>
                  </a:schemeClr>
                </a:solidFill>
                <a:latin typeface="微软雅黑" panose="020B0503020204020204" pitchFamily="34" charset="-122"/>
                <a:ea typeface="微软雅黑" panose="020B0503020204020204" pitchFamily="34" charset="-122"/>
              </a:rPr>
              <a:t>分为按大学查询和按专业查询</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1" name="Rectangle 21" descr="Money副本">
            <a:extLst>
              <a:ext uri="{FF2B5EF4-FFF2-40B4-BE49-F238E27FC236}">
                <a16:creationId xmlns:a16="http://schemas.microsoft.com/office/drawing/2014/main" id="{737B35F9-BFB2-4887-8460-AB4BC4A3790D}"/>
              </a:ext>
            </a:extLst>
          </p:cNvPr>
          <p:cNvSpPr>
            <a:spLocks noChangeArrowheads="1"/>
          </p:cNvSpPr>
          <p:nvPr/>
        </p:nvSpPr>
        <p:spPr bwMode="auto">
          <a:xfrm>
            <a:off x="0" y="1276207"/>
            <a:ext cx="9168981" cy="3310973"/>
          </a:xfrm>
          <a:prstGeom prst="rect">
            <a:avLst/>
          </a:prstGeom>
          <a:blipFill dpi="0" rotWithShape="1">
            <a:blip r:embed="rId2"/>
            <a:srcRect/>
            <a:stretch>
              <a:fillRect b="-52008"/>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Rectangle 22">
            <a:extLst>
              <a:ext uri="{FF2B5EF4-FFF2-40B4-BE49-F238E27FC236}">
                <a16:creationId xmlns:a16="http://schemas.microsoft.com/office/drawing/2014/main" id="{F2E39ED1-DA64-4513-8C8E-135D7097C104}"/>
              </a:ext>
            </a:extLst>
          </p:cNvPr>
          <p:cNvSpPr>
            <a:spLocks noChangeArrowheads="1"/>
          </p:cNvSpPr>
          <p:nvPr/>
        </p:nvSpPr>
        <p:spPr bwMode="auto">
          <a:xfrm>
            <a:off x="0" y="1274862"/>
            <a:ext cx="9144001" cy="3310973"/>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Rectangle 31">
            <a:extLst>
              <a:ext uri="{FF2B5EF4-FFF2-40B4-BE49-F238E27FC236}">
                <a16:creationId xmlns:a16="http://schemas.microsoft.com/office/drawing/2014/main" id="{9272BC61-B949-4BE7-8D78-67C6E81A3907}"/>
              </a:ext>
            </a:extLst>
          </p:cNvPr>
          <p:cNvSpPr>
            <a:spLocks noChangeArrowheads="1"/>
          </p:cNvSpPr>
          <p:nvPr/>
        </p:nvSpPr>
        <p:spPr bwMode="auto">
          <a:xfrm>
            <a:off x="1547664" y="1604752"/>
            <a:ext cx="15841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rPr>
              <a:t>按大学查询</a:t>
            </a:r>
          </a:p>
        </p:txBody>
      </p:sp>
      <p:sp>
        <p:nvSpPr>
          <p:cNvPr id="59" name="Rectangle 32">
            <a:extLst>
              <a:ext uri="{FF2B5EF4-FFF2-40B4-BE49-F238E27FC236}">
                <a16:creationId xmlns:a16="http://schemas.microsoft.com/office/drawing/2014/main" id="{F4079789-17D7-4465-92BF-6AD479DFCE23}"/>
              </a:ext>
            </a:extLst>
          </p:cNvPr>
          <p:cNvSpPr>
            <a:spLocks noChangeArrowheads="1"/>
          </p:cNvSpPr>
          <p:nvPr/>
        </p:nvSpPr>
        <p:spPr bwMode="auto">
          <a:xfrm>
            <a:off x="421391" y="2057885"/>
            <a:ext cx="3790557" cy="69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    </a:t>
            </a:r>
            <a:r>
              <a:rPr lang="zh-CN" altLang="zh-CN" sz="1600" dirty="0">
                <a:solidFill>
                  <a:schemeClr val="bg1"/>
                </a:solidFill>
                <a:latin typeface="微软雅黑" panose="020B0503020204020204" pitchFamily="34" charset="-122"/>
                <a:ea typeface="微软雅黑" panose="020B0503020204020204" pitchFamily="34" charset="-122"/>
              </a:rPr>
              <a:t>查找大学可以精确查找到具体的大</a:t>
            </a:r>
            <a:r>
              <a:rPr lang="zh-CN" altLang="en-US" sz="1600" dirty="0">
                <a:solidFill>
                  <a:schemeClr val="bg1"/>
                </a:solidFill>
                <a:latin typeface="微软雅黑" panose="020B0503020204020204" pitchFamily="34" charset="-122"/>
                <a:ea typeface="微软雅黑" panose="020B0503020204020204" pitchFamily="34" charset="-122"/>
              </a:rPr>
              <a:t>学，并详细列举所搜寻的大学资料。</a:t>
            </a:r>
            <a:endParaRPr lang="zh-CN" altLang="en-US" sz="1600" dirty="0">
              <a:latin typeface="微软雅黑" panose="020B0503020204020204" pitchFamily="34" charset="-122"/>
              <a:ea typeface="微软雅黑" panose="020B0503020204020204" pitchFamily="34" charset="-122"/>
            </a:endParaRPr>
          </a:p>
        </p:txBody>
      </p:sp>
      <p:sp>
        <p:nvSpPr>
          <p:cNvPr id="65" name="Line 38">
            <a:extLst>
              <a:ext uri="{FF2B5EF4-FFF2-40B4-BE49-F238E27FC236}">
                <a16:creationId xmlns:a16="http://schemas.microsoft.com/office/drawing/2014/main" id="{C8E40EB0-8D05-4D5E-920A-601BD9506D8D}"/>
              </a:ext>
            </a:extLst>
          </p:cNvPr>
          <p:cNvSpPr>
            <a:spLocks noChangeShapeType="1"/>
          </p:cNvSpPr>
          <p:nvPr/>
        </p:nvSpPr>
        <p:spPr bwMode="auto">
          <a:xfrm>
            <a:off x="4572000" y="2210916"/>
            <a:ext cx="0" cy="1872200"/>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Line 38">
            <a:extLst>
              <a:ext uri="{FF2B5EF4-FFF2-40B4-BE49-F238E27FC236}">
                <a16:creationId xmlns:a16="http://schemas.microsoft.com/office/drawing/2014/main" id="{A374E8B1-04F9-424D-93F7-18685787394B}"/>
              </a:ext>
            </a:extLst>
          </p:cNvPr>
          <p:cNvSpPr>
            <a:spLocks noChangeShapeType="1"/>
          </p:cNvSpPr>
          <p:nvPr/>
        </p:nvSpPr>
        <p:spPr bwMode="auto">
          <a:xfrm flipH="1">
            <a:off x="421390" y="2861860"/>
            <a:ext cx="3718562" cy="0"/>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Rectangle 32">
            <a:extLst>
              <a:ext uri="{FF2B5EF4-FFF2-40B4-BE49-F238E27FC236}">
                <a16:creationId xmlns:a16="http://schemas.microsoft.com/office/drawing/2014/main" id="{B610A6D7-6EDD-44C1-9EBF-3F356D823FEA}"/>
              </a:ext>
            </a:extLst>
          </p:cNvPr>
          <p:cNvSpPr>
            <a:spLocks noChangeArrowheads="1"/>
          </p:cNvSpPr>
          <p:nvPr/>
        </p:nvSpPr>
        <p:spPr bwMode="auto">
          <a:xfrm>
            <a:off x="421390" y="2937901"/>
            <a:ext cx="3790557" cy="106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1600" dirty="0">
                <a:solidFill>
                  <a:schemeClr val="bg1"/>
                </a:solidFill>
                <a:latin typeface="微软雅黑" panose="020B0503020204020204" pitchFamily="34" charset="-122"/>
                <a:ea typeface="微软雅黑" panose="020B0503020204020204" pitchFamily="34" charset="-122"/>
              </a:rPr>
              <a:t>    </a:t>
            </a:r>
            <a:r>
              <a:rPr lang="zh-CN" altLang="zh-CN" sz="1600" dirty="0">
                <a:solidFill>
                  <a:schemeClr val="bg1"/>
                </a:solidFill>
                <a:latin typeface="微软雅黑" panose="020B0503020204020204" pitchFamily="34" charset="-122"/>
                <a:ea typeface="微软雅黑" panose="020B0503020204020204" pitchFamily="34" charset="-122"/>
              </a:rPr>
              <a:t>大学的内容包括学校简介、地理位置、分数线、办学特色、院系专业设置、校园生活等。学校可以制作“标签”分类</a:t>
            </a:r>
            <a:r>
              <a:rPr lang="zh-CN" altLang="en-US" sz="1600" dirty="0">
                <a:solidFill>
                  <a:schemeClr val="bg1"/>
                </a:solidFill>
                <a:latin typeface="微软雅黑" panose="020B0503020204020204" pitchFamily="34" charset="-122"/>
                <a:ea typeface="微软雅黑" panose="020B0503020204020204" pitchFamily="34" charset="-122"/>
              </a:rPr>
              <a:t>。</a:t>
            </a:r>
          </a:p>
        </p:txBody>
      </p:sp>
      <p:sp>
        <p:nvSpPr>
          <p:cNvPr id="6" name="Rectangle 32">
            <a:extLst>
              <a:ext uri="{FF2B5EF4-FFF2-40B4-BE49-F238E27FC236}">
                <a16:creationId xmlns:a16="http://schemas.microsoft.com/office/drawing/2014/main" id="{287E8282-1EDE-4A49-AB62-94AD1B6EA153}"/>
              </a:ext>
            </a:extLst>
          </p:cNvPr>
          <p:cNvSpPr>
            <a:spLocks noChangeArrowheads="1"/>
          </p:cNvSpPr>
          <p:nvPr/>
        </p:nvSpPr>
        <p:spPr bwMode="auto">
          <a:xfrm>
            <a:off x="5004049" y="2929302"/>
            <a:ext cx="3790557" cy="1065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    搜索专业，会根据专业的全国排名来显示大学排名，为用户提供更为直观的大学专业选项。并</a:t>
            </a:r>
            <a:r>
              <a:rPr lang="zh-CN" altLang="zh-CN" sz="1600" dirty="0">
                <a:solidFill>
                  <a:schemeClr val="bg1"/>
                </a:solidFill>
                <a:latin typeface="微软雅黑" panose="020B0503020204020204" pitchFamily="34" charset="-122"/>
                <a:ea typeface="微软雅黑" panose="020B0503020204020204" pitchFamily="34" charset="-122"/>
              </a:rPr>
              <a:t>制作“专业介绍”详情页。</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7" name="Rectangle 31">
            <a:extLst>
              <a:ext uri="{FF2B5EF4-FFF2-40B4-BE49-F238E27FC236}">
                <a16:creationId xmlns:a16="http://schemas.microsoft.com/office/drawing/2014/main" id="{923BDEDC-37F1-4B95-82E0-DFD810660AE1}"/>
              </a:ext>
            </a:extLst>
          </p:cNvPr>
          <p:cNvSpPr>
            <a:spLocks noChangeArrowheads="1"/>
          </p:cNvSpPr>
          <p:nvPr/>
        </p:nvSpPr>
        <p:spPr bwMode="auto">
          <a:xfrm>
            <a:off x="6042519" y="1598488"/>
            <a:ext cx="15841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1" dirty="0">
                <a:solidFill>
                  <a:schemeClr val="bg1"/>
                </a:solidFill>
                <a:latin typeface="微软雅黑" panose="020B0503020204020204" pitchFamily="34" charset="-122"/>
                <a:ea typeface="微软雅黑" panose="020B0503020204020204" pitchFamily="34" charset="-122"/>
              </a:rPr>
              <a:t>按专业查询</a:t>
            </a:r>
          </a:p>
        </p:txBody>
      </p:sp>
      <p:sp>
        <p:nvSpPr>
          <p:cNvPr id="8" name="Rectangle 32">
            <a:extLst>
              <a:ext uri="{FF2B5EF4-FFF2-40B4-BE49-F238E27FC236}">
                <a16:creationId xmlns:a16="http://schemas.microsoft.com/office/drawing/2014/main" id="{43E91D5F-A708-4A39-9EED-0CEF314FA30D}"/>
              </a:ext>
            </a:extLst>
          </p:cNvPr>
          <p:cNvSpPr>
            <a:spLocks noChangeArrowheads="1"/>
          </p:cNvSpPr>
          <p:nvPr/>
        </p:nvSpPr>
        <p:spPr bwMode="auto">
          <a:xfrm>
            <a:off x="5004049" y="2056015"/>
            <a:ext cx="3790557" cy="69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    根据</a:t>
            </a:r>
            <a:r>
              <a:rPr lang="zh-CN" altLang="zh-CN" sz="1600" dirty="0">
                <a:solidFill>
                  <a:schemeClr val="bg1"/>
                </a:solidFill>
                <a:latin typeface="微软雅黑" panose="020B0503020204020204" pitchFamily="34" charset="-122"/>
                <a:ea typeface="微软雅黑" panose="020B0503020204020204" pitchFamily="34" charset="-122"/>
              </a:rPr>
              <a:t>专业名称罗列出所有开设此专业的大学。</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76" name="Line 38">
            <a:extLst>
              <a:ext uri="{FF2B5EF4-FFF2-40B4-BE49-F238E27FC236}">
                <a16:creationId xmlns:a16="http://schemas.microsoft.com/office/drawing/2014/main" id="{ABA2A17B-3D17-46CA-A8B9-F225B21888FA}"/>
              </a:ext>
            </a:extLst>
          </p:cNvPr>
          <p:cNvSpPr>
            <a:spLocks noChangeShapeType="1"/>
          </p:cNvSpPr>
          <p:nvPr/>
        </p:nvSpPr>
        <p:spPr bwMode="auto">
          <a:xfrm flipH="1">
            <a:off x="4932040" y="2861860"/>
            <a:ext cx="3718562" cy="0"/>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2414471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0EF2ACD-D5A7-4C87-8542-C2B76B8A6AA1}"/>
              </a:ext>
            </a:extLst>
          </p:cNvPr>
          <p:cNvPicPr>
            <a:picLocks noChangeAspect="1"/>
          </p:cNvPicPr>
          <p:nvPr/>
        </p:nvPicPr>
        <p:blipFill rotWithShape="1">
          <a:blip r:embed="rId2"/>
          <a:srcRect b="24435"/>
          <a:stretch/>
        </p:blipFill>
        <p:spPr>
          <a:xfrm>
            <a:off x="1499707" y="947227"/>
            <a:ext cx="6144586" cy="2659608"/>
          </a:xfrm>
          <a:prstGeom prst="rect">
            <a:avLst/>
          </a:prstGeom>
          <a:ln>
            <a:noFill/>
          </a:ln>
          <a:effectLst>
            <a:outerShdw blurRad="292100" dist="139700" dir="2700000" algn="tl" rotWithShape="0">
              <a:srgbClr val="333333">
                <a:alpha val="65000"/>
              </a:srgbClr>
            </a:outerShdw>
          </a:effectLst>
        </p:spPr>
      </p:pic>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04.1</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pic>
        <p:nvPicPr>
          <p:cNvPr id="4" name="图片 3">
            <a:extLst>
              <a:ext uri="{FF2B5EF4-FFF2-40B4-BE49-F238E27FC236}">
                <a16:creationId xmlns:a16="http://schemas.microsoft.com/office/drawing/2014/main" id="{59C02A5D-494F-4F5E-A0E6-7F6FAC5072E2}"/>
              </a:ext>
            </a:extLst>
          </p:cNvPr>
          <p:cNvPicPr>
            <a:picLocks noChangeAspect="1"/>
          </p:cNvPicPr>
          <p:nvPr/>
        </p:nvPicPr>
        <p:blipFill>
          <a:blip r:embed="rId3"/>
          <a:stretch>
            <a:fillRect/>
          </a:stretch>
        </p:blipFill>
        <p:spPr>
          <a:xfrm>
            <a:off x="1458348" y="3831887"/>
            <a:ext cx="6189351" cy="995264"/>
          </a:xfrm>
          <a:prstGeom prst="rect">
            <a:avLst/>
          </a:prstGeom>
          <a:ln>
            <a:noFill/>
          </a:ln>
          <a:effectLst>
            <a:outerShdw blurRad="292100" dist="139700" dir="2700000" algn="tl" rotWithShape="0">
              <a:srgbClr val="333333">
                <a:alpha val="65000"/>
              </a:srgbClr>
            </a:outerShdw>
          </a:effectLst>
        </p:spPr>
      </p:pic>
      <p:sp>
        <p:nvSpPr>
          <p:cNvPr id="5" name="矩形 4"/>
          <p:cNvSpPr/>
          <p:nvPr/>
        </p:nvSpPr>
        <p:spPr>
          <a:xfrm>
            <a:off x="2771800" y="418577"/>
            <a:ext cx="3706464" cy="369332"/>
          </a:xfrm>
          <a:prstGeom prst="rect">
            <a:avLst/>
          </a:prstGeom>
        </p:spPr>
        <p:txBody>
          <a:bodyPr wrap="none">
            <a:spAutoFit/>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baseline="30000" dirty="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rPr>
              <a:t>的按标签查找参考效果</a:t>
            </a:r>
          </a:p>
        </p:txBody>
      </p:sp>
    </p:spTree>
    <p:extLst>
      <p:ext uri="{BB962C8B-B14F-4D97-AF65-F5344CB8AC3E}">
        <p14:creationId xmlns:p14="http://schemas.microsoft.com/office/powerpoint/2010/main" val="10400129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69102" y="338496"/>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04.2</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3995936" y="662128"/>
            <a:ext cx="1565201" cy="461665"/>
          </a:xfrm>
          <a:prstGeom prst="rect">
            <a:avLst/>
          </a:prstGeom>
          <a:noFill/>
        </p:spPr>
        <p:txBody>
          <a:bodyPr wrap="square" rtlCol="0">
            <a:spAutoFit/>
          </a:bodyPr>
          <a:lstStyle/>
          <a:p>
            <a:r>
              <a:rPr kumimoji="1" lang="zh-CN" altLang="en-US" sz="2400" b="1" dirty="0">
                <a:solidFill>
                  <a:srgbClr val="EA5514"/>
                </a:solidFill>
                <a:latin typeface="微软雅黑" panose="020B0503020204020204" pitchFamily="34" charset="-122"/>
                <a:ea typeface="微软雅黑" panose="020B0503020204020204" pitchFamily="34" charset="-122"/>
              </a:rPr>
              <a:t>模拟报考</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Rectangle 21">
            <a:extLst>
              <a:ext uri="{FF2B5EF4-FFF2-40B4-BE49-F238E27FC236}">
                <a16:creationId xmlns:a16="http://schemas.microsoft.com/office/drawing/2014/main" id="{442C2430-2852-4413-92F5-EF6D5297BE2A}"/>
              </a:ext>
            </a:extLst>
          </p:cNvPr>
          <p:cNvSpPr>
            <a:spLocks noChangeArrowheads="1"/>
          </p:cNvSpPr>
          <p:nvPr/>
        </p:nvSpPr>
        <p:spPr bwMode="auto">
          <a:xfrm>
            <a:off x="2987675" y="1379537"/>
            <a:ext cx="6156325" cy="3024187"/>
          </a:xfrm>
          <a:prstGeom prst="rect">
            <a:avLst/>
          </a:prstGeom>
          <a:solidFill>
            <a:srgbClr val="26313E"/>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6" name="Group 27">
            <a:extLst>
              <a:ext uri="{FF2B5EF4-FFF2-40B4-BE49-F238E27FC236}">
                <a16:creationId xmlns:a16="http://schemas.microsoft.com/office/drawing/2014/main" id="{768F4374-333E-4A4C-884D-97FAD94DAC14}"/>
              </a:ext>
            </a:extLst>
          </p:cNvPr>
          <p:cNvGrpSpPr>
            <a:grpSpLocks/>
          </p:cNvGrpSpPr>
          <p:nvPr/>
        </p:nvGrpSpPr>
        <p:grpSpPr bwMode="auto">
          <a:xfrm>
            <a:off x="3741985" y="1698612"/>
            <a:ext cx="292100" cy="369887"/>
            <a:chOff x="0" y="0"/>
            <a:chExt cx="127" cy="163"/>
          </a:xfrm>
          <a:solidFill>
            <a:srgbClr val="A9D25A"/>
          </a:solidFill>
        </p:grpSpPr>
        <p:sp>
          <p:nvSpPr>
            <p:cNvPr id="27" name="Freeform 28">
              <a:extLst>
                <a:ext uri="{FF2B5EF4-FFF2-40B4-BE49-F238E27FC236}">
                  <a16:creationId xmlns:a16="http://schemas.microsoft.com/office/drawing/2014/main" id="{7E38A1AB-0292-4D39-9326-F15AA70F1A2E}"/>
                </a:ext>
              </a:extLst>
            </p:cNvPr>
            <p:cNvSpPr>
              <a:spLocks/>
            </p:cNvSpPr>
            <p:nvPr/>
          </p:nvSpPr>
          <p:spPr bwMode="auto">
            <a:xfrm>
              <a:off x="0" y="0"/>
              <a:ext cx="127" cy="163"/>
            </a:xfrm>
            <a:custGeom>
              <a:avLst/>
              <a:gdLst>
                <a:gd name="T0" fmla="*/ 28 w 124"/>
                <a:gd name="T1" fmla="*/ 146 h 159"/>
                <a:gd name="T2" fmla="*/ 14 w 124"/>
                <a:gd name="T3" fmla="*/ 146 h 159"/>
                <a:gd name="T4" fmla="*/ 14 w 124"/>
                <a:gd name="T5" fmla="*/ 13 h 159"/>
                <a:gd name="T6" fmla="*/ 117 w 124"/>
                <a:gd name="T7" fmla="*/ 13 h 159"/>
                <a:gd name="T8" fmla="*/ 124 w 124"/>
                <a:gd name="T9" fmla="*/ 7 h 159"/>
                <a:gd name="T10" fmla="*/ 117 w 124"/>
                <a:gd name="T11" fmla="*/ 0 h 159"/>
                <a:gd name="T12" fmla="*/ 7 w 124"/>
                <a:gd name="T13" fmla="*/ 0 h 159"/>
                <a:gd name="T14" fmla="*/ 0 w 124"/>
                <a:gd name="T15" fmla="*/ 7 h 159"/>
                <a:gd name="T16" fmla="*/ 0 w 124"/>
                <a:gd name="T17" fmla="*/ 152 h 159"/>
                <a:gd name="T18" fmla="*/ 7 w 124"/>
                <a:gd name="T19" fmla="*/ 159 h 159"/>
                <a:gd name="T20" fmla="*/ 28 w 124"/>
                <a:gd name="T21" fmla="*/ 159 h 159"/>
                <a:gd name="T22" fmla="*/ 35 w 124"/>
                <a:gd name="T23" fmla="*/ 152 h 159"/>
                <a:gd name="T24" fmla="*/ 28 w 124"/>
                <a:gd name="T25" fmla="*/ 14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59">
                  <a:moveTo>
                    <a:pt x="28" y="146"/>
                  </a:moveTo>
                  <a:cubicBezTo>
                    <a:pt x="14" y="146"/>
                    <a:pt x="14" y="146"/>
                    <a:pt x="14" y="146"/>
                  </a:cubicBezTo>
                  <a:cubicBezTo>
                    <a:pt x="14" y="13"/>
                    <a:pt x="14" y="13"/>
                    <a:pt x="14" y="13"/>
                  </a:cubicBezTo>
                  <a:cubicBezTo>
                    <a:pt x="117" y="13"/>
                    <a:pt x="117" y="13"/>
                    <a:pt x="117" y="13"/>
                  </a:cubicBezTo>
                  <a:cubicBezTo>
                    <a:pt x="121" y="13"/>
                    <a:pt x="124" y="10"/>
                    <a:pt x="124" y="7"/>
                  </a:cubicBezTo>
                  <a:cubicBezTo>
                    <a:pt x="124" y="3"/>
                    <a:pt x="121" y="0"/>
                    <a:pt x="117" y="0"/>
                  </a:cubicBezTo>
                  <a:cubicBezTo>
                    <a:pt x="7" y="0"/>
                    <a:pt x="7" y="0"/>
                    <a:pt x="7" y="0"/>
                  </a:cubicBezTo>
                  <a:cubicBezTo>
                    <a:pt x="3" y="0"/>
                    <a:pt x="0" y="3"/>
                    <a:pt x="0" y="7"/>
                  </a:cubicBezTo>
                  <a:cubicBezTo>
                    <a:pt x="0" y="152"/>
                    <a:pt x="0" y="152"/>
                    <a:pt x="0" y="152"/>
                  </a:cubicBezTo>
                  <a:cubicBezTo>
                    <a:pt x="0" y="156"/>
                    <a:pt x="3" y="159"/>
                    <a:pt x="7" y="159"/>
                  </a:cubicBezTo>
                  <a:cubicBezTo>
                    <a:pt x="28" y="159"/>
                    <a:pt x="28" y="159"/>
                    <a:pt x="28" y="159"/>
                  </a:cubicBezTo>
                  <a:cubicBezTo>
                    <a:pt x="31" y="159"/>
                    <a:pt x="35" y="156"/>
                    <a:pt x="35" y="152"/>
                  </a:cubicBezTo>
                  <a:cubicBezTo>
                    <a:pt x="35" y="149"/>
                    <a:pt x="31" y="146"/>
                    <a:pt x="28"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29">
              <a:extLst>
                <a:ext uri="{FF2B5EF4-FFF2-40B4-BE49-F238E27FC236}">
                  <a16:creationId xmlns:a16="http://schemas.microsoft.com/office/drawing/2014/main" id="{EBD9A754-6279-4FDE-9B9B-45B8AD8CCA3F}"/>
                </a:ext>
              </a:extLst>
            </p:cNvPr>
            <p:cNvSpPr>
              <a:spLocks/>
            </p:cNvSpPr>
            <p:nvPr/>
          </p:nvSpPr>
          <p:spPr bwMode="auto">
            <a:xfrm>
              <a:off x="80" y="95"/>
              <a:ext cx="47" cy="68"/>
            </a:xfrm>
            <a:custGeom>
              <a:avLst/>
              <a:gdLst>
                <a:gd name="T0" fmla="*/ 39 w 46"/>
                <a:gd name="T1" fmla="*/ 0 h 66"/>
                <a:gd name="T2" fmla="*/ 32 w 46"/>
                <a:gd name="T3" fmla="*/ 7 h 66"/>
                <a:gd name="T4" fmla="*/ 32 w 46"/>
                <a:gd name="T5" fmla="*/ 53 h 66"/>
                <a:gd name="T6" fmla="*/ 7 w 46"/>
                <a:gd name="T7" fmla="*/ 53 h 66"/>
                <a:gd name="T8" fmla="*/ 0 w 46"/>
                <a:gd name="T9" fmla="*/ 59 h 66"/>
                <a:gd name="T10" fmla="*/ 7 w 46"/>
                <a:gd name="T11" fmla="*/ 66 h 66"/>
                <a:gd name="T12" fmla="*/ 39 w 46"/>
                <a:gd name="T13" fmla="*/ 66 h 66"/>
                <a:gd name="T14" fmla="*/ 44 w 46"/>
                <a:gd name="T15" fmla="*/ 64 h 66"/>
                <a:gd name="T16" fmla="*/ 46 w 46"/>
                <a:gd name="T17" fmla="*/ 59 h 66"/>
                <a:gd name="T18" fmla="*/ 46 w 46"/>
                <a:gd name="T19" fmla="*/ 7 h 66"/>
                <a:gd name="T20" fmla="*/ 39 w 46"/>
                <a:gd name="T2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66">
                  <a:moveTo>
                    <a:pt x="39" y="0"/>
                  </a:moveTo>
                  <a:cubicBezTo>
                    <a:pt x="35" y="0"/>
                    <a:pt x="32" y="3"/>
                    <a:pt x="32" y="7"/>
                  </a:cubicBezTo>
                  <a:cubicBezTo>
                    <a:pt x="32" y="53"/>
                    <a:pt x="32" y="53"/>
                    <a:pt x="32" y="53"/>
                  </a:cubicBezTo>
                  <a:cubicBezTo>
                    <a:pt x="7" y="53"/>
                    <a:pt x="7" y="53"/>
                    <a:pt x="7" y="53"/>
                  </a:cubicBezTo>
                  <a:cubicBezTo>
                    <a:pt x="3" y="53"/>
                    <a:pt x="0" y="56"/>
                    <a:pt x="0" y="59"/>
                  </a:cubicBezTo>
                  <a:cubicBezTo>
                    <a:pt x="0" y="63"/>
                    <a:pt x="3" y="66"/>
                    <a:pt x="7" y="66"/>
                  </a:cubicBezTo>
                  <a:cubicBezTo>
                    <a:pt x="39" y="66"/>
                    <a:pt x="39" y="66"/>
                    <a:pt x="39" y="66"/>
                  </a:cubicBezTo>
                  <a:cubicBezTo>
                    <a:pt x="41" y="66"/>
                    <a:pt x="43" y="66"/>
                    <a:pt x="44" y="64"/>
                  </a:cubicBezTo>
                  <a:cubicBezTo>
                    <a:pt x="45" y="63"/>
                    <a:pt x="46" y="61"/>
                    <a:pt x="46" y="59"/>
                  </a:cubicBezTo>
                  <a:cubicBezTo>
                    <a:pt x="46" y="7"/>
                    <a:pt x="46" y="7"/>
                    <a:pt x="46" y="7"/>
                  </a:cubicBezTo>
                  <a:cubicBezTo>
                    <a:pt x="46" y="3"/>
                    <a:pt x="43" y="0"/>
                    <a:pt x="3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30">
              <a:extLst>
                <a:ext uri="{FF2B5EF4-FFF2-40B4-BE49-F238E27FC236}">
                  <a16:creationId xmlns:a16="http://schemas.microsoft.com/office/drawing/2014/main" id="{1736F183-B475-4272-A4B6-69B335375133}"/>
                </a:ext>
              </a:extLst>
            </p:cNvPr>
            <p:cNvSpPr>
              <a:spLocks noEditPoints="1"/>
            </p:cNvSpPr>
            <p:nvPr/>
          </p:nvSpPr>
          <p:spPr bwMode="auto">
            <a:xfrm>
              <a:off x="46" y="34"/>
              <a:ext cx="79" cy="114"/>
            </a:xfrm>
            <a:custGeom>
              <a:avLst/>
              <a:gdLst>
                <a:gd name="T0" fmla="*/ 68 w 78"/>
                <a:gd name="T1" fmla="*/ 2 h 112"/>
                <a:gd name="T2" fmla="*/ 60 w 78"/>
                <a:gd name="T3" fmla="*/ 0 h 112"/>
                <a:gd name="T4" fmla="*/ 46 w 78"/>
                <a:gd name="T5" fmla="*/ 8 h 112"/>
                <a:gd name="T6" fmla="*/ 1 w 78"/>
                <a:gd name="T7" fmla="*/ 85 h 112"/>
                <a:gd name="T8" fmla="*/ 0 w 78"/>
                <a:gd name="T9" fmla="*/ 88 h 112"/>
                <a:gd name="T10" fmla="*/ 1 w 78"/>
                <a:gd name="T11" fmla="*/ 106 h 112"/>
                <a:gd name="T12" fmla="*/ 4 w 78"/>
                <a:gd name="T13" fmla="*/ 112 h 112"/>
                <a:gd name="T14" fmla="*/ 8 w 78"/>
                <a:gd name="T15" fmla="*/ 112 h 112"/>
                <a:gd name="T16" fmla="*/ 11 w 78"/>
                <a:gd name="T17" fmla="*/ 112 h 112"/>
                <a:gd name="T18" fmla="*/ 27 w 78"/>
                <a:gd name="T19" fmla="*/ 103 h 112"/>
                <a:gd name="T20" fmla="*/ 29 w 78"/>
                <a:gd name="T21" fmla="*/ 101 h 112"/>
                <a:gd name="T22" fmla="*/ 74 w 78"/>
                <a:gd name="T23" fmla="*/ 24 h 112"/>
                <a:gd name="T24" fmla="*/ 68 w 78"/>
                <a:gd name="T25" fmla="*/ 2 h 112"/>
                <a:gd name="T26" fmla="*/ 62 w 78"/>
                <a:gd name="T27" fmla="*/ 17 h 112"/>
                <a:gd name="T28" fmla="*/ 18 w 78"/>
                <a:gd name="T29" fmla="*/ 92 h 112"/>
                <a:gd name="T30" fmla="*/ 14 w 78"/>
                <a:gd name="T31" fmla="*/ 94 h 112"/>
                <a:gd name="T32" fmla="*/ 14 w 78"/>
                <a:gd name="T33" fmla="*/ 90 h 112"/>
                <a:gd name="T34" fmla="*/ 57 w 78"/>
                <a:gd name="T35" fmla="*/ 15 h 112"/>
                <a:gd name="T36" fmla="*/ 61 w 78"/>
                <a:gd name="T37" fmla="*/ 14 h 112"/>
                <a:gd name="T38" fmla="*/ 62 w 78"/>
                <a:gd name="T39"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8" h="112">
                  <a:moveTo>
                    <a:pt x="68" y="2"/>
                  </a:moveTo>
                  <a:cubicBezTo>
                    <a:pt x="65" y="1"/>
                    <a:pt x="62" y="0"/>
                    <a:pt x="60" y="0"/>
                  </a:cubicBezTo>
                  <a:cubicBezTo>
                    <a:pt x="54" y="0"/>
                    <a:pt x="48" y="3"/>
                    <a:pt x="46" y="8"/>
                  </a:cubicBezTo>
                  <a:cubicBezTo>
                    <a:pt x="1" y="85"/>
                    <a:pt x="1" y="85"/>
                    <a:pt x="1" y="85"/>
                  </a:cubicBezTo>
                  <a:cubicBezTo>
                    <a:pt x="1" y="86"/>
                    <a:pt x="0" y="87"/>
                    <a:pt x="0" y="88"/>
                  </a:cubicBezTo>
                  <a:cubicBezTo>
                    <a:pt x="1" y="106"/>
                    <a:pt x="1" y="106"/>
                    <a:pt x="1" y="106"/>
                  </a:cubicBezTo>
                  <a:cubicBezTo>
                    <a:pt x="1" y="108"/>
                    <a:pt x="2" y="110"/>
                    <a:pt x="4" y="112"/>
                  </a:cubicBezTo>
                  <a:cubicBezTo>
                    <a:pt x="5" y="112"/>
                    <a:pt x="7" y="112"/>
                    <a:pt x="8" y="112"/>
                  </a:cubicBezTo>
                  <a:cubicBezTo>
                    <a:pt x="9" y="112"/>
                    <a:pt x="10" y="112"/>
                    <a:pt x="11" y="112"/>
                  </a:cubicBezTo>
                  <a:cubicBezTo>
                    <a:pt x="27" y="103"/>
                    <a:pt x="27" y="103"/>
                    <a:pt x="27" y="103"/>
                  </a:cubicBezTo>
                  <a:cubicBezTo>
                    <a:pt x="28" y="103"/>
                    <a:pt x="29" y="102"/>
                    <a:pt x="29" y="101"/>
                  </a:cubicBezTo>
                  <a:cubicBezTo>
                    <a:pt x="74" y="24"/>
                    <a:pt x="74" y="24"/>
                    <a:pt x="74" y="24"/>
                  </a:cubicBezTo>
                  <a:cubicBezTo>
                    <a:pt x="78" y="16"/>
                    <a:pt x="75" y="7"/>
                    <a:pt x="68" y="2"/>
                  </a:cubicBezTo>
                  <a:moveTo>
                    <a:pt x="62" y="17"/>
                  </a:moveTo>
                  <a:cubicBezTo>
                    <a:pt x="18" y="92"/>
                    <a:pt x="18" y="92"/>
                    <a:pt x="18" y="92"/>
                  </a:cubicBezTo>
                  <a:cubicBezTo>
                    <a:pt x="14" y="94"/>
                    <a:pt x="14" y="94"/>
                    <a:pt x="14" y="94"/>
                  </a:cubicBezTo>
                  <a:cubicBezTo>
                    <a:pt x="14" y="90"/>
                    <a:pt x="14" y="90"/>
                    <a:pt x="14" y="90"/>
                  </a:cubicBezTo>
                  <a:cubicBezTo>
                    <a:pt x="57" y="15"/>
                    <a:pt x="57" y="15"/>
                    <a:pt x="57" y="15"/>
                  </a:cubicBezTo>
                  <a:cubicBezTo>
                    <a:pt x="58" y="14"/>
                    <a:pt x="60" y="13"/>
                    <a:pt x="61" y="14"/>
                  </a:cubicBezTo>
                  <a:cubicBezTo>
                    <a:pt x="62" y="15"/>
                    <a:pt x="62" y="16"/>
                    <a:pt x="62" y="1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31">
              <a:extLst>
                <a:ext uri="{FF2B5EF4-FFF2-40B4-BE49-F238E27FC236}">
                  <a16:creationId xmlns:a16="http://schemas.microsoft.com/office/drawing/2014/main" id="{4859ECCB-9AB9-4DCA-B21A-AFF4CE615014}"/>
                </a:ext>
              </a:extLst>
            </p:cNvPr>
            <p:cNvSpPr>
              <a:spLocks/>
            </p:cNvSpPr>
            <p:nvPr/>
          </p:nvSpPr>
          <p:spPr bwMode="auto">
            <a:xfrm>
              <a:off x="24" y="46"/>
              <a:ext cx="49" cy="14"/>
            </a:xfrm>
            <a:custGeom>
              <a:avLst/>
              <a:gdLst>
                <a:gd name="T0" fmla="*/ 48 w 48"/>
                <a:gd name="T1" fmla="*/ 7 h 14"/>
                <a:gd name="T2" fmla="*/ 42 w 48"/>
                <a:gd name="T3" fmla="*/ 0 h 14"/>
                <a:gd name="T4" fmla="*/ 7 w 48"/>
                <a:gd name="T5" fmla="*/ 0 h 14"/>
                <a:gd name="T6" fmla="*/ 0 w 48"/>
                <a:gd name="T7" fmla="*/ 7 h 14"/>
                <a:gd name="T8" fmla="*/ 7 w 48"/>
                <a:gd name="T9" fmla="*/ 14 h 14"/>
                <a:gd name="T10" fmla="*/ 42 w 48"/>
                <a:gd name="T11" fmla="*/ 14 h 14"/>
                <a:gd name="T12" fmla="*/ 48 w 48"/>
                <a:gd name="T13" fmla="*/ 7 h 14"/>
              </a:gdLst>
              <a:ahLst/>
              <a:cxnLst>
                <a:cxn ang="0">
                  <a:pos x="T0" y="T1"/>
                </a:cxn>
                <a:cxn ang="0">
                  <a:pos x="T2" y="T3"/>
                </a:cxn>
                <a:cxn ang="0">
                  <a:pos x="T4" y="T5"/>
                </a:cxn>
                <a:cxn ang="0">
                  <a:pos x="T6" y="T7"/>
                </a:cxn>
                <a:cxn ang="0">
                  <a:pos x="T8" y="T9"/>
                </a:cxn>
                <a:cxn ang="0">
                  <a:pos x="T10" y="T11"/>
                </a:cxn>
                <a:cxn ang="0">
                  <a:pos x="T12" y="T13"/>
                </a:cxn>
              </a:cxnLst>
              <a:rect l="0" t="0" r="r" b="b"/>
              <a:pathLst>
                <a:path w="48" h="14">
                  <a:moveTo>
                    <a:pt x="48" y="7"/>
                  </a:moveTo>
                  <a:cubicBezTo>
                    <a:pt x="48" y="3"/>
                    <a:pt x="45" y="0"/>
                    <a:pt x="42" y="0"/>
                  </a:cubicBezTo>
                  <a:cubicBezTo>
                    <a:pt x="7" y="0"/>
                    <a:pt x="7" y="0"/>
                    <a:pt x="7" y="0"/>
                  </a:cubicBezTo>
                  <a:cubicBezTo>
                    <a:pt x="3" y="0"/>
                    <a:pt x="0" y="3"/>
                    <a:pt x="0" y="7"/>
                  </a:cubicBezTo>
                  <a:cubicBezTo>
                    <a:pt x="0" y="11"/>
                    <a:pt x="3" y="14"/>
                    <a:pt x="7" y="14"/>
                  </a:cubicBezTo>
                  <a:cubicBezTo>
                    <a:pt x="42" y="14"/>
                    <a:pt x="42" y="14"/>
                    <a:pt x="42" y="14"/>
                  </a:cubicBezTo>
                  <a:cubicBezTo>
                    <a:pt x="45" y="14"/>
                    <a:pt x="48" y="11"/>
                    <a:pt x="48"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32">
              <a:extLst>
                <a:ext uri="{FF2B5EF4-FFF2-40B4-BE49-F238E27FC236}">
                  <a16:creationId xmlns:a16="http://schemas.microsoft.com/office/drawing/2014/main" id="{DBEFFE2A-F76A-4772-A4D0-D4FD89EF13A2}"/>
                </a:ext>
              </a:extLst>
            </p:cNvPr>
            <p:cNvSpPr>
              <a:spLocks/>
            </p:cNvSpPr>
            <p:nvPr/>
          </p:nvSpPr>
          <p:spPr bwMode="auto">
            <a:xfrm>
              <a:off x="24" y="73"/>
              <a:ext cx="32" cy="15"/>
            </a:xfrm>
            <a:custGeom>
              <a:avLst/>
              <a:gdLst>
                <a:gd name="T0" fmla="*/ 7 w 31"/>
                <a:gd name="T1" fmla="*/ 0 h 14"/>
                <a:gd name="T2" fmla="*/ 0 w 31"/>
                <a:gd name="T3" fmla="*/ 7 h 14"/>
                <a:gd name="T4" fmla="*/ 7 w 31"/>
                <a:gd name="T5" fmla="*/ 14 h 14"/>
                <a:gd name="T6" fmla="*/ 24 w 31"/>
                <a:gd name="T7" fmla="*/ 14 h 14"/>
                <a:gd name="T8" fmla="*/ 31 w 31"/>
                <a:gd name="T9" fmla="*/ 7 h 14"/>
                <a:gd name="T10" fmla="*/ 24 w 31"/>
                <a:gd name="T11" fmla="*/ 0 h 14"/>
                <a:gd name="T12" fmla="*/ 7 w 31"/>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31" h="14">
                  <a:moveTo>
                    <a:pt x="7" y="0"/>
                  </a:moveTo>
                  <a:cubicBezTo>
                    <a:pt x="3" y="0"/>
                    <a:pt x="0" y="3"/>
                    <a:pt x="0" y="7"/>
                  </a:cubicBezTo>
                  <a:cubicBezTo>
                    <a:pt x="0" y="11"/>
                    <a:pt x="3" y="14"/>
                    <a:pt x="7" y="14"/>
                  </a:cubicBezTo>
                  <a:cubicBezTo>
                    <a:pt x="24" y="14"/>
                    <a:pt x="24" y="14"/>
                    <a:pt x="24" y="14"/>
                  </a:cubicBezTo>
                  <a:cubicBezTo>
                    <a:pt x="28" y="14"/>
                    <a:pt x="31" y="11"/>
                    <a:pt x="31" y="7"/>
                  </a:cubicBezTo>
                  <a:cubicBezTo>
                    <a:pt x="31" y="3"/>
                    <a:pt x="28" y="0"/>
                    <a:pt x="24" y="0"/>
                  </a:cubicBezTo>
                  <a:lnTo>
                    <a:pt x="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2" name="图片 1">
            <a:extLst>
              <a:ext uri="{FF2B5EF4-FFF2-40B4-BE49-F238E27FC236}">
                <a16:creationId xmlns:a16="http://schemas.microsoft.com/office/drawing/2014/main" id="{EA2FB17B-F0ED-4EAE-BFA6-3836B7532CB3}"/>
              </a:ext>
            </a:extLst>
          </p:cNvPr>
          <p:cNvPicPr>
            <a:picLocks noChangeAspect="1"/>
          </p:cNvPicPr>
          <p:nvPr/>
        </p:nvPicPr>
        <p:blipFill>
          <a:blip r:embed="rId2"/>
          <a:stretch>
            <a:fillRect/>
          </a:stretch>
        </p:blipFill>
        <p:spPr>
          <a:xfrm>
            <a:off x="65381" y="1418829"/>
            <a:ext cx="2854031" cy="29523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43">
            <a:extLst>
              <a:ext uri="{FF2B5EF4-FFF2-40B4-BE49-F238E27FC236}">
                <a16:creationId xmlns:a16="http://schemas.microsoft.com/office/drawing/2014/main" id="{0F80FC2C-263E-4C92-9A3C-5428BF50CC08}"/>
              </a:ext>
            </a:extLst>
          </p:cNvPr>
          <p:cNvSpPr>
            <a:spLocks noChangeArrowheads="1"/>
          </p:cNvSpPr>
          <p:nvPr/>
        </p:nvSpPr>
        <p:spPr bwMode="auto">
          <a:xfrm>
            <a:off x="1691680" y="4198156"/>
            <a:ext cx="1256084"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sz="900" baseline="3000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参考效果</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 name="Rectangle 32">
            <a:extLst>
              <a:ext uri="{FF2B5EF4-FFF2-40B4-BE49-F238E27FC236}">
                <a16:creationId xmlns:a16="http://schemas.microsoft.com/office/drawing/2014/main" id="{A153A8F1-F3BA-4316-AACC-7D14C457E714}"/>
              </a:ext>
            </a:extLst>
          </p:cNvPr>
          <p:cNvSpPr>
            <a:spLocks noChangeArrowheads="1"/>
          </p:cNvSpPr>
          <p:nvPr/>
        </p:nvSpPr>
        <p:spPr bwMode="auto">
          <a:xfrm>
            <a:off x="3713049" y="2331280"/>
            <a:ext cx="4824536" cy="1433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dirty="0">
                <a:solidFill>
                  <a:schemeClr val="bg1"/>
                </a:solidFill>
                <a:latin typeface="微软雅黑" panose="020B0503020204020204" pitchFamily="34" charset="-122"/>
                <a:ea typeface="微软雅黑" panose="020B0503020204020204" pitchFamily="34" charset="-122"/>
              </a:rPr>
              <a:t>        根据</a:t>
            </a:r>
            <a:r>
              <a:rPr lang="zh-CN" altLang="zh-CN" sz="1600" dirty="0">
                <a:solidFill>
                  <a:schemeClr val="bg1"/>
                </a:solidFill>
                <a:latin typeface="微软雅黑" panose="020B0503020204020204" pitchFamily="34" charset="-122"/>
                <a:ea typeface="微软雅黑" panose="020B0503020204020204" pitchFamily="34" charset="-122"/>
              </a:rPr>
              <a:t>高考成绩的位次号排名、排名浮动范围、喜欢的专业、</a:t>
            </a:r>
            <a:r>
              <a:rPr lang="en-US" altLang="zh-CN" sz="1600" dirty="0">
                <a:solidFill>
                  <a:schemeClr val="bg1"/>
                </a:solidFill>
                <a:latin typeface="微软雅黑" panose="020B0503020204020204" pitchFamily="34" charset="-122"/>
                <a:ea typeface="微软雅黑" panose="020B0503020204020204" pitchFamily="34" charset="-122"/>
              </a:rPr>
              <a:t>7</a:t>
            </a:r>
            <a:r>
              <a:rPr lang="zh-CN" altLang="zh-CN" sz="1600" dirty="0">
                <a:solidFill>
                  <a:schemeClr val="bg1"/>
                </a:solidFill>
                <a:latin typeface="微软雅黑" panose="020B0503020204020204" pitchFamily="34" charset="-122"/>
                <a:ea typeface="微软雅黑" panose="020B0503020204020204" pitchFamily="34" charset="-122"/>
              </a:rPr>
              <a:t>选</a:t>
            </a:r>
            <a:r>
              <a:rPr lang="en-US" altLang="zh-CN" sz="1600" dirty="0">
                <a:solidFill>
                  <a:schemeClr val="bg1"/>
                </a:solidFill>
                <a:latin typeface="微软雅黑" panose="020B0503020204020204" pitchFamily="34" charset="-122"/>
                <a:ea typeface="微软雅黑" panose="020B0503020204020204" pitchFamily="34" charset="-122"/>
              </a:rPr>
              <a:t>3</a:t>
            </a:r>
            <a:r>
              <a:rPr lang="zh-CN" altLang="zh-CN" sz="1600" dirty="0">
                <a:solidFill>
                  <a:schemeClr val="bg1"/>
                </a:solidFill>
                <a:latin typeface="微软雅黑" panose="020B0503020204020204" pitchFamily="34" charset="-122"/>
                <a:ea typeface="微软雅黑" panose="020B0503020204020204" pitchFamily="34" charset="-122"/>
              </a:rPr>
              <a:t>课程筛选和推荐相应的学校，附带专业信息。其中可以根据用户“喜欢的专业” </a:t>
            </a:r>
            <a:r>
              <a:rPr lang="zh-CN" altLang="en-US" sz="1600" dirty="0">
                <a:solidFill>
                  <a:schemeClr val="bg1"/>
                </a:solidFill>
                <a:latin typeface="微软雅黑" panose="020B0503020204020204" pitchFamily="34" charset="-122"/>
                <a:ea typeface="微软雅黑" panose="020B0503020204020204" pitchFamily="34" charset="-122"/>
              </a:rPr>
              <a:t>筛选“</a:t>
            </a:r>
            <a:r>
              <a:rPr lang="zh-CN" altLang="zh-CN" sz="1600" dirty="0">
                <a:solidFill>
                  <a:schemeClr val="bg1"/>
                </a:solidFill>
                <a:latin typeface="微软雅黑" panose="020B0503020204020204" pitchFamily="34" charset="-122"/>
                <a:ea typeface="微软雅黑" panose="020B0503020204020204" pitchFamily="34" charset="-122"/>
              </a:rPr>
              <a:t>学校</a:t>
            </a:r>
            <a:r>
              <a:rPr lang="en-US" altLang="zh-CN" sz="1600" dirty="0">
                <a:solidFill>
                  <a:schemeClr val="bg1"/>
                </a:solidFill>
                <a:latin typeface="微软雅黑" panose="020B0503020204020204" pitchFamily="34" charset="-122"/>
                <a:ea typeface="微软雅黑" panose="020B0503020204020204" pitchFamily="34" charset="-122"/>
              </a:rPr>
              <a:t>+</a:t>
            </a:r>
            <a:r>
              <a:rPr lang="zh-CN" altLang="zh-CN" sz="1600" dirty="0">
                <a:solidFill>
                  <a:schemeClr val="bg1"/>
                </a:solidFill>
                <a:latin typeface="微软雅黑" panose="020B0503020204020204" pitchFamily="34" charset="-122"/>
                <a:ea typeface="微软雅黑" panose="020B0503020204020204" pitchFamily="34" charset="-122"/>
              </a:rPr>
              <a:t>专业</a:t>
            </a:r>
            <a:r>
              <a:rPr lang="zh-CN" altLang="en-US" sz="1600" dirty="0">
                <a:solidFill>
                  <a:schemeClr val="bg1"/>
                </a:solidFill>
                <a:latin typeface="微软雅黑" panose="020B0503020204020204" pitchFamily="34" charset="-122"/>
                <a:ea typeface="微软雅黑" panose="020B0503020204020204" pitchFamily="34" charset="-122"/>
              </a:rPr>
              <a:t>”</a:t>
            </a:r>
            <a:r>
              <a:rPr lang="zh-CN" altLang="zh-CN" sz="1600" dirty="0">
                <a:solidFill>
                  <a:schemeClr val="bg1"/>
                </a:solidFill>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
        <p:nvSpPr>
          <p:cNvPr id="10" name="Rectangle 32">
            <a:extLst>
              <a:ext uri="{FF2B5EF4-FFF2-40B4-BE49-F238E27FC236}">
                <a16:creationId xmlns:a16="http://schemas.microsoft.com/office/drawing/2014/main" id="{B3B55547-38EC-4627-AE2B-5CDE550FF6C6}"/>
              </a:ext>
            </a:extLst>
          </p:cNvPr>
          <p:cNvSpPr>
            <a:spLocks noChangeArrowheads="1"/>
          </p:cNvSpPr>
          <p:nvPr/>
        </p:nvSpPr>
        <p:spPr bwMode="auto">
          <a:xfrm>
            <a:off x="4213485" y="1700083"/>
            <a:ext cx="3774301" cy="32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有效筛选符合自身条件的志愿报考</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816338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703EA2DF-05FB-4331-B26D-5BC39A56D221}"/>
              </a:ext>
            </a:extLst>
          </p:cNvPr>
          <p:cNvGrpSpPr/>
          <p:nvPr/>
        </p:nvGrpSpPr>
        <p:grpSpPr>
          <a:xfrm>
            <a:off x="-1" y="1874663"/>
            <a:ext cx="9144000" cy="2339513"/>
            <a:chOff x="-4282523" y="2186464"/>
            <a:chExt cx="9144000" cy="2729894"/>
          </a:xfrm>
        </p:grpSpPr>
        <p:sp>
          <p:nvSpPr>
            <p:cNvPr id="24" name="Rectangle 2" descr="psb">
              <a:extLst>
                <a:ext uri="{FF2B5EF4-FFF2-40B4-BE49-F238E27FC236}">
                  <a16:creationId xmlns:a16="http://schemas.microsoft.com/office/drawing/2014/main" id="{E11D84C0-7E33-423D-AED0-D87ABDD324D0}"/>
                </a:ext>
              </a:extLst>
            </p:cNvPr>
            <p:cNvSpPr>
              <a:spLocks noChangeArrowheads="1"/>
            </p:cNvSpPr>
            <p:nvPr/>
          </p:nvSpPr>
          <p:spPr bwMode="auto">
            <a:xfrm>
              <a:off x="-4282523" y="2201733"/>
              <a:ext cx="9144000" cy="2714625"/>
            </a:xfrm>
            <a:prstGeom prst="rect">
              <a:avLst/>
            </a:prstGeom>
            <a:blipFill dpi="0" rotWithShape="1">
              <a:blip r:embed="rId2" cstate="print"/>
              <a:srcRect/>
              <a:stretch>
                <a:fillRect b="-125969"/>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Rectangle 3">
              <a:extLst>
                <a:ext uri="{FF2B5EF4-FFF2-40B4-BE49-F238E27FC236}">
                  <a16:creationId xmlns:a16="http://schemas.microsoft.com/office/drawing/2014/main" id="{B61F70D8-DEE7-4C7F-8F47-0159C463D064}"/>
                </a:ext>
              </a:extLst>
            </p:cNvPr>
            <p:cNvSpPr>
              <a:spLocks noChangeArrowheads="1"/>
            </p:cNvSpPr>
            <p:nvPr/>
          </p:nvSpPr>
          <p:spPr bwMode="auto">
            <a:xfrm>
              <a:off x="-4282523" y="2186464"/>
              <a:ext cx="9144000" cy="2729894"/>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37270" y="338496"/>
            <a:ext cx="45642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04.3</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3635896" y="562481"/>
            <a:ext cx="2114578" cy="461665"/>
          </a:xfrm>
          <a:prstGeom prst="rect">
            <a:avLst/>
          </a:prstGeom>
          <a:noFill/>
        </p:spPr>
        <p:txBody>
          <a:bodyPr wrap="square" rtlCol="0">
            <a:spAutoFit/>
          </a:bodyPr>
          <a:lstStyle/>
          <a:p>
            <a:r>
              <a:rPr kumimoji="1" lang="zh-CN" altLang="en-US" sz="2400" b="1" dirty="0">
                <a:solidFill>
                  <a:srgbClr val="EA5514"/>
                </a:solidFill>
                <a:latin typeface="微软雅黑" panose="020B0503020204020204" pitchFamily="34" charset="-122"/>
                <a:ea typeface="微软雅黑" panose="020B0503020204020204" pitchFamily="34" charset="-122"/>
              </a:rPr>
              <a:t>智能填报志愿</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Rectangle 32">
            <a:extLst>
              <a:ext uri="{FF2B5EF4-FFF2-40B4-BE49-F238E27FC236}">
                <a16:creationId xmlns:a16="http://schemas.microsoft.com/office/drawing/2014/main" id="{C2126AC5-C164-421A-95F7-959A559257D9}"/>
              </a:ext>
            </a:extLst>
          </p:cNvPr>
          <p:cNvSpPr>
            <a:spLocks noChangeArrowheads="1"/>
          </p:cNvSpPr>
          <p:nvPr/>
        </p:nvSpPr>
        <p:spPr bwMode="auto">
          <a:xfrm>
            <a:off x="487095" y="1137102"/>
            <a:ext cx="8169809" cy="1433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大家在填报</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80</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个平行志愿时，大多会采取</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20</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30</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30</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“冲一冲、稳一稳、保一保”的策略。通过用户的位次和个性化选择一键生成</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80</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个志愿推荐。推荐模式会有一个推荐算</a:t>
            </a:r>
            <a:r>
              <a:rPr lang="zh-CN" altLang="en-US" sz="1600" b="1" dirty="0">
                <a:solidFill>
                  <a:schemeClr val="bg1"/>
                </a:solidFill>
                <a:latin typeface="微软雅黑" panose="020B0503020204020204" pitchFamily="34" charset="-122"/>
                <a:ea typeface="微软雅黑" panose="020B0503020204020204" pitchFamily="34" charset="-122"/>
              </a:rPr>
              <a:t>法，各个小项按权重计算出推荐值。小项分为位次、历年分数线趋势、所属地区、热门专业、热门大学、招生计划数趋势等。用户可以对院校有限还是专业优先进行选择。</a:t>
            </a:r>
          </a:p>
        </p:txBody>
      </p:sp>
      <p:pic>
        <p:nvPicPr>
          <p:cNvPr id="7" name="图片 6">
            <a:extLst>
              <a:ext uri="{FF2B5EF4-FFF2-40B4-BE49-F238E27FC236}">
                <a16:creationId xmlns:a16="http://schemas.microsoft.com/office/drawing/2014/main" id="{6F6AA15C-CFF1-4C09-A731-E8E34323136A}"/>
              </a:ext>
            </a:extLst>
          </p:cNvPr>
          <p:cNvPicPr>
            <a:picLocks noChangeAspect="1"/>
          </p:cNvPicPr>
          <p:nvPr/>
        </p:nvPicPr>
        <p:blipFill>
          <a:blip r:embed="rId3"/>
          <a:stretch>
            <a:fillRect/>
          </a:stretch>
        </p:blipFill>
        <p:spPr>
          <a:xfrm>
            <a:off x="1468205" y="2690343"/>
            <a:ext cx="6449960" cy="2157742"/>
          </a:xfrm>
          <a:prstGeom prst="rect">
            <a:avLst/>
          </a:prstGeom>
          <a:ln>
            <a:noFill/>
          </a:ln>
          <a:effectLst>
            <a:outerShdw blurRad="292100" dist="139700" dir="2700000" algn="tl" rotWithShape="0">
              <a:srgbClr val="333333">
                <a:alpha val="65000"/>
              </a:srgbClr>
            </a:outerShdw>
          </a:effectLst>
        </p:spPr>
      </p:pic>
      <p:sp>
        <p:nvSpPr>
          <p:cNvPr id="40" name="Freeform 31">
            <a:extLst>
              <a:ext uri="{FF2B5EF4-FFF2-40B4-BE49-F238E27FC236}">
                <a16:creationId xmlns:a16="http://schemas.microsoft.com/office/drawing/2014/main" id="{D30933EF-3D03-49C6-B0EC-F6B99CE32649}"/>
              </a:ext>
            </a:extLst>
          </p:cNvPr>
          <p:cNvSpPr>
            <a:spLocks noEditPoints="1"/>
          </p:cNvSpPr>
          <p:nvPr/>
        </p:nvSpPr>
        <p:spPr bwMode="auto">
          <a:xfrm>
            <a:off x="718170" y="3294905"/>
            <a:ext cx="325438" cy="327025"/>
          </a:xfrm>
          <a:custGeom>
            <a:avLst/>
            <a:gdLst>
              <a:gd name="T0" fmla="*/ 21 w 87"/>
              <a:gd name="T1" fmla="*/ 19 h 87"/>
              <a:gd name="T2" fmla="*/ 27 w 87"/>
              <a:gd name="T3" fmla="*/ 11 h 87"/>
              <a:gd name="T4" fmla="*/ 8 w 87"/>
              <a:gd name="T5" fmla="*/ 24 h 87"/>
              <a:gd name="T6" fmla="*/ 39 w 87"/>
              <a:gd name="T7" fmla="*/ 24 h 87"/>
              <a:gd name="T8" fmla="*/ 34 w 87"/>
              <a:gd name="T9" fmla="*/ 24 h 87"/>
              <a:gd name="T10" fmla="*/ 31 w 87"/>
              <a:gd name="T11" fmla="*/ 21 h 87"/>
              <a:gd name="T12" fmla="*/ 29 w 87"/>
              <a:gd name="T13" fmla="*/ 14 h 87"/>
              <a:gd name="T14" fmla="*/ 68 w 87"/>
              <a:gd name="T15" fmla="*/ 44 h 87"/>
              <a:gd name="T16" fmla="*/ 86 w 87"/>
              <a:gd name="T17" fmla="*/ 62 h 87"/>
              <a:gd name="T18" fmla="*/ 66 w 87"/>
              <a:gd name="T19" fmla="*/ 86 h 87"/>
              <a:gd name="T20" fmla="*/ 62 w 87"/>
              <a:gd name="T21" fmla="*/ 86 h 87"/>
              <a:gd name="T22" fmla="*/ 27 w 87"/>
              <a:gd name="T23" fmla="*/ 86 h 87"/>
              <a:gd name="T24" fmla="*/ 4 w 87"/>
              <a:gd name="T25" fmla="*/ 87 h 87"/>
              <a:gd name="T26" fmla="*/ 1 w 87"/>
              <a:gd name="T27" fmla="*/ 63 h 87"/>
              <a:gd name="T28" fmla="*/ 19 w 87"/>
              <a:gd name="T29" fmla="*/ 43 h 87"/>
              <a:gd name="T30" fmla="*/ 2 w 87"/>
              <a:gd name="T31" fmla="*/ 21 h 87"/>
              <a:gd name="T32" fmla="*/ 26 w 87"/>
              <a:gd name="T33" fmla="*/ 2 h 87"/>
              <a:gd name="T34" fmla="*/ 59 w 87"/>
              <a:gd name="T35" fmla="*/ 3 h 87"/>
              <a:gd name="T36" fmla="*/ 86 w 87"/>
              <a:gd name="T37" fmla="*/ 18 h 87"/>
              <a:gd name="T38" fmla="*/ 68 w 87"/>
              <a:gd name="T39" fmla="*/ 44 h 87"/>
              <a:gd name="T40" fmla="*/ 48 w 87"/>
              <a:gd name="T41" fmla="*/ 64 h 87"/>
              <a:gd name="T42" fmla="*/ 79 w 87"/>
              <a:gd name="T43" fmla="*/ 64 h 87"/>
              <a:gd name="T44" fmla="*/ 71 w 87"/>
              <a:gd name="T45" fmla="*/ 67 h 87"/>
              <a:gd name="T46" fmla="*/ 68 w 87"/>
              <a:gd name="T47" fmla="*/ 64 h 87"/>
              <a:gd name="T48" fmla="*/ 69 w 87"/>
              <a:gd name="T49" fmla="*/ 54 h 87"/>
              <a:gd name="T50" fmla="*/ 64 w 87"/>
              <a:gd name="T51" fmla="*/ 57 h 87"/>
              <a:gd name="T52" fmla="*/ 67 w 87"/>
              <a:gd name="T53" fmla="*/ 51 h 87"/>
              <a:gd name="T54" fmla="*/ 48 w 87"/>
              <a:gd name="T55" fmla="*/ 64 h 87"/>
              <a:gd name="T56" fmla="*/ 18 w 87"/>
              <a:gd name="T57" fmla="*/ 75 h 87"/>
              <a:gd name="T58" fmla="*/ 60 w 87"/>
              <a:gd name="T59" fmla="*/ 21 h 87"/>
              <a:gd name="T60" fmla="*/ 18 w 87"/>
              <a:gd name="T61" fmla="*/ 75 h 87"/>
              <a:gd name="T62" fmla="*/ 70 w 87"/>
              <a:gd name="T63" fmla="*/ 26 h 87"/>
              <a:gd name="T64" fmla="*/ 71 w 87"/>
              <a:gd name="T65" fmla="*/ 26 h 87"/>
              <a:gd name="T66" fmla="*/ 71 w 87"/>
              <a:gd name="T67" fmla="*/ 26 h 87"/>
              <a:gd name="T68" fmla="*/ 80 w 87"/>
              <a:gd name="T69" fmla="*/ 24 h 87"/>
              <a:gd name="T70" fmla="*/ 67 w 87"/>
              <a:gd name="T71" fmla="*/ 8 h 87"/>
              <a:gd name="T72" fmla="*/ 58 w 87"/>
              <a:gd name="T73" fmla="*/ 13 h 87"/>
              <a:gd name="T74" fmla="*/ 62 w 87"/>
              <a:gd name="T75" fmla="*/ 17 h 87"/>
              <a:gd name="T76" fmla="*/ 62 w 87"/>
              <a:gd name="T77" fmla="*/ 17 h 87"/>
              <a:gd name="T78" fmla="*/ 62 w 87"/>
              <a:gd name="T79" fmla="*/ 17 h 87"/>
              <a:gd name="T80" fmla="*/ 70 w 87"/>
              <a:gd name="T81" fmla="*/ 26 h 87"/>
              <a:gd name="T82" fmla="*/ 70 w 87"/>
              <a:gd name="T83" fmla="*/ 26 h 87"/>
              <a:gd name="T84" fmla="*/ 69 w 87"/>
              <a:gd name="T85" fmla="*/ 30 h 87"/>
              <a:gd name="T86" fmla="*/ 23 w 87"/>
              <a:gd name="T87" fmla="*/ 80 h 87"/>
              <a:gd name="T88" fmla="*/ 69 w 87"/>
              <a:gd name="T89" fmla="*/ 30 h 87"/>
              <a:gd name="T90" fmla="*/ 10 w 87"/>
              <a:gd name="T91" fmla="*/ 66 h 87"/>
              <a:gd name="T92" fmla="*/ 55 w 87"/>
              <a:gd name="T93" fmla="*/ 16 h 87"/>
              <a:gd name="T94" fmla="*/ 10 w 87"/>
              <a:gd name="T95" fmla="*/ 66 h 87"/>
              <a:gd name="T96" fmla="*/ 7 w 87"/>
              <a:gd name="T97" fmla="*/ 69 h 87"/>
              <a:gd name="T98" fmla="*/ 19 w 87"/>
              <a:gd name="T99" fmla="*/ 8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7" h="87">
                <a:moveTo>
                  <a:pt x="24" y="19"/>
                </a:moveTo>
                <a:cubicBezTo>
                  <a:pt x="23" y="20"/>
                  <a:pt x="22" y="20"/>
                  <a:pt x="21" y="19"/>
                </a:cubicBezTo>
                <a:cubicBezTo>
                  <a:pt x="20" y="19"/>
                  <a:pt x="20" y="17"/>
                  <a:pt x="21" y="17"/>
                </a:cubicBezTo>
                <a:cubicBezTo>
                  <a:pt x="27" y="11"/>
                  <a:pt x="27" y="11"/>
                  <a:pt x="27" y="11"/>
                </a:cubicBezTo>
                <a:cubicBezTo>
                  <a:pt x="24" y="8"/>
                  <a:pt x="24" y="8"/>
                  <a:pt x="24" y="8"/>
                </a:cubicBezTo>
                <a:cubicBezTo>
                  <a:pt x="8" y="24"/>
                  <a:pt x="8" y="24"/>
                  <a:pt x="8" y="24"/>
                </a:cubicBezTo>
                <a:cubicBezTo>
                  <a:pt x="24" y="39"/>
                  <a:pt x="24" y="39"/>
                  <a:pt x="24" y="39"/>
                </a:cubicBezTo>
                <a:cubicBezTo>
                  <a:pt x="39" y="24"/>
                  <a:pt x="39" y="24"/>
                  <a:pt x="39" y="24"/>
                </a:cubicBezTo>
                <a:cubicBezTo>
                  <a:pt x="36" y="21"/>
                  <a:pt x="36" y="21"/>
                  <a:pt x="36" y="21"/>
                </a:cubicBezTo>
                <a:cubicBezTo>
                  <a:pt x="34" y="24"/>
                  <a:pt x="34" y="24"/>
                  <a:pt x="34" y="24"/>
                </a:cubicBezTo>
                <a:cubicBezTo>
                  <a:pt x="33" y="24"/>
                  <a:pt x="32" y="24"/>
                  <a:pt x="31" y="24"/>
                </a:cubicBezTo>
                <a:cubicBezTo>
                  <a:pt x="30" y="23"/>
                  <a:pt x="30" y="22"/>
                  <a:pt x="31" y="21"/>
                </a:cubicBezTo>
                <a:cubicBezTo>
                  <a:pt x="34" y="18"/>
                  <a:pt x="34" y="18"/>
                  <a:pt x="34" y="18"/>
                </a:cubicBezTo>
                <a:cubicBezTo>
                  <a:pt x="29" y="14"/>
                  <a:pt x="29" y="14"/>
                  <a:pt x="29" y="14"/>
                </a:cubicBezTo>
                <a:cubicBezTo>
                  <a:pt x="24" y="19"/>
                  <a:pt x="24" y="19"/>
                  <a:pt x="24" y="19"/>
                </a:cubicBezTo>
                <a:close/>
                <a:moveTo>
                  <a:pt x="68" y="44"/>
                </a:moveTo>
                <a:cubicBezTo>
                  <a:pt x="68" y="44"/>
                  <a:pt x="68" y="44"/>
                  <a:pt x="68" y="44"/>
                </a:cubicBezTo>
                <a:cubicBezTo>
                  <a:pt x="86" y="62"/>
                  <a:pt x="86" y="62"/>
                  <a:pt x="86" y="62"/>
                </a:cubicBezTo>
                <a:cubicBezTo>
                  <a:pt x="87" y="63"/>
                  <a:pt x="87" y="65"/>
                  <a:pt x="86" y="66"/>
                </a:cubicBezTo>
                <a:cubicBezTo>
                  <a:pt x="66" y="86"/>
                  <a:pt x="66" y="86"/>
                  <a:pt x="66" y="86"/>
                </a:cubicBezTo>
                <a:cubicBezTo>
                  <a:pt x="65" y="87"/>
                  <a:pt x="63" y="87"/>
                  <a:pt x="62" y="86"/>
                </a:cubicBezTo>
                <a:cubicBezTo>
                  <a:pt x="62" y="86"/>
                  <a:pt x="62" y="86"/>
                  <a:pt x="62" y="86"/>
                </a:cubicBezTo>
                <a:cubicBezTo>
                  <a:pt x="44" y="68"/>
                  <a:pt x="44" y="68"/>
                  <a:pt x="44" y="68"/>
                </a:cubicBezTo>
                <a:cubicBezTo>
                  <a:pt x="27" y="86"/>
                  <a:pt x="27" y="86"/>
                  <a:pt x="27" y="86"/>
                </a:cubicBezTo>
                <a:cubicBezTo>
                  <a:pt x="26" y="86"/>
                  <a:pt x="25" y="87"/>
                  <a:pt x="24" y="87"/>
                </a:cubicBezTo>
                <a:cubicBezTo>
                  <a:pt x="4" y="87"/>
                  <a:pt x="4" y="87"/>
                  <a:pt x="4" y="87"/>
                </a:cubicBezTo>
                <a:cubicBezTo>
                  <a:pt x="2" y="87"/>
                  <a:pt x="1" y="85"/>
                  <a:pt x="1" y="83"/>
                </a:cubicBezTo>
                <a:cubicBezTo>
                  <a:pt x="1" y="77"/>
                  <a:pt x="1" y="70"/>
                  <a:pt x="1" y="63"/>
                </a:cubicBezTo>
                <a:cubicBezTo>
                  <a:pt x="1" y="62"/>
                  <a:pt x="1" y="61"/>
                  <a:pt x="2" y="61"/>
                </a:cubicBezTo>
                <a:cubicBezTo>
                  <a:pt x="19" y="43"/>
                  <a:pt x="19" y="43"/>
                  <a:pt x="19" y="43"/>
                </a:cubicBezTo>
                <a:cubicBezTo>
                  <a:pt x="2" y="26"/>
                  <a:pt x="2" y="26"/>
                  <a:pt x="2" y="26"/>
                </a:cubicBezTo>
                <a:cubicBezTo>
                  <a:pt x="0" y="25"/>
                  <a:pt x="0" y="23"/>
                  <a:pt x="2" y="21"/>
                </a:cubicBezTo>
                <a:cubicBezTo>
                  <a:pt x="21" y="2"/>
                  <a:pt x="21" y="2"/>
                  <a:pt x="21" y="2"/>
                </a:cubicBezTo>
                <a:cubicBezTo>
                  <a:pt x="23" y="0"/>
                  <a:pt x="25" y="0"/>
                  <a:pt x="26" y="2"/>
                </a:cubicBezTo>
                <a:cubicBezTo>
                  <a:pt x="43" y="19"/>
                  <a:pt x="43" y="19"/>
                  <a:pt x="43" y="19"/>
                </a:cubicBezTo>
                <a:cubicBezTo>
                  <a:pt x="59" y="3"/>
                  <a:pt x="59" y="3"/>
                  <a:pt x="59" y="3"/>
                </a:cubicBezTo>
                <a:cubicBezTo>
                  <a:pt x="63" y="0"/>
                  <a:pt x="68" y="0"/>
                  <a:pt x="72" y="3"/>
                </a:cubicBezTo>
                <a:cubicBezTo>
                  <a:pt x="76" y="7"/>
                  <a:pt x="84" y="14"/>
                  <a:pt x="86" y="18"/>
                </a:cubicBezTo>
                <a:cubicBezTo>
                  <a:pt x="87" y="22"/>
                  <a:pt x="87" y="25"/>
                  <a:pt x="84" y="28"/>
                </a:cubicBezTo>
                <a:cubicBezTo>
                  <a:pt x="68" y="44"/>
                  <a:pt x="68" y="44"/>
                  <a:pt x="68" y="44"/>
                </a:cubicBezTo>
                <a:close/>
                <a:moveTo>
                  <a:pt x="48" y="64"/>
                </a:moveTo>
                <a:cubicBezTo>
                  <a:pt x="48" y="64"/>
                  <a:pt x="48" y="64"/>
                  <a:pt x="48" y="64"/>
                </a:cubicBezTo>
                <a:cubicBezTo>
                  <a:pt x="64" y="79"/>
                  <a:pt x="64" y="79"/>
                  <a:pt x="64" y="79"/>
                </a:cubicBezTo>
                <a:cubicBezTo>
                  <a:pt x="79" y="64"/>
                  <a:pt x="79" y="64"/>
                  <a:pt x="79" y="64"/>
                </a:cubicBezTo>
                <a:cubicBezTo>
                  <a:pt x="76" y="61"/>
                  <a:pt x="76" y="61"/>
                  <a:pt x="76" y="61"/>
                </a:cubicBezTo>
                <a:cubicBezTo>
                  <a:pt x="71" y="67"/>
                  <a:pt x="71" y="67"/>
                  <a:pt x="71" y="67"/>
                </a:cubicBezTo>
                <a:cubicBezTo>
                  <a:pt x="70" y="67"/>
                  <a:pt x="69" y="67"/>
                  <a:pt x="68" y="67"/>
                </a:cubicBezTo>
                <a:cubicBezTo>
                  <a:pt x="68" y="66"/>
                  <a:pt x="68" y="65"/>
                  <a:pt x="68" y="64"/>
                </a:cubicBezTo>
                <a:cubicBezTo>
                  <a:pt x="74" y="58"/>
                  <a:pt x="74" y="58"/>
                  <a:pt x="74" y="58"/>
                </a:cubicBezTo>
                <a:cubicBezTo>
                  <a:pt x="69" y="54"/>
                  <a:pt x="69" y="54"/>
                  <a:pt x="69" y="54"/>
                </a:cubicBezTo>
                <a:cubicBezTo>
                  <a:pt x="67" y="57"/>
                  <a:pt x="67" y="57"/>
                  <a:pt x="67" y="57"/>
                </a:cubicBezTo>
                <a:cubicBezTo>
                  <a:pt x="66" y="57"/>
                  <a:pt x="65" y="57"/>
                  <a:pt x="64" y="57"/>
                </a:cubicBezTo>
                <a:cubicBezTo>
                  <a:pt x="63" y="56"/>
                  <a:pt x="63" y="55"/>
                  <a:pt x="64" y="54"/>
                </a:cubicBezTo>
                <a:cubicBezTo>
                  <a:pt x="67" y="51"/>
                  <a:pt x="67" y="51"/>
                  <a:pt x="67" y="51"/>
                </a:cubicBezTo>
                <a:cubicBezTo>
                  <a:pt x="64" y="48"/>
                  <a:pt x="64" y="48"/>
                  <a:pt x="64" y="48"/>
                </a:cubicBezTo>
                <a:cubicBezTo>
                  <a:pt x="48" y="64"/>
                  <a:pt x="48" y="64"/>
                  <a:pt x="48" y="64"/>
                </a:cubicBezTo>
                <a:close/>
                <a:moveTo>
                  <a:pt x="18" y="75"/>
                </a:moveTo>
                <a:cubicBezTo>
                  <a:pt x="18" y="75"/>
                  <a:pt x="18" y="75"/>
                  <a:pt x="18" y="75"/>
                </a:cubicBezTo>
                <a:cubicBezTo>
                  <a:pt x="34" y="59"/>
                  <a:pt x="50" y="43"/>
                  <a:pt x="67" y="27"/>
                </a:cubicBezTo>
                <a:cubicBezTo>
                  <a:pt x="64" y="25"/>
                  <a:pt x="62" y="23"/>
                  <a:pt x="60" y="21"/>
                </a:cubicBezTo>
                <a:cubicBezTo>
                  <a:pt x="12" y="69"/>
                  <a:pt x="12" y="69"/>
                  <a:pt x="12" y="69"/>
                </a:cubicBezTo>
                <a:cubicBezTo>
                  <a:pt x="18" y="75"/>
                  <a:pt x="18" y="75"/>
                  <a:pt x="18" y="75"/>
                </a:cubicBezTo>
                <a:close/>
                <a:moveTo>
                  <a:pt x="70" y="26"/>
                </a:moveTo>
                <a:cubicBezTo>
                  <a:pt x="70" y="26"/>
                  <a:pt x="70" y="26"/>
                  <a:pt x="70" y="26"/>
                </a:cubicBezTo>
                <a:cubicBezTo>
                  <a:pt x="70" y="26"/>
                  <a:pt x="70" y="26"/>
                  <a:pt x="70" y="26"/>
                </a:cubicBezTo>
                <a:cubicBezTo>
                  <a:pt x="71" y="26"/>
                  <a:pt x="71" y="26"/>
                  <a:pt x="71" y="26"/>
                </a:cubicBezTo>
                <a:cubicBezTo>
                  <a:pt x="71" y="26"/>
                  <a:pt x="71" y="26"/>
                  <a:pt x="71" y="26"/>
                </a:cubicBezTo>
                <a:cubicBezTo>
                  <a:pt x="71" y="26"/>
                  <a:pt x="71" y="26"/>
                  <a:pt x="71" y="26"/>
                </a:cubicBezTo>
                <a:cubicBezTo>
                  <a:pt x="74" y="29"/>
                  <a:pt x="74" y="29"/>
                  <a:pt x="74" y="29"/>
                </a:cubicBezTo>
                <a:cubicBezTo>
                  <a:pt x="80" y="24"/>
                  <a:pt x="80" y="24"/>
                  <a:pt x="80" y="24"/>
                </a:cubicBezTo>
                <a:cubicBezTo>
                  <a:pt x="81" y="23"/>
                  <a:pt x="81" y="21"/>
                  <a:pt x="80" y="20"/>
                </a:cubicBezTo>
                <a:cubicBezTo>
                  <a:pt x="76" y="16"/>
                  <a:pt x="72" y="12"/>
                  <a:pt x="67" y="8"/>
                </a:cubicBezTo>
                <a:cubicBezTo>
                  <a:pt x="66" y="7"/>
                  <a:pt x="65" y="7"/>
                  <a:pt x="64" y="8"/>
                </a:cubicBezTo>
                <a:cubicBezTo>
                  <a:pt x="58" y="13"/>
                  <a:pt x="58" y="13"/>
                  <a:pt x="58" y="13"/>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70" y="26"/>
                  <a:pt x="70" y="26"/>
                  <a:pt x="70" y="26"/>
                </a:cubicBezTo>
                <a:cubicBezTo>
                  <a:pt x="70" y="26"/>
                  <a:pt x="70" y="26"/>
                  <a:pt x="70" y="26"/>
                </a:cubicBezTo>
                <a:cubicBezTo>
                  <a:pt x="70" y="26"/>
                  <a:pt x="70" y="26"/>
                  <a:pt x="70" y="26"/>
                </a:cubicBezTo>
                <a:close/>
                <a:moveTo>
                  <a:pt x="69" y="30"/>
                </a:moveTo>
                <a:cubicBezTo>
                  <a:pt x="69" y="30"/>
                  <a:pt x="69" y="30"/>
                  <a:pt x="69" y="30"/>
                </a:cubicBezTo>
                <a:cubicBezTo>
                  <a:pt x="53" y="46"/>
                  <a:pt x="37" y="62"/>
                  <a:pt x="21" y="78"/>
                </a:cubicBezTo>
                <a:cubicBezTo>
                  <a:pt x="23" y="80"/>
                  <a:pt x="23" y="80"/>
                  <a:pt x="23" y="80"/>
                </a:cubicBezTo>
                <a:cubicBezTo>
                  <a:pt x="71" y="32"/>
                  <a:pt x="71" y="32"/>
                  <a:pt x="71" y="32"/>
                </a:cubicBezTo>
                <a:cubicBezTo>
                  <a:pt x="69" y="30"/>
                  <a:pt x="69" y="30"/>
                  <a:pt x="69" y="30"/>
                </a:cubicBezTo>
                <a:close/>
                <a:moveTo>
                  <a:pt x="10" y="66"/>
                </a:moveTo>
                <a:cubicBezTo>
                  <a:pt x="10" y="66"/>
                  <a:pt x="10" y="66"/>
                  <a:pt x="10" y="66"/>
                </a:cubicBezTo>
                <a:cubicBezTo>
                  <a:pt x="58" y="18"/>
                  <a:pt x="58" y="18"/>
                  <a:pt x="58" y="18"/>
                </a:cubicBezTo>
                <a:cubicBezTo>
                  <a:pt x="55" y="16"/>
                  <a:pt x="55" y="16"/>
                  <a:pt x="55" y="16"/>
                </a:cubicBezTo>
                <a:cubicBezTo>
                  <a:pt x="7" y="64"/>
                  <a:pt x="7" y="64"/>
                  <a:pt x="7" y="64"/>
                </a:cubicBezTo>
                <a:cubicBezTo>
                  <a:pt x="10" y="66"/>
                  <a:pt x="10" y="66"/>
                  <a:pt x="10" y="66"/>
                </a:cubicBezTo>
                <a:close/>
                <a:moveTo>
                  <a:pt x="7" y="69"/>
                </a:moveTo>
                <a:cubicBezTo>
                  <a:pt x="7" y="69"/>
                  <a:pt x="7" y="69"/>
                  <a:pt x="7" y="69"/>
                </a:cubicBezTo>
                <a:cubicBezTo>
                  <a:pt x="7" y="73"/>
                  <a:pt x="7" y="77"/>
                  <a:pt x="7" y="80"/>
                </a:cubicBezTo>
                <a:cubicBezTo>
                  <a:pt x="19" y="80"/>
                  <a:pt x="19" y="80"/>
                  <a:pt x="19" y="80"/>
                </a:cubicBezTo>
                <a:cubicBezTo>
                  <a:pt x="7" y="69"/>
                  <a:pt x="7" y="69"/>
                  <a:pt x="7" y="69"/>
                </a:cubicBezTo>
                <a:close/>
              </a:path>
            </a:pathLst>
          </a:custGeom>
          <a:solidFill>
            <a:schemeClr val="accent4">
              <a:lumMod val="40000"/>
              <a:lumOff val="60000"/>
            </a:schemeClr>
          </a:solidFill>
          <a:ln>
            <a:noFill/>
          </a:ln>
        </p:spPr>
        <p:txBody>
          <a:bodyPr/>
          <a:lstStyle/>
          <a:p>
            <a:endParaRPr lang="zh-CN" altLang="en-US">
              <a:solidFill>
                <a:schemeClr val="tx1">
                  <a:lumMod val="50000"/>
                  <a:lumOff val="50000"/>
                </a:schemeClr>
              </a:solidFill>
            </a:endParaRPr>
          </a:p>
        </p:txBody>
      </p:sp>
      <p:sp>
        <p:nvSpPr>
          <p:cNvPr id="11" name="Rectangle 43">
            <a:extLst>
              <a:ext uri="{FF2B5EF4-FFF2-40B4-BE49-F238E27FC236}">
                <a16:creationId xmlns:a16="http://schemas.microsoft.com/office/drawing/2014/main" id="{631D1E1C-1051-4F88-94F5-96B9C62B2994}"/>
              </a:ext>
            </a:extLst>
          </p:cNvPr>
          <p:cNvSpPr>
            <a:spLocks noChangeArrowheads="1"/>
          </p:cNvSpPr>
          <p:nvPr/>
        </p:nvSpPr>
        <p:spPr bwMode="auto">
          <a:xfrm>
            <a:off x="6732239" y="4659188"/>
            <a:ext cx="129614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sz="900" baseline="3000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参考效果</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592795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42" presetClass="entr" presetSubtype="0" fill="hold"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200"/>
                                        <p:tgtEl>
                                          <p:spTgt spid="7"/>
                                        </p:tgtEl>
                                      </p:cBhvr>
                                    </p:animEffect>
                                    <p:anim calcmode="lin" valueType="num">
                                      <p:cBhvr>
                                        <p:cTn id="46" dur="200" fill="hold"/>
                                        <p:tgtEl>
                                          <p:spTgt spid="7"/>
                                        </p:tgtEl>
                                        <p:attrNameLst>
                                          <p:attrName>ppt_x</p:attrName>
                                        </p:attrNameLst>
                                      </p:cBhvr>
                                      <p:tavLst>
                                        <p:tav tm="0">
                                          <p:val>
                                            <p:strVal val="#ppt_x"/>
                                          </p:val>
                                        </p:tav>
                                        <p:tav tm="100000">
                                          <p:val>
                                            <p:strVal val="#ppt_x"/>
                                          </p:val>
                                        </p:tav>
                                      </p:tavLst>
                                    </p:anim>
                                    <p:anim calcmode="lin" valueType="num">
                                      <p:cBhvr>
                                        <p:cTn id="47" dur="200" fill="hold"/>
                                        <p:tgtEl>
                                          <p:spTgt spid="7"/>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200"/>
                                        <p:tgtEl>
                                          <p:spTgt spid="5"/>
                                        </p:tgtEl>
                                      </p:cBhvr>
                                    </p:animEffect>
                                    <p:anim calcmode="lin" valueType="num">
                                      <p:cBhvr>
                                        <p:cTn id="51" dur="200" fill="hold"/>
                                        <p:tgtEl>
                                          <p:spTgt spid="5"/>
                                        </p:tgtEl>
                                        <p:attrNameLst>
                                          <p:attrName>ppt_x</p:attrName>
                                        </p:attrNameLst>
                                      </p:cBhvr>
                                      <p:tavLst>
                                        <p:tav tm="0">
                                          <p:val>
                                            <p:strVal val="#ppt_x"/>
                                          </p:val>
                                        </p:tav>
                                        <p:tav tm="100000">
                                          <p:val>
                                            <p:strVal val="#ppt_x"/>
                                          </p:val>
                                        </p:tav>
                                      </p:tavLst>
                                    </p:anim>
                                    <p:anim calcmode="lin" valueType="num">
                                      <p:cBhvr>
                                        <p:cTn id="52" dur="200" fill="hold"/>
                                        <p:tgtEl>
                                          <p:spTgt spid="5"/>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40"/>
                                        </p:tgtEl>
                                        <p:attrNameLst>
                                          <p:attrName>style.visibility</p:attrName>
                                        </p:attrNameLst>
                                      </p:cBhvr>
                                      <p:to>
                                        <p:strVal val="visible"/>
                                      </p:to>
                                    </p:set>
                                    <p:animEffect transition="in" filter="fade">
                                      <p:cBhvr>
                                        <p:cTn id="55" dur="200"/>
                                        <p:tgtEl>
                                          <p:spTgt spid="40"/>
                                        </p:tgtEl>
                                      </p:cBhvr>
                                    </p:animEffect>
                                    <p:anim calcmode="lin" valueType="num">
                                      <p:cBhvr>
                                        <p:cTn id="56" dur="200" fill="hold"/>
                                        <p:tgtEl>
                                          <p:spTgt spid="40"/>
                                        </p:tgtEl>
                                        <p:attrNameLst>
                                          <p:attrName>ppt_x</p:attrName>
                                        </p:attrNameLst>
                                      </p:cBhvr>
                                      <p:tavLst>
                                        <p:tav tm="0">
                                          <p:val>
                                            <p:strVal val="#ppt_x"/>
                                          </p:val>
                                        </p:tav>
                                        <p:tav tm="100000">
                                          <p:val>
                                            <p:strVal val="#ppt_x"/>
                                          </p:val>
                                        </p:tav>
                                      </p:tavLst>
                                    </p:anim>
                                    <p:anim calcmode="lin" valueType="num">
                                      <p:cBhvr>
                                        <p:cTn id="57" dur="200" fill="hold"/>
                                        <p:tgtEl>
                                          <p:spTgt spid="4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200"/>
                                        <p:tgtEl>
                                          <p:spTgt spid="11"/>
                                        </p:tgtEl>
                                      </p:cBhvr>
                                    </p:animEffect>
                                    <p:anim calcmode="lin" valueType="num">
                                      <p:cBhvr>
                                        <p:cTn id="61" dur="200" fill="hold"/>
                                        <p:tgtEl>
                                          <p:spTgt spid="11"/>
                                        </p:tgtEl>
                                        <p:attrNameLst>
                                          <p:attrName>ppt_x</p:attrName>
                                        </p:attrNameLst>
                                      </p:cBhvr>
                                      <p:tavLst>
                                        <p:tav tm="0">
                                          <p:val>
                                            <p:strVal val="#ppt_x"/>
                                          </p:val>
                                        </p:tav>
                                        <p:tav tm="100000">
                                          <p:val>
                                            <p:strVal val="#ppt_x"/>
                                          </p:val>
                                        </p:tav>
                                      </p:tavLst>
                                    </p:anim>
                                    <p:anim calcmode="lin" valueType="num">
                                      <p:cBhvr>
                                        <p:cTn id="62" dur="2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5" grpId="0"/>
      <p:bldP spid="40" grpId="0" animBg="1"/>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66703" y="338496"/>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04.4</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3995936" y="641973"/>
            <a:ext cx="1565201" cy="461665"/>
          </a:xfrm>
          <a:prstGeom prst="rect">
            <a:avLst/>
          </a:prstGeom>
          <a:noFill/>
        </p:spPr>
        <p:txBody>
          <a:bodyPr wrap="square" rtlCol="0">
            <a:spAutoFit/>
          </a:bodyPr>
          <a:lstStyle/>
          <a:p>
            <a:r>
              <a:rPr kumimoji="1" lang="zh-CN" altLang="en-US" sz="2400" b="1" dirty="0">
                <a:solidFill>
                  <a:srgbClr val="EA5514"/>
                </a:solidFill>
                <a:latin typeface="微软雅黑" panose="020B0503020204020204" pitchFamily="34" charset="-122"/>
                <a:ea typeface="微软雅黑" panose="020B0503020204020204" pitchFamily="34" charset="-122"/>
              </a:rPr>
              <a:t>安心报考</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1" name="组合 20">
            <a:extLst>
              <a:ext uri="{FF2B5EF4-FFF2-40B4-BE49-F238E27FC236}">
                <a16:creationId xmlns:a16="http://schemas.microsoft.com/office/drawing/2014/main" id="{986EFBBC-2D26-4056-8499-5A02D06C1CDE}"/>
              </a:ext>
            </a:extLst>
          </p:cNvPr>
          <p:cNvGrpSpPr/>
          <p:nvPr/>
        </p:nvGrpSpPr>
        <p:grpSpPr>
          <a:xfrm>
            <a:off x="-1" y="1532215"/>
            <a:ext cx="9144000" cy="2681961"/>
            <a:chOff x="-4282523" y="2186464"/>
            <a:chExt cx="9144000" cy="2729894"/>
          </a:xfrm>
        </p:grpSpPr>
        <p:sp>
          <p:nvSpPr>
            <p:cNvPr id="22" name="Rectangle 2" descr="psb">
              <a:extLst>
                <a:ext uri="{FF2B5EF4-FFF2-40B4-BE49-F238E27FC236}">
                  <a16:creationId xmlns:a16="http://schemas.microsoft.com/office/drawing/2014/main" id="{0BBCF77F-97AD-4B2E-89D8-00B09F3866A1}"/>
                </a:ext>
              </a:extLst>
            </p:cNvPr>
            <p:cNvSpPr>
              <a:spLocks noChangeArrowheads="1"/>
            </p:cNvSpPr>
            <p:nvPr/>
          </p:nvSpPr>
          <p:spPr bwMode="auto">
            <a:xfrm>
              <a:off x="-4282523" y="2201733"/>
              <a:ext cx="9144000" cy="2714625"/>
            </a:xfrm>
            <a:prstGeom prst="rect">
              <a:avLst/>
            </a:prstGeom>
            <a:blipFill dpi="0" rotWithShape="1">
              <a:blip r:embed="rId2" cstate="print"/>
              <a:srcRect/>
              <a:stretch>
                <a:fillRect b="-125969"/>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Rectangle 3">
              <a:extLst>
                <a:ext uri="{FF2B5EF4-FFF2-40B4-BE49-F238E27FC236}">
                  <a16:creationId xmlns:a16="http://schemas.microsoft.com/office/drawing/2014/main" id="{CA507DCE-98AD-4A7A-99BB-89941FB8026E}"/>
                </a:ext>
              </a:extLst>
            </p:cNvPr>
            <p:cNvSpPr>
              <a:spLocks noChangeArrowheads="1"/>
            </p:cNvSpPr>
            <p:nvPr/>
          </p:nvSpPr>
          <p:spPr bwMode="auto">
            <a:xfrm>
              <a:off x="-4282523" y="2186464"/>
              <a:ext cx="9144000" cy="2729894"/>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8" name="图片 7">
            <a:extLst>
              <a:ext uri="{FF2B5EF4-FFF2-40B4-BE49-F238E27FC236}">
                <a16:creationId xmlns:a16="http://schemas.microsoft.com/office/drawing/2014/main" id="{91AE8451-A1C6-4A91-91D0-B937F29D36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304" y="1249168"/>
            <a:ext cx="3298802" cy="3263056"/>
          </a:xfrm>
          <a:prstGeom prst="rect">
            <a:avLst/>
          </a:prstGeom>
          <a:ln>
            <a:noFill/>
          </a:ln>
          <a:effectLst>
            <a:outerShdw blurRad="292100" dist="139700" dir="2700000" algn="tl" rotWithShape="0">
              <a:srgbClr val="333333">
                <a:alpha val="65000"/>
              </a:srgbClr>
            </a:outerShdw>
          </a:effectLst>
        </p:spPr>
      </p:pic>
      <p:sp>
        <p:nvSpPr>
          <p:cNvPr id="11" name="Rectangle 43">
            <a:extLst>
              <a:ext uri="{FF2B5EF4-FFF2-40B4-BE49-F238E27FC236}">
                <a16:creationId xmlns:a16="http://schemas.microsoft.com/office/drawing/2014/main" id="{193BC412-C168-4C74-8CA3-5171715100B6}"/>
              </a:ext>
            </a:extLst>
          </p:cNvPr>
          <p:cNvSpPr>
            <a:spLocks noChangeArrowheads="1"/>
          </p:cNvSpPr>
          <p:nvPr/>
        </p:nvSpPr>
        <p:spPr bwMode="auto">
          <a:xfrm>
            <a:off x="2123728" y="4249633"/>
            <a:ext cx="143337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类似小</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程序</a:t>
            </a:r>
            <a:r>
              <a:rPr lang="en-US" altLang="zh-CN" sz="900">
                <a:solidFill>
                  <a:schemeClr val="tx1">
                    <a:lumMod val="65000"/>
                    <a:lumOff val="35000"/>
                  </a:schemeClr>
                </a:solidFill>
                <a:latin typeface="微软雅黑" panose="020B0503020204020204" pitchFamily="34" charset="-122"/>
                <a:ea typeface="微软雅黑" panose="020B0503020204020204" pitchFamily="34" charset="-122"/>
              </a:rPr>
              <a:t>[9]</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参</a:t>
            </a: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考效果</a:t>
            </a:r>
          </a:p>
        </p:txBody>
      </p:sp>
      <p:sp>
        <p:nvSpPr>
          <p:cNvPr id="32" name="Rectangle 32">
            <a:extLst>
              <a:ext uri="{FF2B5EF4-FFF2-40B4-BE49-F238E27FC236}">
                <a16:creationId xmlns:a16="http://schemas.microsoft.com/office/drawing/2014/main" id="{24CB9809-1B31-4D5D-8C36-D1CCD2E7178E}"/>
              </a:ext>
            </a:extLst>
          </p:cNvPr>
          <p:cNvSpPr>
            <a:spLocks noChangeArrowheads="1"/>
          </p:cNvSpPr>
          <p:nvPr/>
        </p:nvSpPr>
        <p:spPr bwMode="auto">
          <a:xfrm>
            <a:off x="3923928" y="1720785"/>
            <a:ext cx="4392488" cy="25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zh-CN" sz="1600" b="1" dirty="0">
                <a:solidFill>
                  <a:schemeClr val="bg1"/>
                </a:solidFill>
                <a:latin typeface="微软雅黑" panose="020B0503020204020204" pitchFamily="34" charset="-122"/>
                <a:ea typeface="微软雅黑" panose="020B0503020204020204" pitchFamily="34" charset="-122"/>
              </a:rPr>
              <a:t>查找</a:t>
            </a:r>
            <a:r>
              <a:rPr lang="zh-CN" altLang="en-US" sz="1600" b="1" dirty="0">
                <a:solidFill>
                  <a:srgbClr val="FFC000"/>
                </a:solidFill>
                <a:latin typeface="微软雅黑" panose="020B0503020204020204" pitchFamily="34" charset="-122"/>
                <a:ea typeface="微软雅黑" panose="020B0503020204020204" pitchFamily="34" charset="-122"/>
              </a:rPr>
              <a:t>“</a:t>
            </a:r>
            <a:r>
              <a:rPr lang="zh-CN" altLang="zh-CN" sz="1600" b="1" dirty="0">
                <a:solidFill>
                  <a:srgbClr val="FFC000"/>
                </a:solidFill>
                <a:latin typeface="微软雅黑" panose="020B0503020204020204" pitchFamily="34" charset="-122"/>
                <a:ea typeface="微软雅黑" panose="020B0503020204020204" pitchFamily="34" charset="-122"/>
              </a:rPr>
              <a:t>野鸡大学</a:t>
            </a:r>
            <a:r>
              <a:rPr lang="zh-CN" altLang="en-US" sz="1600" b="1" dirty="0">
                <a:solidFill>
                  <a:srgbClr val="FFC000"/>
                </a:solidFill>
                <a:latin typeface="微软雅黑" panose="020B0503020204020204" pitchFamily="34" charset="-122"/>
                <a:ea typeface="微软雅黑" panose="020B0503020204020204" pitchFamily="34" charset="-122"/>
              </a:rPr>
              <a:t>”</a:t>
            </a:r>
            <a:r>
              <a:rPr lang="zh-CN" altLang="zh-CN" sz="1600" b="1" dirty="0">
                <a:solidFill>
                  <a:schemeClr val="bg1"/>
                </a:solidFill>
                <a:latin typeface="微软雅黑" panose="020B0503020204020204" pitchFamily="34" charset="-122"/>
                <a:ea typeface="微软雅黑" panose="020B0503020204020204" pitchFamily="34" charset="-122"/>
              </a:rPr>
              <a:t>，按照地区分类，帮助同学避开雷区，罗列出野鸡大学的名称。</a:t>
            </a:r>
            <a:endParaRPr lang="en-US" altLang="zh-CN" sz="1600" b="1" dirty="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600" b="1" dirty="0">
                <a:solidFill>
                  <a:schemeClr val="bg1"/>
                </a:solidFill>
                <a:latin typeface="微软雅黑" panose="020B0503020204020204" pitchFamily="34" charset="-122"/>
                <a:ea typeface="微软雅黑" panose="020B0503020204020204" pitchFamily="34" charset="-122"/>
              </a:rPr>
              <a:t>        规避填报野鸡大学的风险，通过罗列国内的野鸡大学来为用户提醒，同时在模拟志愿填报时也会根据野鸡大学的编号来进行可视化的标识，进行用户在制订个人化志愿填报时的风险提示。</a:t>
            </a:r>
            <a:endParaRPr lang="zh-CN" altLang="zh-CN" sz="1600" b="1" dirty="0">
              <a:solidFill>
                <a:schemeClr val="bg1"/>
              </a:solidFill>
              <a:latin typeface="微软雅黑" panose="020B0503020204020204" pitchFamily="34" charset="-122"/>
              <a:ea typeface="微软雅黑" panose="020B0503020204020204" pitchFamily="34" charset="-122"/>
            </a:endParaRPr>
          </a:p>
          <a:p>
            <a:pPr>
              <a:lnSpc>
                <a:spcPct val="150000"/>
              </a:lnSpc>
            </a:pP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4" name="直接连接符 3"/>
          <p:cNvCxnSpPr/>
          <p:nvPr/>
        </p:nvCxnSpPr>
        <p:spPr>
          <a:xfrm>
            <a:off x="157563" y="4875212"/>
            <a:ext cx="873491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3180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42"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200"/>
                                        <p:tgtEl>
                                          <p:spTgt spid="32"/>
                                        </p:tgtEl>
                                      </p:cBhvr>
                                    </p:animEffect>
                                    <p:anim calcmode="lin" valueType="num">
                                      <p:cBhvr>
                                        <p:cTn id="46" dur="200" fill="hold"/>
                                        <p:tgtEl>
                                          <p:spTgt spid="32"/>
                                        </p:tgtEl>
                                        <p:attrNameLst>
                                          <p:attrName>ppt_x</p:attrName>
                                        </p:attrNameLst>
                                      </p:cBhvr>
                                      <p:tavLst>
                                        <p:tav tm="0">
                                          <p:val>
                                            <p:strVal val="#ppt_x"/>
                                          </p:val>
                                        </p:tav>
                                        <p:tav tm="100000">
                                          <p:val>
                                            <p:strVal val="#ppt_x"/>
                                          </p:val>
                                        </p:tav>
                                      </p:tavLst>
                                    </p:anim>
                                    <p:anim calcmode="lin" valueType="num">
                                      <p:cBhvr>
                                        <p:cTn id="47" dur="200" fill="hold"/>
                                        <p:tgtEl>
                                          <p:spTgt spid="32"/>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200"/>
                                        <p:tgtEl>
                                          <p:spTgt spid="8"/>
                                        </p:tgtEl>
                                      </p:cBhvr>
                                    </p:animEffect>
                                    <p:anim calcmode="lin" valueType="num">
                                      <p:cBhvr>
                                        <p:cTn id="51" dur="200" fill="hold"/>
                                        <p:tgtEl>
                                          <p:spTgt spid="8"/>
                                        </p:tgtEl>
                                        <p:attrNameLst>
                                          <p:attrName>ppt_x</p:attrName>
                                        </p:attrNameLst>
                                      </p:cBhvr>
                                      <p:tavLst>
                                        <p:tav tm="0">
                                          <p:val>
                                            <p:strVal val="#ppt_x"/>
                                          </p:val>
                                        </p:tav>
                                        <p:tav tm="100000">
                                          <p:val>
                                            <p:strVal val="#ppt_x"/>
                                          </p:val>
                                        </p:tav>
                                      </p:tavLst>
                                    </p:anim>
                                    <p:anim calcmode="lin" valueType="num">
                                      <p:cBhvr>
                                        <p:cTn id="52" dur="200" fill="hold"/>
                                        <p:tgtEl>
                                          <p:spTgt spid="8"/>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200"/>
                                        <p:tgtEl>
                                          <p:spTgt spid="11"/>
                                        </p:tgtEl>
                                      </p:cBhvr>
                                    </p:animEffect>
                                    <p:anim calcmode="lin" valueType="num">
                                      <p:cBhvr>
                                        <p:cTn id="56" dur="200" fill="hold"/>
                                        <p:tgtEl>
                                          <p:spTgt spid="11"/>
                                        </p:tgtEl>
                                        <p:attrNameLst>
                                          <p:attrName>ppt_x</p:attrName>
                                        </p:attrNameLst>
                                      </p:cBhvr>
                                      <p:tavLst>
                                        <p:tav tm="0">
                                          <p:val>
                                            <p:strVal val="#ppt_x"/>
                                          </p:val>
                                        </p:tav>
                                        <p:tav tm="100000">
                                          <p:val>
                                            <p:strVal val="#ppt_x"/>
                                          </p:val>
                                        </p:tav>
                                      </p:tavLst>
                                    </p:anim>
                                    <p:anim calcmode="lin" valueType="num">
                                      <p:cBhvr>
                                        <p:cTn id="57" dur="2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11"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69102" y="336244"/>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04.5</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3544737" y="634630"/>
            <a:ext cx="2160240" cy="461665"/>
          </a:xfrm>
          <a:prstGeom prst="rect">
            <a:avLst/>
          </a:prstGeom>
          <a:noFill/>
        </p:spPr>
        <p:txBody>
          <a:bodyPr wrap="square" rtlCol="0">
            <a:spAutoFit/>
          </a:bodyPr>
          <a:lstStyle/>
          <a:p>
            <a:r>
              <a:rPr kumimoji="1" lang="zh-CN" altLang="en-US" sz="2400" b="1" dirty="0">
                <a:solidFill>
                  <a:srgbClr val="EA5514"/>
                </a:solidFill>
                <a:latin typeface="微软雅黑" panose="020B0503020204020204" pitchFamily="34" charset="-122"/>
                <a:ea typeface="微软雅黑" panose="020B0503020204020204" pitchFamily="34" charset="-122"/>
              </a:rPr>
              <a:t>个性化志愿表</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1" name="组合 20">
            <a:extLst>
              <a:ext uri="{FF2B5EF4-FFF2-40B4-BE49-F238E27FC236}">
                <a16:creationId xmlns:a16="http://schemas.microsoft.com/office/drawing/2014/main" id="{986EFBBC-2D26-4056-8499-5A02D06C1CDE}"/>
              </a:ext>
            </a:extLst>
          </p:cNvPr>
          <p:cNvGrpSpPr/>
          <p:nvPr/>
        </p:nvGrpSpPr>
        <p:grpSpPr>
          <a:xfrm>
            <a:off x="0" y="1202804"/>
            <a:ext cx="9144000" cy="2732654"/>
            <a:chOff x="-4282523" y="2186464"/>
            <a:chExt cx="9144000" cy="2729894"/>
          </a:xfrm>
        </p:grpSpPr>
        <p:sp>
          <p:nvSpPr>
            <p:cNvPr id="22" name="Rectangle 2" descr="psb">
              <a:extLst>
                <a:ext uri="{FF2B5EF4-FFF2-40B4-BE49-F238E27FC236}">
                  <a16:creationId xmlns:a16="http://schemas.microsoft.com/office/drawing/2014/main" id="{0BBCF77F-97AD-4B2E-89D8-00B09F3866A1}"/>
                </a:ext>
              </a:extLst>
            </p:cNvPr>
            <p:cNvSpPr>
              <a:spLocks noChangeArrowheads="1"/>
            </p:cNvSpPr>
            <p:nvPr/>
          </p:nvSpPr>
          <p:spPr bwMode="auto">
            <a:xfrm>
              <a:off x="-4282523" y="2201733"/>
              <a:ext cx="9144000" cy="2714625"/>
            </a:xfrm>
            <a:prstGeom prst="rect">
              <a:avLst/>
            </a:prstGeom>
            <a:blipFill dpi="0" rotWithShape="1">
              <a:blip r:embed="rId2" cstate="print"/>
              <a:srcRect/>
              <a:stretch>
                <a:fillRect b="-125969"/>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Rectangle 3">
              <a:extLst>
                <a:ext uri="{FF2B5EF4-FFF2-40B4-BE49-F238E27FC236}">
                  <a16:creationId xmlns:a16="http://schemas.microsoft.com/office/drawing/2014/main" id="{CA507DCE-98AD-4A7A-99BB-89941FB8026E}"/>
                </a:ext>
              </a:extLst>
            </p:cNvPr>
            <p:cNvSpPr>
              <a:spLocks noChangeArrowheads="1"/>
            </p:cNvSpPr>
            <p:nvPr/>
          </p:nvSpPr>
          <p:spPr bwMode="auto">
            <a:xfrm>
              <a:off x="-4282523" y="2186464"/>
              <a:ext cx="9144000" cy="2729894"/>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 name="Rectangle 32">
            <a:extLst>
              <a:ext uri="{FF2B5EF4-FFF2-40B4-BE49-F238E27FC236}">
                <a16:creationId xmlns:a16="http://schemas.microsoft.com/office/drawing/2014/main" id="{24CB9809-1B31-4D5D-8C36-D1CCD2E7178E}"/>
              </a:ext>
            </a:extLst>
          </p:cNvPr>
          <p:cNvSpPr>
            <a:spLocks noChangeArrowheads="1"/>
          </p:cNvSpPr>
          <p:nvPr/>
        </p:nvSpPr>
        <p:spPr bwMode="auto">
          <a:xfrm>
            <a:off x="873865" y="1199232"/>
            <a:ext cx="742464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200000"/>
              </a:lnSpc>
            </a:pPr>
            <a:r>
              <a:rPr lang="en-US" altLang="zh-CN" sz="1600" b="1" dirty="0">
                <a:solidFill>
                  <a:schemeClr val="bg1"/>
                </a:solidFill>
                <a:latin typeface="微软雅黑" panose="020B0503020204020204" pitchFamily="34" charset="-122"/>
                <a:ea typeface="微软雅黑" panose="020B0503020204020204" pitchFamily="34" charset="-122"/>
              </a:rPr>
              <a:t>        </a:t>
            </a:r>
            <a:r>
              <a:rPr lang="zh-CN" altLang="zh-CN" sz="1600" b="1" dirty="0">
                <a:solidFill>
                  <a:schemeClr val="bg1"/>
                </a:solidFill>
                <a:latin typeface="微软雅黑" panose="020B0503020204020204" pitchFamily="34" charset="-122"/>
                <a:ea typeface="微软雅黑" panose="020B0503020204020204" pitchFamily="34" charset="-122"/>
              </a:rPr>
              <a:t>增加收藏志愿功能，做一个收藏夹，以“学校</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zh-CN" sz="1600" b="1" dirty="0">
                <a:solidFill>
                  <a:schemeClr val="bg1"/>
                </a:solidFill>
                <a:latin typeface="微软雅黑" panose="020B0503020204020204" pitchFamily="34" charset="-122"/>
                <a:ea typeface="微软雅黑" panose="020B0503020204020204" pitchFamily="34" charset="-122"/>
              </a:rPr>
              <a:t>专业”为一个志愿单位，用户可标记自己收藏的“学校</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zh-CN" sz="1600" b="1" dirty="0">
                <a:solidFill>
                  <a:schemeClr val="bg1"/>
                </a:solidFill>
                <a:latin typeface="微软雅黑" panose="020B0503020204020204" pitchFamily="34" charset="-122"/>
                <a:ea typeface="微软雅黑" panose="020B0503020204020204" pitchFamily="34" charset="-122"/>
              </a:rPr>
              <a:t>专业”，最后可呈现出一个个性化的志愿填报表。</a:t>
            </a:r>
            <a:r>
              <a:rPr lang="zh-CN" altLang="en-US" sz="1600" b="1" dirty="0">
                <a:solidFill>
                  <a:schemeClr val="bg1"/>
                </a:solidFill>
                <a:latin typeface="微软雅黑" panose="020B0503020204020204" pitchFamily="34" charset="-122"/>
                <a:ea typeface="微软雅黑" panose="020B0503020204020204" pitchFamily="34" charset="-122"/>
              </a:rPr>
              <a:t>并为客户提供有效的建议和人性化的提示。</a:t>
            </a:r>
            <a:endParaRPr lang="en-US" altLang="zh-CN" sz="1600" b="1" dirty="0">
              <a:solidFill>
                <a:schemeClr val="bg1"/>
              </a:solidFill>
              <a:latin typeface="微软雅黑" panose="020B0503020204020204" pitchFamily="34" charset="-122"/>
              <a:ea typeface="微软雅黑" panose="020B0503020204020204" pitchFamily="34" charset="-122"/>
            </a:endParaRPr>
          </a:p>
          <a:p>
            <a:pPr>
              <a:lnSpc>
                <a:spcPct val="150000"/>
              </a:lnSpc>
            </a:pPr>
            <a:endParaRPr lang="zh-CN" altLang="en-US" sz="1600" b="1" dirty="0">
              <a:solidFill>
                <a:schemeClr val="bg1"/>
              </a:solidFill>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D3B5C4BB-EF33-45FA-933A-55DE263135EB}"/>
              </a:ext>
            </a:extLst>
          </p:cNvPr>
          <p:cNvPicPr>
            <a:picLocks noChangeAspect="1"/>
          </p:cNvPicPr>
          <p:nvPr/>
        </p:nvPicPr>
        <p:blipFill rotWithShape="1">
          <a:blip r:embed="rId3"/>
          <a:srcRect t="10612" b="43001"/>
          <a:stretch/>
        </p:blipFill>
        <p:spPr>
          <a:xfrm>
            <a:off x="436007" y="2718926"/>
            <a:ext cx="8377701" cy="1959981"/>
          </a:xfrm>
          <a:prstGeom prst="rect">
            <a:avLst/>
          </a:prstGeom>
          <a:ln>
            <a:noFill/>
          </a:ln>
          <a:effectLst>
            <a:outerShdw blurRad="292100" dist="139700" dir="2700000" algn="tl" rotWithShape="0">
              <a:srgbClr val="333333">
                <a:alpha val="65000"/>
              </a:srgbClr>
            </a:outerShdw>
          </a:effectLst>
        </p:spPr>
      </p:pic>
      <p:sp>
        <p:nvSpPr>
          <p:cNvPr id="11" name="Rectangle 43">
            <a:extLst>
              <a:ext uri="{FF2B5EF4-FFF2-40B4-BE49-F238E27FC236}">
                <a16:creationId xmlns:a16="http://schemas.microsoft.com/office/drawing/2014/main" id="{193BC412-C168-4C74-8CA3-5171715100B6}"/>
              </a:ext>
            </a:extLst>
          </p:cNvPr>
          <p:cNvSpPr>
            <a:spLocks noChangeArrowheads="1"/>
          </p:cNvSpPr>
          <p:nvPr/>
        </p:nvSpPr>
        <p:spPr bwMode="auto">
          <a:xfrm>
            <a:off x="7561386" y="4422102"/>
            <a:ext cx="1252322"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sz="900" baseline="3000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参考效果</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238584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42"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300"/>
                                        <p:tgtEl>
                                          <p:spTgt spid="32"/>
                                        </p:tgtEl>
                                      </p:cBhvr>
                                    </p:animEffect>
                                    <p:anim calcmode="lin" valueType="num">
                                      <p:cBhvr>
                                        <p:cTn id="46" dur="300" fill="hold"/>
                                        <p:tgtEl>
                                          <p:spTgt spid="32"/>
                                        </p:tgtEl>
                                        <p:attrNameLst>
                                          <p:attrName>ppt_x</p:attrName>
                                        </p:attrNameLst>
                                      </p:cBhvr>
                                      <p:tavLst>
                                        <p:tav tm="0">
                                          <p:val>
                                            <p:strVal val="#ppt_x"/>
                                          </p:val>
                                        </p:tav>
                                        <p:tav tm="100000">
                                          <p:val>
                                            <p:strVal val="#ppt_x"/>
                                          </p:val>
                                        </p:tav>
                                      </p:tavLst>
                                    </p:anim>
                                    <p:anim calcmode="lin" valueType="num">
                                      <p:cBhvr>
                                        <p:cTn id="47" dur="300" fill="hold"/>
                                        <p:tgtEl>
                                          <p:spTgt spid="32"/>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300"/>
                                        <p:tgtEl>
                                          <p:spTgt spid="11"/>
                                        </p:tgtEl>
                                      </p:cBhvr>
                                    </p:animEffect>
                                    <p:anim calcmode="lin" valueType="num">
                                      <p:cBhvr>
                                        <p:cTn id="51" dur="300" fill="hold"/>
                                        <p:tgtEl>
                                          <p:spTgt spid="11"/>
                                        </p:tgtEl>
                                        <p:attrNameLst>
                                          <p:attrName>ppt_x</p:attrName>
                                        </p:attrNameLst>
                                      </p:cBhvr>
                                      <p:tavLst>
                                        <p:tav tm="0">
                                          <p:val>
                                            <p:strVal val="#ppt_x"/>
                                          </p:val>
                                        </p:tav>
                                        <p:tav tm="100000">
                                          <p:val>
                                            <p:strVal val="#ppt_x"/>
                                          </p:val>
                                        </p:tav>
                                      </p:tavLst>
                                    </p:anim>
                                    <p:anim calcmode="lin" valueType="num">
                                      <p:cBhvr>
                                        <p:cTn id="52" dur="3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300"/>
                                        <p:tgtEl>
                                          <p:spTgt spid="2"/>
                                        </p:tgtEl>
                                      </p:cBhvr>
                                    </p:animEffect>
                                    <p:anim calcmode="lin" valueType="num">
                                      <p:cBhvr>
                                        <p:cTn id="56" dur="300" fill="hold"/>
                                        <p:tgtEl>
                                          <p:spTgt spid="2"/>
                                        </p:tgtEl>
                                        <p:attrNameLst>
                                          <p:attrName>ppt_x</p:attrName>
                                        </p:attrNameLst>
                                      </p:cBhvr>
                                      <p:tavLst>
                                        <p:tav tm="0">
                                          <p:val>
                                            <p:strVal val="#ppt_x"/>
                                          </p:val>
                                        </p:tav>
                                        <p:tav tm="100000">
                                          <p:val>
                                            <p:strVal val="#ppt_x"/>
                                          </p:val>
                                        </p:tav>
                                      </p:tavLst>
                                    </p:anim>
                                    <p:anim calcmode="lin" valueType="num">
                                      <p:cBhvr>
                                        <p:cTn id="57" dur="3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32"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69102" y="320281"/>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04.6</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3131840" y="719293"/>
            <a:ext cx="2880320" cy="461665"/>
          </a:xfrm>
          <a:prstGeom prst="rect">
            <a:avLst/>
          </a:prstGeom>
          <a:noFill/>
        </p:spPr>
        <p:txBody>
          <a:bodyPr wrap="square" rtlCol="0">
            <a:spAutoFit/>
          </a:bodyPr>
          <a:lstStyle/>
          <a:p>
            <a:r>
              <a:rPr kumimoji="1" lang="zh-CN" altLang="en-US" sz="2400" b="1" dirty="0">
                <a:solidFill>
                  <a:srgbClr val="EA5514"/>
                </a:solidFill>
                <a:latin typeface="微软雅黑" panose="020B0503020204020204" pitchFamily="34" charset="-122"/>
                <a:ea typeface="微软雅黑" panose="020B0503020204020204" pitchFamily="34" charset="-122"/>
              </a:rPr>
              <a:t>院校</a:t>
            </a:r>
            <a:r>
              <a:rPr kumimoji="1" lang="en-US" altLang="zh-CN" sz="2400" b="1" dirty="0">
                <a:solidFill>
                  <a:srgbClr val="EA5514"/>
                </a:solidFill>
                <a:latin typeface="微软雅黑" panose="020B0503020204020204" pitchFamily="34" charset="-122"/>
                <a:ea typeface="微软雅黑" panose="020B0503020204020204" pitchFamily="34" charset="-122"/>
              </a:rPr>
              <a:t>/</a:t>
            </a:r>
            <a:r>
              <a:rPr kumimoji="1" lang="zh-CN" altLang="en-US" sz="2400" b="1" dirty="0">
                <a:solidFill>
                  <a:srgbClr val="EA5514"/>
                </a:solidFill>
                <a:latin typeface="微软雅黑" panose="020B0503020204020204" pitchFamily="34" charset="-122"/>
                <a:ea typeface="微软雅黑" panose="020B0503020204020204" pitchFamily="34" charset="-122"/>
              </a:rPr>
              <a:t>专业热门排行</a:t>
            </a:r>
            <a:endParaRPr kumimoji="1"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1" name="组合 20">
            <a:extLst>
              <a:ext uri="{FF2B5EF4-FFF2-40B4-BE49-F238E27FC236}">
                <a16:creationId xmlns:a16="http://schemas.microsoft.com/office/drawing/2014/main" id="{986EFBBC-2D26-4056-8499-5A02D06C1CDE}"/>
              </a:ext>
            </a:extLst>
          </p:cNvPr>
          <p:cNvGrpSpPr/>
          <p:nvPr/>
        </p:nvGrpSpPr>
        <p:grpSpPr>
          <a:xfrm>
            <a:off x="0" y="1418828"/>
            <a:ext cx="9144000" cy="2516630"/>
            <a:chOff x="-4282523" y="2186464"/>
            <a:chExt cx="9144000" cy="2729894"/>
          </a:xfrm>
        </p:grpSpPr>
        <p:sp>
          <p:nvSpPr>
            <p:cNvPr id="22" name="Rectangle 2" descr="psb">
              <a:extLst>
                <a:ext uri="{FF2B5EF4-FFF2-40B4-BE49-F238E27FC236}">
                  <a16:creationId xmlns:a16="http://schemas.microsoft.com/office/drawing/2014/main" id="{0BBCF77F-97AD-4B2E-89D8-00B09F3866A1}"/>
                </a:ext>
              </a:extLst>
            </p:cNvPr>
            <p:cNvSpPr>
              <a:spLocks noChangeArrowheads="1"/>
            </p:cNvSpPr>
            <p:nvPr/>
          </p:nvSpPr>
          <p:spPr bwMode="auto">
            <a:xfrm>
              <a:off x="-4282523" y="2201733"/>
              <a:ext cx="9144000" cy="2714625"/>
            </a:xfrm>
            <a:prstGeom prst="rect">
              <a:avLst/>
            </a:prstGeom>
            <a:blipFill dpi="0" rotWithShape="1">
              <a:blip r:embed="rId2" cstate="print"/>
              <a:srcRect/>
              <a:stretch>
                <a:fillRect b="-125969"/>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Rectangle 3">
              <a:extLst>
                <a:ext uri="{FF2B5EF4-FFF2-40B4-BE49-F238E27FC236}">
                  <a16:creationId xmlns:a16="http://schemas.microsoft.com/office/drawing/2014/main" id="{CA507DCE-98AD-4A7A-99BB-89941FB8026E}"/>
                </a:ext>
              </a:extLst>
            </p:cNvPr>
            <p:cNvSpPr>
              <a:spLocks noChangeArrowheads="1"/>
            </p:cNvSpPr>
            <p:nvPr/>
          </p:nvSpPr>
          <p:spPr bwMode="auto">
            <a:xfrm>
              <a:off x="-4282523" y="2186464"/>
              <a:ext cx="9144000" cy="2729894"/>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32" name="Rectangle 32">
            <a:extLst>
              <a:ext uri="{FF2B5EF4-FFF2-40B4-BE49-F238E27FC236}">
                <a16:creationId xmlns:a16="http://schemas.microsoft.com/office/drawing/2014/main" id="{24CB9809-1B31-4D5D-8C36-D1CCD2E7178E}"/>
              </a:ext>
            </a:extLst>
          </p:cNvPr>
          <p:cNvSpPr>
            <a:spLocks noChangeArrowheads="1"/>
          </p:cNvSpPr>
          <p:nvPr/>
        </p:nvSpPr>
        <p:spPr bwMode="auto">
          <a:xfrm>
            <a:off x="1331640" y="1586092"/>
            <a:ext cx="7424642"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200000"/>
              </a:lnSpc>
            </a:pPr>
            <a:r>
              <a:rPr lang="zh-CN" altLang="en-US" sz="1600" b="1" dirty="0">
                <a:solidFill>
                  <a:schemeClr val="bg1"/>
                </a:solidFill>
                <a:latin typeface="微软雅黑" panose="020B0503020204020204" pitchFamily="34" charset="-122"/>
                <a:ea typeface="微软雅黑" panose="020B0503020204020204" pitchFamily="34" charset="-122"/>
              </a:rPr>
              <a:t>在首页加入一些热门院校</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专业的推荐以及排行，同类网站参考示意如下</a:t>
            </a:r>
          </a:p>
        </p:txBody>
      </p:sp>
      <p:pic>
        <p:nvPicPr>
          <p:cNvPr id="5" name="图片 4">
            <a:extLst>
              <a:ext uri="{FF2B5EF4-FFF2-40B4-BE49-F238E27FC236}">
                <a16:creationId xmlns:a16="http://schemas.microsoft.com/office/drawing/2014/main" id="{9DE3822B-D1A1-4C5A-8087-9608655793EE}"/>
              </a:ext>
            </a:extLst>
          </p:cNvPr>
          <p:cNvPicPr>
            <a:picLocks noChangeAspect="1"/>
          </p:cNvPicPr>
          <p:nvPr/>
        </p:nvPicPr>
        <p:blipFill>
          <a:blip r:embed="rId3"/>
          <a:stretch>
            <a:fillRect/>
          </a:stretch>
        </p:blipFill>
        <p:spPr>
          <a:xfrm>
            <a:off x="401920" y="2252811"/>
            <a:ext cx="8513151" cy="2284187"/>
          </a:xfrm>
          <a:prstGeom prst="rect">
            <a:avLst/>
          </a:prstGeom>
          <a:ln>
            <a:noFill/>
          </a:ln>
          <a:effectLst>
            <a:outerShdw blurRad="292100" dist="139700" dir="2700000" algn="tl" rotWithShape="0">
              <a:srgbClr val="333333">
                <a:alpha val="65000"/>
              </a:srgbClr>
            </a:outerShdw>
          </a:effectLst>
        </p:spPr>
      </p:pic>
      <p:sp>
        <p:nvSpPr>
          <p:cNvPr id="11" name="Rectangle 43">
            <a:extLst>
              <a:ext uri="{FF2B5EF4-FFF2-40B4-BE49-F238E27FC236}">
                <a16:creationId xmlns:a16="http://schemas.microsoft.com/office/drawing/2014/main" id="{193BC412-C168-4C74-8CA3-5171715100B6}"/>
              </a:ext>
            </a:extLst>
          </p:cNvPr>
          <p:cNvSpPr>
            <a:spLocks noChangeArrowheads="1"/>
          </p:cNvSpPr>
          <p:nvPr/>
        </p:nvSpPr>
        <p:spPr bwMode="auto">
          <a:xfrm>
            <a:off x="7662749" y="4287883"/>
            <a:ext cx="1252322"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sz="900" baseline="3000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sz="900">
                <a:solidFill>
                  <a:schemeClr val="tx1">
                    <a:lumMod val="65000"/>
                    <a:lumOff val="35000"/>
                  </a:schemeClr>
                </a:solidFill>
                <a:latin typeface="微软雅黑" panose="020B0503020204020204" pitchFamily="34" charset="-122"/>
                <a:ea typeface="微软雅黑" panose="020B0503020204020204" pitchFamily="34" charset="-122"/>
              </a:rPr>
              <a:t>参考效果</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292435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par>
                                <p:cTn id="43" presetID="42"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300"/>
                                        <p:tgtEl>
                                          <p:spTgt spid="32"/>
                                        </p:tgtEl>
                                      </p:cBhvr>
                                    </p:animEffect>
                                    <p:anim calcmode="lin" valueType="num">
                                      <p:cBhvr>
                                        <p:cTn id="46" dur="300" fill="hold"/>
                                        <p:tgtEl>
                                          <p:spTgt spid="32"/>
                                        </p:tgtEl>
                                        <p:attrNameLst>
                                          <p:attrName>ppt_x</p:attrName>
                                        </p:attrNameLst>
                                      </p:cBhvr>
                                      <p:tavLst>
                                        <p:tav tm="0">
                                          <p:val>
                                            <p:strVal val="#ppt_x"/>
                                          </p:val>
                                        </p:tav>
                                        <p:tav tm="100000">
                                          <p:val>
                                            <p:strVal val="#ppt_x"/>
                                          </p:val>
                                        </p:tav>
                                      </p:tavLst>
                                    </p:anim>
                                    <p:anim calcmode="lin" valueType="num">
                                      <p:cBhvr>
                                        <p:cTn id="47" dur="300" fill="hold"/>
                                        <p:tgtEl>
                                          <p:spTgt spid="32"/>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300"/>
                                        <p:tgtEl>
                                          <p:spTgt spid="11"/>
                                        </p:tgtEl>
                                      </p:cBhvr>
                                    </p:animEffect>
                                    <p:anim calcmode="lin" valueType="num">
                                      <p:cBhvr>
                                        <p:cTn id="51" dur="300" fill="hold"/>
                                        <p:tgtEl>
                                          <p:spTgt spid="11"/>
                                        </p:tgtEl>
                                        <p:attrNameLst>
                                          <p:attrName>ppt_x</p:attrName>
                                        </p:attrNameLst>
                                      </p:cBhvr>
                                      <p:tavLst>
                                        <p:tav tm="0">
                                          <p:val>
                                            <p:strVal val="#ppt_x"/>
                                          </p:val>
                                        </p:tav>
                                        <p:tav tm="100000">
                                          <p:val>
                                            <p:strVal val="#ppt_x"/>
                                          </p:val>
                                        </p:tav>
                                      </p:tavLst>
                                    </p:anim>
                                    <p:anim calcmode="lin" valueType="num">
                                      <p:cBhvr>
                                        <p:cTn id="52" dur="300" fill="hold"/>
                                        <p:tgtEl>
                                          <p:spTgt spid="11"/>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fade">
                                      <p:cBhvr>
                                        <p:cTn id="55" dur="300"/>
                                        <p:tgtEl>
                                          <p:spTgt spid="5"/>
                                        </p:tgtEl>
                                      </p:cBhvr>
                                    </p:animEffect>
                                    <p:anim calcmode="lin" valueType="num">
                                      <p:cBhvr>
                                        <p:cTn id="56" dur="300" fill="hold"/>
                                        <p:tgtEl>
                                          <p:spTgt spid="5"/>
                                        </p:tgtEl>
                                        <p:attrNameLst>
                                          <p:attrName>ppt_x</p:attrName>
                                        </p:attrNameLst>
                                      </p:cBhvr>
                                      <p:tavLst>
                                        <p:tav tm="0">
                                          <p:val>
                                            <p:strVal val="#ppt_x"/>
                                          </p:val>
                                        </p:tav>
                                        <p:tav tm="100000">
                                          <p:val>
                                            <p:strVal val="#ppt_x"/>
                                          </p:val>
                                        </p:tav>
                                      </p:tavLst>
                                    </p:anim>
                                    <p:anim calcmode="lin" valueType="num">
                                      <p:cBhvr>
                                        <p:cTn id="57" dur="3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P spid="32"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1"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52"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53"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4" name="Rectangle 39"/>
          <p:cNvSpPr>
            <a:spLocks noChangeArrowheads="1"/>
          </p:cNvSpPr>
          <p:nvPr/>
        </p:nvSpPr>
        <p:spPr bwMode="auto">
          <a:xfrm>
            <a:off x="369102" y="316776"/>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04</a:t>
            </a:r>
            <a:r>
              <a:rPr lang="en-US" altLang="zh-CN" sz="1600">
                <a:solidFill>
                  <a:srgbClr val="FFFFFF"/>
                </a:solidFill>
                <a:latin typeface="Impact" pitchFamily="34" charset="0"/>
              </a:rPr>
              <a:t>.6</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5" name="Rectangle 39"/>
          <p:cNvSpPr>
            <a:spLocks noChangeArrowheads="1"/>
          </p:cNvSpPr>
          <p:nvPr/>
        </p:nvSpPr>
        <p:spPr bwMode="auto">
          <a:xfrm>
            <a:off x="915989" y="338497"/>
            <a:ext cx="99171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功能模块</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 name="文本框 2">
            <a:extLst>
              <a:ext uri="{FF2B5EF4-FFF2-40B4-BE49-F238E27FC236}">
                <a16:creationId xmlns:a16="http://schemas.microsoft.com/office/drawing/2014/main" id="{7681FD44-63A8-452E-A606-CA7F58311298}"/>
              </a:ext>
            </a:extLst>
          </p:cNvPr>
          <p:cNvSpPr txBox="1"/>
          <p:nvPr/>
        </p:nvSpPr>
        <p:spPr>
          <a:xfrm>
            <a:off x="2915816" y="649496"/>
            <a:ext cx="3312368" cy="400110"/>
          </a:xfrm>
          <a:prstGeom prst="rect">
            <a:avLst/>
          </a:prstGeom>
          <a:noFill/>
        </p:spPr>
        <p:txBody>
          <a:bodyPr wrap="square" rtlCol="0">
            <a:spAutoFit/>
          </a:bodyPr>
          <a:lstStyle/>
          <a:p>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同类网站</a:t>
            </a:r>
            <a:r>
              <a:rPr lang="en-US" altLang="zh-CN" sz="2000" baseline="30000" dirty="0">
                <a:solidFill>
                  <a:schemeClr val="tx1">
                    <a:lumMod val="65000"/>
                    <a:lumOff val="35000"/>
                  </a:schemeClr>
                </a:solidFill>
                <a:latin typeface="微软雅黑" panose="020B0503020204020204" pitchFamily="34" charset="-122"/>
                <a:ea typeface="微软雅黑" panose="020B0503020204020204" pitchFamily="34" charset="-122"/>
              </a:rPr>
              <a:t>[7]</a:t>
            </a:r>
            <a:r>
              <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rPr>
              <a:t>的首页参考效果</a:t>
            </a:r>
          </a:p>
        </p:txBody>
      </p:sp>
      <p:pic>
        <p:nvPicPr>
          <p:cNvPr id="5" name="图片 4">
            <a:extLst>
              <a:ext uri="{FF2B5EF4-FFF2-40B4-BE49-F238E27FC236}">
                <a16:creationId xmlns:a16="http://schemas.microsoft.com/office/drawing/2014/main" id="{321B4124-8780-4E6D-8E0A-AAF24D88F407}"/>
              </a:ext>
            </a:extLst>
          </p:cNvPr>
          <p:cNvPicPr>
            <a:picLocks noChangeAspect="1"/>
          </p:cNvPicPr>
          <p:nvPr/>
        </p:nvPicPr>
        <p:blipFill>
          <a:blip r:embed="rId2"/>
          <a:stretch>
            <a:fillRect/>
          </a:stretch>
        </p:blipFill>
        <p:spPr>
          <a:xfrm>
            <a:off x="467544" y="1202804"/>
            <a:ext cx="7872615" cy="32896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025793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300" fill="hold"/>
                                        <p:tgtEl>
                                          <p:spTgt spid="53"/>
                                        </p:tgtEl>
                                        <p:attrNameLst>
                                          <p:attrName>ppt_w</p:attrName>
                                        </p:attrNameLst>
                                      </p:cBhvr>
                                      <p:tavLst>
                                        <p:tav tm="0">
                                          <p:val>
                                            <p:fltVal val="0"/>
                                          </p:val>
                                        </p:tav>
                                        <p:tav tm="100000">
                                          <p:val>
                                            <p:strVal val="#ppt_w"/>
                                          </p:val>
                                        </p:tav>
                                      </p:tavLst>
                                    </p:anim>
                                    <p:anim calcmode="lin" valueType="num">
                                      <p:cBhvr>
                                        <p:cTn id="8" dur="300" fill="hold"/>
                                        <p:tgtEl>
                                          <p:spTgt spid="53"/>
                                        </p:tgtEl>
                                        <p:attrNameLst>
                                          <p:attrName>ppt_h</p:attrName>
                                        </p:attrNameLst>
                                      </p:cBhvr>
                                      <p:tavLst>
                                        <p:tav tm="0">
                                          <p:val>
                                            <p:fltVal val="0"/>
                                          </p:val>
                                        </p:tav>
                                        <p:tav tm="100000">
                                          <p:val>
                                            <p:strVal val="#ppt_h"/>
                                          </p:val>
                                        </p:tav>
                                      </p:tavLst>
                                    </p:anim>
                                    <p:animEffect transition="in" filter="fade">
                                      <p:cBhvr>
                                        <p:cTn id="9" dur="300"/>
                                        <p:tgtEl>
                                          <p:spTgt spid="53"/>
                                        </p:tgtEl>
                                      </p:cBhvr>
                                    </p:animEffect>
                                  </p:childTnLst>
                                </p:cTn>
                              </p:par>
                              <p:par>
                                <p:cTn id="10" presetID="6" presetClass="emph" presetSubtype="0" autoRev="1" fill="hold" grpId="1" nodeType="withEffect">
                                  <p:stCondLst>
                                    <p:cond delay="300"/>
                                  </p:stCondLst>
                                  <p:childTnLst>
                                    <p:animScale>
                                      <p:cBhvr>
                                        <p:cTn id="11" dur="150" fill="hold"/>
                                        <p:tgtEl>
                                          <p:spTgt spid="53"/>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52"/>
                                        </p:tgtEl>
                                        <p:attrNameLst>
                                          <p:attrName>style.visibility</p:attrName>
                                        </p:attrNameLst>
                                      </p:cBhvr>
                                      <p:to>
                                        <p:strVal val="visible"/>
                                      </p:to>
                                    </p:set>
                                    <p:anim calcmode="lin" valueType="num">
                                      <p:cBhvr>
                                        <p:cTn id="14" dur="300" fill="hold"/>
                                        <p:tgtEl>
                                          <p:spTgt spid="52"/>
                                        </p:tgtEl>
                                        <p:attrNameLst>
                                          <p:attrName>ppt_w</p:attrName>
                                        </p:attrNameLst>
                                      </p:cBhvr>
                                      <p:tavLst>
                                        <p:tav tm="0">
                                          <p:val>
                                            <p:fltVal val="0"/>
                                          </p:val>
                                        </p:tav>
                                        <p:tav tm="100000">
                                          <p:val>
                                            <p:strVal val="#ppt_w"/>
                                          </p:val>
                                        </p:tav>
                                      </p:tavLst>
                                    </p:anim>
                                    <p:anim calcmode="lin" valueType="num">
                                      <p:cBhvr>
                                        <p:cTn id="15" dur="300" fill="hold"/>
                                        <p:tgtEl>
                                          <p:spTgt spid="52"/>
                                        </p:tgtEl>
                                        <p:attrNameLst>
                                          <p:attrName>ppt_h</p:attrName>
                                        </p:attrNameLst>
                                      </p:cBhvr>
                                      <p:tavLst>
                                        <p:tav tm="0">
                                          <p:val>
                                            <p:fltVal val="0"/>
                                          </p:val>
                                        </p:tav>
                                        <p:tav tm="100000">
                                          <p:val>
                                            <p:strVal val="#ppt_h"/>
                                          </p:val>
                                        </p:tav>
                                      </p:tavLst>
                                    </p:anim>
                                    <p:animEffect transition="in" filter="fade">
                                      <p:cBhvr>
                                        <p:cTn id="16" dur="300"/>
                                        <p:tgtEl>
                                          <p:spTgt spid="52"/>
                                        </p:tgtEl>
                                      </p:cBhvr>
                                    </p:animEffect>
                                  </p:childTnLst>
                                </p:cTn>
                              </p:par>
                              <p:par>
                                <p:cTn id="17" presetID="6" presetClass="emph" presetSubtype="0" autoRev="1" fill="hold" grpId="1" nodeType="withEffect">
                                  <p:stCondLst>
                                    <p:cond delay="600"/>
                                  </p:stCondLst>
                                  <p:childTnLst>
                                    <p:animScale>
                                      <p:cBhvr>
                                        <p:cTn id="18" dur="150" fill="hold"/>
                                        <p:tgtEl>
                                          <p:spTgt spid="52"/>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1"/>
                                        </p:tgtEl>
                                        <p:attrNameLst>
                                          <p:attrName>style.visibility</p:attrName>
                                        </p:attrNameLst>
                                      </p:cBhvr>
                                      <p:to>
                                        <p:strVal val="visible"/>
                                      </p:to>
                                    </p:set>
                                    <p:anim calcmode="lin" valueType="num">
                                      <p:cBhvr>
                                        <p:cTn id="21" dur="300" fill="hold"/>
                                        <p:tgtEl>
                                          <p:spTgt spid="51"/>
                                        </p:tgtEl>
                                        <p:attrNameLst>
                                          <p:attrName>ppt_w</p:attrName>
                                        </p:attrNameLst>
                                      </p:cBhvr>
                                      <p:tavLst>
                                        <p:tav tm="0">
                                          <p:val>
                                            <p:fltVal val="0"/>
                                          </p:val>
                                        </p:tav>
                                        <p:tav tm="100000">
                                          <p:val>
                                            <p:strVal val="#ppt_w"/>
                                          </p:val>
                                        </p:tav>
                                      </p:tavLst>
                                    </p:anim>
                                    <p:anim calcmode="lin" valueType="num">
                                      <p:cBhvr>
                                        <p:cTn id="22" dur="300" fill="hold"/>
                                        <p:tgtEl>
                                          <p:spTgt spid="51"/>
                                        </p:tgtEl>
                                        <p:attrNameLst>
                                          <p:attrName>ppt_h</p:attrName>
                                        </p:attrNameLst>
                                      </p:cBhvr>
                                      <p:tavLst>
                                        <p:tav tm="0">
                                          <p:val>
                                            <p:fltVal val="0"/>
                                          </p:val>
                                        </p:tav>
                                        <p:tav tm="100000">
                                          <p:val>
                                            <p:strVal val="#ppt_h"/>
                                          </p:val>
                                        </p:tav>
                                      </p:tavLst>
                                    </p:anim>
                                    <p:animEffect transition="in" filter="fade">
                                      <p:cBhvr>
                                        <p:cTn id="23" dur="300"/>
                                        <p:tgtEl>
                                          <p:spTgt spid="51"/>
                                        </p:tgtEl>
                                      </p:cBhvr>
                                    </p:animEffect>
                                  </p:childTnLst>
                                </p:cTn>
                              </p:par>
                              <p:par>
                                <p:cTn id="24" presetID="6" presetClass="emph" presetSubtype="0" autoRev="1" fill="hold" grpId="1" nodeType="withEffect">
                                  <p:stCondLst>
                                    <p:cond delay="900"/>
                                  </p:stCondLst>
                                  <p:childTnLst>
                                    <p:animScale>
                                      <p:cBhvr>
                                        <p:cTn id="25" dur="150" fill="hold"/>
                                        <p:tgtEl>
                                          <p:spTgt spid="51"/>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0"/>
                                        </p:tgtEl>
                                        <p:attrNameLst>
                                          <p:attrName>style.visibility</p:attrName>
                                        </p:attrNameLst>
                                      </p:cBhvr>
                                      <p:to>
                                        <p:strVal val="visible"/>
                                      </p:to>
                                    </p:set>
                                    <p:anim calcmode="lin" valueType="num">
                                      <p:cBhvr>
                                        <p:cTn id="28" dur="300" fill="hold"/>
                                        <p:tgtEl>
                                          <p:spTgt spid="50"/>
                                        </p:tgtEl>
                                        <p:attrNameLst>
                                          <p:attrName>ppt_w</p:attrName>
                                        </p:attrNameLst>
                                      </p:cBhvr>
                                      <p:tavLst>
                                        <p:tav tm="0">
                                          <p:val>
                                            <p:fltVal val="0"/>
                                          </p:val>
                                        </p:tav>
                                        <p:tav tm="100000">
                                          <p:val>
                                            <p:strVal val="#ppt_w"/>
                                          </p:val>
                                        </p:tav>
                                      </p:tavLst>
                                    </p:anim>
                                    <p:anim calcmode="lin" valueType="num">
                                      <p:cBhvr>
                                        <p:cTn id="29" dur="300" fill="hold"/>
                                        <p:tgtEl>
                                          <p:spTgt spid="50"/>
                                        </p:tgtEl>
                                        <p:attrNameLst>
                                          <p:attrName>ppt_h</p:attrName>
                                        </p:attrNameLst>
                                      </p:cBhvr>
                                      <p:tavLst>
                                        <p:tav tm="0">
                                          <p:val>
                                            <p:fltVal val="0"/>
                                          </p:val>
                                        </p:tav>
                                        <p:tav tm="100000">
                                          <p:val>
                                            <p:strVal val="#ppt_h"/>
                                          </p:val>
                                        </p:tav>
                                      </p:tavLst>
                                    </p:anim>
                                    <p:animEffect transition="in" filter="fade">
                                      <p:cBhvr>
                                        <p:cTn id="30" dur="300"/>
                                        <p:tgtEl>
                                          <p:spTgt spid="50"/>
                                        </p:tgtEl>
                                      </p:cBhvr>
                                    </p:animEffect>
                                  </p:childTnLst>
                                </p:cTn>
                              </p:par>
                              <p:par>
                                <p:cTn id="31" presetID="6" presetClass="emph" presetSubtype="0" autoRev="1" fill="hold" grpId="1" nodeType="withEffect">
                                  <p:stCondLst>
                                    <p:cond delay="1200"/>
                                  </p:stCondLst>
                                  <p:childTnLst>
                                    <p:animScale>
                                      <p:cBhvr>
                                        <p:cTn id="32" dur="150" fill="hold"/>
                                        <p:tgtEl>
                                          <p:spTgt spid="50"/>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4"/>
                                        </p:tgtEl>
                                        <p:attrNameLst>
                                          <p:attrName>style.visibility</p:attrName>
                                        </p:attrNameLst>
                                      </p:cBhvr>
                                      <p:to>
                                        <p:strVal val="visible"/>
                                      </p:to>
                                    </p:set>
                                    <p:anim calcmode="lin" valueType="num">
                                      <p:cBhvr>
                                        <p:cTn id="35" dur="300" fill="hold"/>
                                        <p:tgtEl>
                                          <p:spTgt spid="54"/>
                                        </p:tgtEl>
                                        <p:attrNameLst>
                                          <p:attrName>ppt_w</p:attrName>
                                        </p:attrNameLst>
                                      </p:cBhvr>
                                      <p:tavLst>
                                        <p:tav tm="0">
                                          <p:val>
                                            <p:fltVal val="0"/>
                                          </p:val>
                                        </p:tav>
                                        <p:tav tm="100000">
                                          <p:val>
                                            <p:strVal val="#ppt_w"/>
                                          </p:val>
                                        </p:tav>
                                      </p:tavLst>
                                    </p:anim>
                                    <p:anim calcmode="lin" valueType="num">
                                      <p:cBhvr>
                                        <p:cTn id="36" dur="300" fill="hold"/>
                                        <p:tgtEl>
                                          <p:spTgt spid="54"/>
                                        </p:tgtEl>
                                        <p:attrNameLst>
                                          <p:attrName>ppt_h</p:attrName>
                                        </p:attrNameLst>
                                      </p:cBhvr>
                                      <p:tavLst>
                                        <p:tav tm="0">
                                          <p:val>
                                            <p:fltVal val="0"/>
                                          </p:val>
                                        </p:tav>
                                        <p:tav tm="100000">
                                          <p:val>
                                            <p:strVal val="#ppt_h"/>
                                          </p:val>
                                        </p:tav>
                                      </p:tavLst>
                                    </p:anim>
                                    <p:animEffect transition="in" filter="fade">
                                      <p:cBhvr>
                                        <p:cTn id="37" dur="300"/>
                                        <p:tgtEl>
                                          <p:spTgt spid="54"/>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5"/>
                                        </p:tgtEl>
                                        <p:attrNameLst>
                                          <p:attrName>style.visibility</p:attrName>
                                        </p:attrNameLst>
                                      </p:cBhvr>
                                      <p:to>
                                        <p:strVal val="visible"/>
                                      </p:to>
                                    </p:set>
                                    <p:animEffect transition="in" filter="wipe(left)">
                                      <p:cBhvr>
                                        <p:cTn id="40" dur="500"/>
                                        <p:tgtEl>
                                          <p:spTgt spid="55"/>
                                        </p:tgtEl>
                                      </p:cBhvr>
                                    </p:animEffect>
                                  </p:childTnLst>
                                </p:cTn>
                              </p:par>
                              <p:par>
                                <p:cTn id="41" presetID="6" presetClass="emph" presetSubtype="0" autoRev="1" fill="hold" grpId="1" nodeType="withEffect">
                                  <p:stCondLst>
                                    <p:cond delay="800"/>
                                  </p:stCondLst>
                                  <p:childTnLst>
                                    <p:animScale>
                                      <p:cBhvr>
                                        <p:cTn id="42" dur="150" fill="hold"/>
                                        <p:tgtEl>
                                          <p:spTgt spid="5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1" grpId="0" animBg="1"/>
      <p:bldP spid="51" grpId="1" animBg="1"/>
      <p:bldP spid="52" grpId="0" animBg="1"/>
      <p:bldP spid="52" grpId="1" animBg="1"/>
      <p:bldP spid="53" grpId="0" animBg="1"/>
      <p:bldP spid="53" grpId="1" animBg="1"/>
      <p:bldP spid="54" grpId="0"/>
      <p:bldP spid="54" grpId="1"/>
      <p:bldP spid="5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05</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技术架构</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4014569080"/>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25" name="Rectangle 21"/>
          <p:cNvSpPr>
            <a:spLocks noChangeArrowheads="1"/>
          </p:cNvSpPr>
          <p:nvPr/>
        </p:nvSpPr>
        <p:spPr bwMode="auto">
          <a:xfrm>
            <a:off x="2982396" y="1019485"/>
            <a:ext cx="6156325" cy="2664296"/>
          </a:xfrm>
          <a:prstGeom prst="rect">
            <a:avLst/>
          </a:prstGeom>
          <a:solidFill>
            <a:srgbClr val="26313E"/>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27" name="Group 23"/>
          <p:cNvGrpSpPr>
            <a:grpSpLocks/>
          </p:cNvGrpSpPr>
          <p:nvPr/>
        </p:nvGrpSpPr>
        <p:grpSpPr bwMode="auto">
          <a:xfrm>
            <a:off x="7419696" y="1228248"/>
            <a:ext cx="309563" cy="381000"/>
            <a:chOff x="0" y="0"/>
            <a:chExt cx="134" cy="163"/>
          </a:xfrm>
          <a:solidFill>
            <a:srgbClr val="FBE22D"/>
          </a:solidFill>
        </p:grpSpPr>
        <p:sp>
          <p:nvSpPr>
            <p:cNvPr id="21528" name="Freeform 24"/>
            <p:cNvSpPr>
              <a:spLocks noEditPoints="1"/>
            </p:cNvSpPr>
            <p:nvPr/>
          </p:nvSpPr>
          <p:spPr bwMode="auto">
            <a:xfrm>
              <a:off x="0" y="0"/>
              <a:ext cx="134" cy="163"/>
            </a:xfrm>
            <a:custGeom>
              <a:avLst/>
              <a:gdLst>
                <a:gd name="T0" fmla="*/ 0 w 134"/>
                <a:gd name="T1" fmla="*/ 0 h 163"/>
                <a:gd name="T2" fmla="*/ 0 w 134"/>
                <a:gd name="T3" fmla="*/ 163 h 163"/>
                <a:gd name="T4" fmla="*/ 92 w 134"/>
                <a:gd name="T5" fmla="*/ 163 h 163"/>
                <a:gd name="T6" fmla="*/ 134 w 134"/>
                <a:gd name="T7" fmla="*/ 121 h 163"/>
                <a:gd name="T8" fmla="*/ 134 w 134"/>
                <a:gd name="T9" fmla="*/ 0 h 163"/>
                <a:gd name="T10" fmla="*/ 0 w 134"/>
                <a:gd name="T11" fmla="*/ 0 h 163"/>
                <a:gd name="T12" fmla="*/ 14 w 134"/>
                <a:gd name="T13" fmla="*/ 14 h 163"/>
                <a:gd name="T14" fmla="*/ 120 w 134"/>
                <a:gd name="T15" fmla="*/ 14 h 163"/>
                <a:gd name="T16" fmla="*/ 120 w 134"/>
                <a:gd name="T17" fmla="*/ 112 h 163"/>
                <a:gd name="T18" fmla="*/ 83 w 134"/>
                <a:gd name="T19" fmla="*/ 112 h 163"/>
                <a:gd name="T20" fmla="*/ 83 w 134"/>
                <a:gd name="T21" fmla="*/ 150 h 163"/>
                <a:gd name="T22" fmla="*/ 14 w 134"/>
                <a:gd name="T23" fmla="*/ 150 h 163"/>
                <a:gd name="T24" fmla="*/ 14 w 134"/>
                <a:gd name="T25" fmla="*/ 14 h 163"/>
                <a:gd name="T26" fmla="*/ 111 w 134"/>
                <a:gd name="T27" fmla="*/ 125 h 163"/>
                <a:gd name="T28" fmla="*/ 96 w 134"/>
                <a:gd name="T29" fmla="*/ 140 h 163"/>
                <a:gd name="T30" fmla="*/ 96 w 134"/>
                <a:gd name="T31" fmla="*/ 125 h 163"/>
                <a:gd name="T32" fmla="*/ 111 w 134"/>
                <a:gd name="T33" fmla="*/ 125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4" h="163">
                  <a:moveTo>
                    <a:pt x="0" y="0"/>
                  </a:moveTo>
                  <a:lnTo>
                    <a:pt x="0" y="163"/>
                  </a:lnTo>
                  <a:lnTo>
                    <a:pt x="92" y="163"/>
                  </a:lnTo>
                  <a:lnTo>
                    <a:pt x="134" y="121"/>
                  </a:lnTo>
                  <a:lnTo>
                    <a:pt x="134" y="0"/>
                  </a:lnTo>
                  <a:lnTo>
                    <a:pt x="0" y="0"/>
                  </a:lnTo>
                  <a:close/>
                  <a:moveTo>
                    <a:pt x="14" y="14"/>
                  </a:moveTo>
                  <a:lnTo>
                    <a:pt x="120" y="14"/>
                  </a:lnTo>
                  <a:lnTo>
                    <a:pt x="120" y="112"/>
                  </a:lnTo>
                  <a:lnTo>
                    <a:pt x="83" y="112"/>
                  </a:lnTo>
                  <a:lnTo>
                    <a:pt x="83" y="150"/>
                  </a:lnTo>
                  <a:lnTo>
                    <a:pt x="14" y="150"/>
                  </a:lnTo>
                  <a:lnTo>
                    <a:pt x="14" y="14"/>
                  </a:lnTo>
                  <a:close/>
                  <a:moveTo>
                    <a:pt x="111" y="125"/>
                  </a:moveTo>
                  <a:lnTo>
                    <a:pt x="96" y="140"/>
                  </a:lnTo>
                  <a:lnTo>
                    <a:pt x="96" y="125"/>
                  </a:lnTo>
                  <a:lnTo>
                    <a:pt x="111"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29" name="Rectangle 25"/>
            <p:cNvSpPr>
              <a:spLocks noChangeArrowheads="1"/>
            </p:cNvSpPr>
            <p:nvPr/>
          </p:nvSpPr>
          <p:spPr bwMode="auto">
            <a:xfrm>
              <a:off x="37" y="44"/>
              <a:ext cx="59" cy="1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530" name="Rectangle 26"/>
            <p:cNvSpPr>
              <a:spLocks noChangeArrowheads="1"/>
            </p:cNvSpPr>
            <p:nvPr/>
          </p:nvSpPr>
          <p:spPr bwMode="auto">
            <a:xfrm>
              <a:off x="37" y="83"/>
              <a:ext cx="38" cy="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21531" name="Group 27"/>
          <p:cNvGrpSpPr>
            <a:grpSpLocks/>
          </p:cNvGrpSpPr>
          <p:nvPr/>
        </p:nvGrpSpPr>
        <p:grpSpPr bwMode="auto">
          <a:xfrm>
            <a:off x="4612548" y="1210331"/>
            <a:ext cx="292100" cy="369887"/>
            <a:chOff x="0" y="0"/>
            <a:chExt cx="127" cy="163"/>
          </a:xfrm>
          <a:solidFill>
            <a:srgbClr val="A9D25A"/>
          </a:solidFill>
        </p:grpSpPr>
        <p:sp>
          <p:nvSpPr>
            <p:cNvPr id="21532" name="Freeform 28"/>
            <p:cNvSpPr>
              <a:spLocks/>
            </p:cNvSpPr>
            <p:nvPr/>
          </p:nvSpPr>
          <p:spPr bwMode="auto">
            <a:xfrm>
              <a:off x="0" y="0"/>
              <a:ext cx="127" cy="163"/>
            </a:xfrm>
            <a:custGeom>
              <a:avLst/>
              <a:gdLst>
                <a:gd name="T0" fmla="*/ 28 w 124"/>
                <a:gd name="T1" fmla="*/ 146 h 159"/>
                <a:gd name="T2" fmla="*/ 14 w 124"/>
                <a:gd name="T3" fmla="*/ 146 h 159"/>
                <a:gd name="T4" fmla="*/ 14 w 124"/>
                <a:gd name="T5" fmla="*/ 13 h 159"/>
                <a:gd name="T6" fmla="*/ 117 w 124"/>
                <a:gd name="T7" fmla="*/ 13 h 159"/>
                <a:gd name="T8" fmla="*/ 124 w 124"/>
                <a:gd name="T9" fmla="*/ 7 h 159"/>
                <a:gd name="T10" fmla="*/ 117 w 124"/>
                <a:gd name="T11" fmla="*/ 0 h 159"/>
                <a:gd name="T12" fmla="*/ 7 w 124"/>
                <a:gd name="T13" fmla="*/ 0 h 159"/>
                <a:gd name="T14" fmla="*/ 0 w 124"/>
                <a:gd name="T15" fmla="*/ 7 h 159"/>
                <a:gd name="T16" fmla="*/ 0 w 124"/>
                <a:gd name="T17" fmla="*/ 152 h 159"/>
                <a:gd name="T18" fmla="*/ 7 w 124"/>
                <a:gd name="T19" fmla="*/ 159 h 159"/>
                <a:gd name="T20" fmla="*/ 28 w 124"/>
                <a:gd name="T21" fmla="*/ 159 h 159"/>
                <a:gd name="T22" fmla="*/ 35 w 124"/>
                <a:gd name="T23" fmla="*/ 152 h 159"/>
                <a:gd name="T24" fmla="*/ 28 w 124"/>
                <a:gd name="T25" fmla="*/ 14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59">
                  <a:moveTo>
                    <a:pt x="28" y="146"/>
                  </a:moveTo>
                  <a:cubicBezTo>
                    <a:pt x="14" y="146"/>
                    <a:pt x="14" y="146"/>
                    <a:pt x="14" y="146"/>
                  </a:cubicBezTo>
                  <a:cubicBezTo>
                    <a:pt x="14" y="13"/>
                    <a:pt x="14" y="13"/>
                    <a:pt x="14" y="13"/>
                  </a:cubicBezTo>
                  <a:cubicBezTo>
                    <a:pt x="117" y="13"/>
                    <a:pt x="117" y="13"/>
                    <a:pt x="117" y="13"/>
                  </a:cubicBezTo>
                  <a:cubicBezTo>
                    <a:pt x="121" y="13"/>
                    <a:pt x="124" y="10"/>
                    <a:pt x="124" y="7"/>
                  </a:cubicBezTo>
                  <a:cubicBezTo>
                    <a:pt x="124" y="3"/>
                    <a:pt x="121" y="0"/>
                    <a:pt x="117" y="0"/>
                  </a:cubicBezTo>
                  <a:cubicBezTo>
                    <a:pt x="7" y="0"/>
                    <a:pt x="7" y="0"/>
                    <a:pt x="7" y="0"/>
                  </a:cubicBezTo>
                  <a:cubicBezTo>
                    <a:pt x="3" y="0"/>
                    <a:pt x="0" y="3"/>
                    <a:pt x="0" y="7"/>
                  </a:cubicBezTo>
                  <a:cubicBezTo>
                    <a:pt x="0" y="152"/>
                    <a:pt x="0" y="152"/>
                    <a:pt x="0" y="152"/>
                  </a:cubicBezTo>
                  <a:cubicBezTo>
                    <a:pt x="0" y="156"/>
                    <a:pt x="3" y="159"/>
                    <a:pt x="7" y="159"/>
                  </a:cubicBezTo>
                  <a:cubicBezTo>
                    <a:pt x="28" y="159"/>
                    <a:pt x="28" y="159"/>
                    <a:pt x="28" y="159"/>
                  </a:cubicBezTo>
                  <a:cubicBezTo>
                    <a:pt x="31" y="159"/>
                    <a:pt x="35" y="156"/>
                    <a:pt x="35" y="152"/>
                  </a:cubicBezTo>
                  <a:cubicBezTo>
                    <a:pt x="35" y="149"/>
                    <a:pt x="31" y="146"/>
                    <a:pt x="28"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3" name="Freeform 29"/>
            <p:cNvSpPr>
              <a:spLocks/>
            </p:cNvSpPr>
            <p:nvPr/>
          </p:nvSpPr>
          <p:spPr bwMode="auto">
            <a:xfrm>
              <a:off x="80" y="95"/>
              <a:ext cx="47" cy="68"/>
            </a:xfrm>
            <a:custGeom>
              <a:avLst/>
              <a:gdLst>
                <a:gd name="T0" fmla="*/ 39 w 46"/>
                <a:gd name="T1" fmla="*/ 0 h 66"/>
                <a:gd name="T2" fmla="*/ 32 w 46"/>
                <a:gd name="T3" fmla="*/ 7 h 66"/>
                <a:gd name="T4" fmla="*/ 32 w 46"/>
                <a:gd name="T5" fmla="*/ 53 h 66"/>
                <a:gd name="T6" fmla="*/ 7 w 46"/>
                <a:gd name="T7" fmla="*/ 53 h 66"/>
                <a:gd name="T8" fmla="*/ 0 w 46"/>
                <a:gd name="T9" fmla="*/ 59 h 66"/>
                <a:gd name="T10" fmla="*/ 7 w 46"/>
                <a:gd name="T11" fmla="*/ 66 h 66"/>
                <a:gd name="T12" fmla="*/ 39 w 46"/>
                <a:gd name="T13" fmla="*/ 66 h 66"/>
                <a:gd name="T14" fmla="*/ 44 w 46"/>
                <a:gd name="T15" fmla="*/ 64 h 66"/>
                <a:gd name="T16" fmla="*/ 46 w 46"/>
                <a:gd name="T17" fmla="*/ 59 h 66"/>
                <a:gd name="T18" fmla="*/ 46 w 46"/>
                <a:gd name="T19" fmla="*/ 7 h 66"/>
                <a:gd name="T20" fmla="*/ 39 w 46"/>
                <a:gd name="T2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66">
                  <a:moveTo>
                    <a:pt x="39" y="0"/>
                  </a:moveTo>
                  <a:cubicBezTo>
                    <a:pt x="35" y="0"/>
                    <a:pt x="32" y="3"/>
                    <a:pt x="32" y="7"/>
                  </a:cubicBezTo>
                  <a:cubicBezTo>
                    <a:pt x="32" y="53"/>
                    <a:pt x="32" y="53"/>
                    <a:pt x="32" y="53"/>
                  </a:cubicBezTo>
                  <a:cubicBezTo>
                    <a:pt x="7" y="53"/>
                    <a:pt x="7" y="53"/>
                    <a:pt x="7" y="53"/>
                  </a:cubicBezTo>
                  <a:cubicBezTo>
                    <a:pt x="3" y="53"/>
                    <a:pt x="0" y="56"/>
                    <a:pt x="0" y="59"/>
                  </a:cubicBezTo>
                  <a:cubicBezTo>
                    <a:pt x="0" y="63"/>
                    <a:pt x="3" y="66"/>
                    <a:pt x="7" y="66"/>
                  </a:cubicBezTo>
                  <a:cubicBezTo>
                    <a:pt x="39" y="66"/>
                    <a:pt x="39" y="66"/>
                    <a:pt x="39" y="66"/>
                  </a:cubicBezTo>
                  <a:cubicBezTo>
                    <a:pt x="41" y="66"/>
                    <a:pt x="43" y="66"/>
                    <a:pt x="44" y="64"/>
                  </a:cubicBezTo>
                  <a:cubicBezTo>
                    <a:pt x="45" y="63"/>
                    <a:pt x="46" y="61"/>
                    <a:pt x="46" y="59"/>
                  </a:cubicBezTo>
                  <a:cubicBezTo>
                    <a:pt x="46" y="7"/>
                    <a:pt x="46" y="7"/>
                    <a:pt x="46" y="7"/>
                  </a:cubicBezTo>
                  <a:cubicBezTo>
                    <a:pt x="46" y="3"/>
                    <a:pt x="43" y="0"/>
                    <a:pt x="3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4" name="Freeform 30"/>
            <p:cNvSpPr>
              <a:spLocks noEditPoints="1"/>
            </p:cNvSpPr>
            <p:nvPr/>
          </p:nvSpPr>
          <p:spPr bwMode="auto">
            <a:xfrm>
              <a:off x="46" y="34"/>
              <a:ext cx="79" cy="114"/>
            </a:xfrm>
            <a:custGeom>
              <a:avLst/>
              <a:gdLst>
                <a:gd name="T0" fmla="*/ 68 w 78"/>
                <a:gd name="T1" fmla="*/ 2 h 112"/>
                <a:gd name="T2" fmla="*/ 60 w 78"/>
                <a:gd name="T3" fmla="*/ 0 h 112"/>
                <a:gd name="T4" fmla="*/ 46 w 78"/>
                <a:gd name="T5" fmla="*/ 8 h 112"/>
                <a:gd name="T6" fmla="*/ 1 w 78"/>
                <a:gd name="T7" fmla="*/ 85 h 112"/>
                <a:gd name="T8" fmla="*/ 0 w 78"/>
                <a:gd name="T9" fmla="*/ 88 h 112"/>
                <a:gd name="T10" fmla="*/ 1 w 78"/>
                <a:gd name="T11" fmla="*/ 106 h 112"/>
                <a:gd name="T12" fmla="*/ 4 w 78"/>
                <a:gd name="T13" fmla="*/ 112 h 112"/>
                <a:gd name="T14" fmla="*/ 8 w 78"/>
                <a:gd name="T15" fmla="*/ 112 h 112"/>
                <a:gd name="T16" fmla="*/ 11 w 78"/>
                <a:gd name="T17" fmla="*/ 112 h 112"/>
                <a:gd name="T18" fmla="*/ 27 w 78"/>
                <a:gd name="T19" fmla="*/ 103 h 112"/>
                <a:gd name="T20" fmla="*/ 29 w 78"/>
                <a:gd name="T21" fmla="*/ 101 h 112"/>
                <a:gd name="T22" fmla="*/ 74 w 78"/>
                <a:gd name="T23" fmla="*/ 24 h 112"/>
                <a:gd name="T24" fmla="*/ 68 w 78"/>
                <a:gd name="T25" fmla="*/ 2 h 112"/>
                <a:gd name="T26" fmla="*/ 62 w 78"/>
                <a:gd name="T27" fmla="*/ 17 h 112"/>
                <a:gd name="T28" fmla="*/ 18 w 78"/>
                <a:gd name="T29" fmla="*/ 92 h 112"/>
                <a:gd name="T30" fmla="*/ 14 w 78"/>
                <a:gd name="T31" fmla="*/ 94 h 112"/>
                <a:gd name="T32" fmla="*/ 14 w 78"/>
                <a:gd name="T33" fmla="*/ 90 h 112"/>
                <a:gd name="T34" fmla="*/ 57 w 78"/>
                <a:gd name="T35" fmla="*/ 15 h 112"/>
                <a:gd name="T36" fmla="*/ 61 w 78"/>
                <a:gd name="T37" fmla="*/ 14 h 112"/>
                <a:gd name="T38" fmla="*/ 62 w 78"/>
                <a:gd name="T39"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8" h="112">
                  <a:moveTo>
                    <a:pt x="68" y="2"/>
                  </a:moveTo>
                  <a:cubicBezTo>
                    <a:pt x="65" y="1"/>
                    <a:pt x="62" y="0"/>
                    <a:pt x="60" y="0"/>
                  </a:cubicBezTo>
                  <a:cubicBezTo>
                    <a:pt x="54" y="0"/>
                    <a:pt x="48" y="3"/>
                    <a:pt x="46" y="8"/>
                  </a:cubicBezTo>
                  <a:cubicBezTo>
                    <a:pt x="1" y="85"/>
                    <a:pt x="1" y="85"/>
                    <a:pt x="1" y="85"/>
                  </a:cubicBezTo>
                  <a:cubicBezTo>
                    <a:pt x="1" y="86"/>
                    <a:pt x="0" y="87"/>
                    <a:pt x="0" y="88"/>
                  </a:cubicBezTo>
                  <a:cubicBezTo>
                    <a:pt x="1" y="106"/>
                    <a:pt x="1" y="106"/>
                    <a:pt x="1" y="106"/>
                  </a:cubicBezTo>
                  <a:cubicBezTo>
                    <a:pt x="1" y="108"/>
                    <a:pt x="2" y="110"/>
                    <a:pt x="4" y="112"/>
                  </a:cubicBezTo>
                  <a:cubicBezTo>
                    <a:pt x="5" y="112"/>
                    <a:pt x="7" y="112"/>
                    <a:pt x="8" y="112"/>
                  </a:cubicBezTo>
                  <a:cubicBezTo>
                    <a:pt x="9" y="112"/>
                    <a:pt x="10" y="112"/>
                    <a:pt x="11" y="112"/>
                  </a:cubicBezTo>
                  <a:cubicBezTo>
                    <a:pt x="27" y="103"/>
                    <a:pt x="27" y="103"/>
                    <a:pt x="27" y="103"/>
                  </a:cubicBezTo>
                  <a:cubicBezTo>
                    <a:pt x="28" y="103"/>
                    <a:pt x="29" y="102"/>
                    <a:pt x="29" y="101"/>
                  </a:cubicBezTo>
                  <a:cubicBezTo>
                    <a:pt x="74" y="24"/>
                    <a:pt x="74" y="24"/>
                    <a:pt x="74" y="24"/>
                  </a:cubicBezTo>
                  <a:cubicBezTo>
                    <a:pt x="78" y="16"/>
                    <a:pt x="75" y="7"/>
                    <a:pt x="68" y="2"/>
                  </a:cubicBezTo>
                  <a:moveTo>
                    <a:pt x="62" y="17"/>
                  </a:moveTo>
                  <a:cubicBezTo>
                    <a:pt x="18" y="92"/>
                    <a:pt x="18" y="92"/>
                    <a:pt x="18" y="92"/>
                  </a:cubicBezTo>
                  <a:cubicBezTo>
                    <a:pt x="14" y="94"/>
                    <a:pt x="14" y="94"/>
                    <a:pt x="14" y="94"/>
                  </a:cubicBezTo>
                  <a:cubicBezTo>
                    <a:pt x="14" y="90"/>
                    <a:pt x="14" y="90"/>
                    <a:pt x="14" y="90"/>
                  </a:cubicBezTo>
                  <a:cubicBezTo>
                    <a:pt x="57" y="15"/>
                    <a:pt x="57" y="15"/>
                    <a:pt x="57" y="15"/>
                  </a:cubicBezTo>
                  <a:cubicBezTo>
                    <a:pt x="58" y="14"/>
                    <a:pt x="60" y="13"/>
                    <a:pt x="61" y="14"/>
                  </a:cubicBezTo>
                  <a:cubicBezTo>
                    <a:pt x="62" y="15"/>
                    <a:pt x="62" y="16"/>
                    <a:pt x="62" y="1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5" name="Freeform 31"/>
            <p:cNvSpPr>
              <a:spLocks/>
            </p:cNvSpPr>
            <p:nvPr/>
          </p:nvSpPr>
          <p:spPr bwMode="auto">
            <a:xfrm>
              <a:off x="24" y="46"/>
              <a:ext cx="49" cy="14"/>
            </a:xfrm>
            <a:custGeom>
              <a:avLst/>
              <a:gdLst>
                <a:gd name="T0" fmla="*/ 48 w 48"/>
                <a:gd name="T1" fmla="*/ 7 h 14"/>
                <a:gd name="T2" fmla="*/ 42 w 48"/>
                <a:gd name="T3" fmla="*/ 0 h 14"/>
                <a:gd name="T4" fmla="*/ 7 w 48"/>
                <a:gd name="T5" fmla="*/ 0 h 14"/>
                <a:gd name="T6" fmla="*/ 0 w 48"/>
                <a:gd name="T7" fmla="*/ 7 h 14"/>
                <a:gd name="T8" fmla="*/ 7 w 48"/>
                <a:gd name="T9" fmla="*/ 14 h 14"/>
                <a:gd name="T10" fmla="*/ 42 w 48"/>
                <a:gd name="T11" fmla="*/ 14 h 14"/>
                <a:gd name="T12" fmla="*/ 48 w 48"/>
                <a:gd name="T13" fmla="*/ 7 h 14"/>
              </a:gdLst>
              <a:ahLst/>
              <a:cxnLst>
                <a:cxn ang="0">
                  <a:pos x="T0" y="T1"/>
                </a:cxn>
                <a:cxn ang="0">
                  <a:pos x="T2" y="T3"/>
                </a:cxn>
                <a:cxn ang="0">
                  <a:pos x="T4" y="T5"/>
                </a:cxn>
                <a:cxn ang="0">
                  <a:pos x="T6" y="T7"/>
                </a:cxn>
                <a:cxn ang="0">
                  <a:pos x="T8" y="T9"/>
                </a:cxn>
                <a:cxn ang="0">
                  <a:pos x="T10" y="T11"/>
                </a:cxn>
                <a:cxn ang="0">
                  <a:pos x="T12" y="T13"/>
                </a:cxn>
              </a:cxnLst>
              <a:rect l="0" t="0" r="r" b="b"/>
              <a:pathLst>
                <a:path w="48" h="14">
                  <a:moveTo>
                    <a:pt x="48" y="7"/>
                  </a:moveTo>
                  <a:cubicBezTo>
                    <a:pt x="48" y="3"/>
                    <a:pt x="45" y="0"/>
                    <a:pt x="42" y="0"/>
                  </a:cubicBezTo>
                  <a:cubicBezTo>
                    <a:pt x="7" y="0"/>
                    <a:pt x="7" y="0"/>
                    <a:pt x="7" y="0"/>
                  </a:cubicBezTo>
                  <a:cubicBezTo>
                    <a:pt x="3" y="0"/>
                    <a:pt x="0" y="3"/>
                    <a:pt x="0" y="7"/>
                  </a:cubicBezTo>
                  <a:cubicBezTo>
                    <a:pt x="0" y="11"/>
                    <a:pt x="3" y="14"/>
                    <a:pt x="7" y="14"/>
                  </a:cubicBezTo>
                  <a:cubicBezTo>
                    <a:pt x="42" y="14"/>
                    <a:pt x="42" y="14"/>
                    <a:pt x="42" y="14"/>
                  </a:cubicBezTo>
                  <a:cubicBezTo>
                    <a:pt x="45" y="14"/>
                    <a:pt x="48" y="11"/>
                    <a:pt x="48"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6" name="Freeform 32"/>
            <p:cNvSpPr>
              <a:spLocks/>
            </p:cNvSpPr>
            <p:nvPr/>
          </p:nvSpPr>
          <p:spPr bwMode="auto">
            <a:xfrm>
              <a:off x="24" y="73"/>
              <a:ext cx="32" cy="15"/>
            </a:xfrm>
            <a:custGeom>
              <a:avLst/>
              <a:gdLst>
                <a:gd name="T0" fmla="*/ 7 w 31"/>
                <a:gd name="T1" fmla="*/ 0 h 14"/>
                <a:gd name="T2" fmla="*/ 0 w 31"/>
                <a:gd name="T3" fmla="*/ 7 h 14"/>
                <a:gd name="T4" fmla="*/ 7 w 31"/>
                <a:gd name="T5" fmla="*/ 14 h 14"/>
                <a:gd name="T6" fmla="*/ 24 w 31"/>
                <a:gd name="T7" fmla="*/ 14 h 14"/>
                <a:gd name="T8" fmla="*/ 31 w 31"/>
                <a:gd name="T9" fmla="*/ 7 h 14"/>
                <a:gd name="T10" fmla="*/ 24 w 31"/>
                <a:gd name="T11" fmla="*/ 0 h 14"/>
                <a:gd name="T12" fmla="*/ 7 w 31"/>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31" h="14">
                  <a:moveTo>
                    <a:pt x="7" y="0"/>
                  </a:moveTo>
                  <a:cubicBezTo>
                    <a:pt x="3" y="0"/>
                    <a:pt x="0" y="3"/>
                    <a:pt x="0" y="7"/>
                  </a:cubicBezTo>
                  <a:cubicBezTo>
                    <a:pt x="0" y="11"/>
                    <a:pt x="3" y="14"/>
                    <a:pt x="7" y="14"/>
                  </a:cubicBezTo>
                  <a:cubicBezTo>
                    <a:pt x="24" y="14"/>
                    <a:pt x="24" y="14"/>
                    <a:pt x="24" y="14"/>
                  </a:cubicBezTo>
                  <a:cubicBezTo>
                    <a:pt x="28" y="14"/>
                    <a:pt x="31" y="11"/>
                    <a:pt x="31" y="7"/>
                  </a:cubicBezTo>
                  <a:cubicBezTo>
                    <a:pt x="31" y="3"/>
                    <a:pt x="28" y="0"/>
                    <a:pt x="24" y="0"/>
                  </a:cubicBezTo>
                  <a:lnTo>
                    <a:pt x="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1538" name="Rectangle 34"/>
          <p:cNvSpPr>
            <a:spLocks noChangeArrowheads="1"/>
          </p:cNvSpPr>
          <p:nvPr/>
        </p:nvSpPr>
        <p:spPr bwMode="auto">
          <a:xfrm>
            <a:off x="4538025" y="1655079"/>
            <a:ext cx="44114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000" b="1">
                <a:solidFill>
                  <a:schemeClr val="bg1"/>
                </a:solidFill>
                <a:latin typeface="微软雅黑" pitchFamily="34" charset="-122"/>
                <a:ea typeface="微软雅黑" pitchFamily="34" charset="-122"/>
              </a:rPr>
              <a:t>前端</a:t>
            </a:r>
            <a:endParaRPr lang="zh-CN" altLang="zh-CN" sz="1000" b="1">
              <a:solidFill>
                <a:schemeClr val="bg1"/>
              </a:solidFill>
              <a:latin typeface="微软雅黑" pitchFamily="34" charset="-122"/>
              <a:ea typeface="微软雅黑" pitchFamily="34" charset="-122"/>
            </a:endParaRPr>
          </a:p>
        </p:txBody>
      </p:sp>
      <p:sp>
        <p:nvSpPr>
          <p:cNvPr id="21541" name="Rectangle 37"/>
          <p:cNvSpPr>
            <a:spLocks noChangeArrowheads="1"/>
          </p:cNvSpPr>
          <p:nvPr/>
        </p:nvSpPr>
        <p:spPr bwMode="auto">
          <a:xfrm>
            <a:off x="3468474" y="2087458"/>
            <a:ext cx="2448272" cy="1352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en-US" altLang="zh-CN" sz="1200" dirty="0">
                <a:solidFill>
                  <a:schemeClr val="bg1"/>
                </a:solidFill>
                <a:latin typeface="微软雅黑" panose="020B0503020204020204" pitchFamily="34" charset="-122"/>
                <a:ea typeface="微软雅黑" panose="020B0503020204020204" pitchFamily="34" charset="-122"/>
              </a:rPr>
              <a:t>        </a:t>
            </a:r>
            <a:r>
              <a:rPr lang="zh-CN" altLang="en-US" sz="1200" dirty="0">
                <a:solidFill>
                  <a:schemeClr val="bg1"/>
                </a:solidFill>
                <a:latin typeface="微软雅黑" panose="020B0503020204020204" pitchFamily="34" charset="-122"/>
                <a:ea typeface="微软雅黑" panose="020B0503020204020204" pitchFamily="34" charset="-122"/>
              </a:rPr>
              <a:t>通过</a:t>
            </a:r>
            <a:r>
              <a:rPr lang="en-US" altLang="zh-CN" sz="1200" dirty="0">
                <a:solidFill>
                  <a:schemeClr val="bg1"/>
                </a:solidFill>
                <a:latin typeface="微软雅黑" panose="020B0503020204020204" pitchFamily="34" charset="-122"/>
                <a:ea typeface="微软雅黑" panose="020B0503020204020204" pitchFamily="34" charset="-122"/>
              </a:rPr>
              <a:t>Vue</a:t>
            </a:r>
            <a:r>
              <a:rPr lang="zh-CN" altLang="en-US" sz="1200" dirty="0">
                <a:solidFill>
                  <a:schemeClr val="bg1"/>
                </a:solidFill>
                <a:latin typeface="微软雅黑" panose="020B0503020204020204" pitchFamily="34" charset="-122"/>
                <a:ea typeface="微软雅黑" panose="020B0503020204020204" pitchFamily="34" charset="-122"/>
              </a:rPr>
              <a:t>构建一个单页面应用。使得前端可以完全不用依赖后端，将静态资源放到静态资源服务器上， 让前端去维护静态资源，减少前端对于后端的依赖性</a:t>
            </a:r>
            <a:r>
              <a:rPr lang="zh-CN" altLang="en-US" sz="1100" dirty="0">
                <a:solidFill>
                  <a:schemeClr val="bg1"/>
                </a:solidFill>
                <a:latin typeface="微软雅黑" panose="020B0503020204020204" pitchFamily="34" charset="-122"/>
                <a:ea typeface="微软雅黑" panose="020B0503020204020204" pitchFamily="34" charset="-122"/>
              </a:rPr>
              <a:t>。</a:t>
            </a:r>
          </a:p>
        </p:txBody>
      </p:sp>
      <p:sp>
        <p:nvSpPr>
          <p:cNvPr id="21542" name="Rectangle 38"/>
          <p:cNvSpPr>
            <a:spLocks noChangeArrowheads="1"/>
          </p:cNvSpPr>
          <p:nvPr/>
        </p:nvSpPr>
        <p:spPr bwMode="auto">
          <a:xfrm>
            <a:off x="7328492" y="1652240"/>
            <a:ext cx="441146"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000" b="1">
                <a:solidFill>
                  <a:schemeClr val="bg1"/>
                </a:solidFill>
                <a:latin typeface="微软雅黑" pitchFamily="34" charset="-122"/>
                <a:ea typeface="微软雅黑" pitchFamily="34" charset="-122"/>
              </a:rPr>
              <a:t>后端</a:t>
            </a:r>
            <a:endParaRPr lang="zh-CN" altLang="zh-CN" sz="1000" b="1">
              <a:solidFill>
                <a:schemeClr val="bg1"/>
              </a:solidFill>
              <a:latin typeface="微软雅黑" pitchFamily="34" charset="-122"/>
              <a:ea typeface="微软雅黑" pitchFamily="34" charset="-122"/>
            </a:endParaRPr>
          </a:p>
        </p:txBody>
      </p:sp>
      <p:sp>
        <p:nvSpPr>
          <p:cNvPr id="21543" name="Rectangle 39"/>
          <p:cNvSpPr>
            <a:spLocks noChangeArrowheads="1"/>
          </p:cNvSpPr>
          <p:nvPr/>
        </p:nvSpPr>
        <p:spPr bwMode="auto">
          <a:xfrm>
            <a:off x="6632680" y="2218958"/>
            <a:ext cx="1943800" cy="798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        依靠</a:t>
            </a:r>
            <a:r>
              <a:rPr lang="en-US" altLang="zh-CN" sz="1200" dirty="0">
                <a:solidFill>
                  <a:schemeClr val="bg1"/>
                </a:solidFill>
                <a:latin typeface="微软雅黑" panose="020B0503020204020204" pitchFamily="34" charset="-122"/>
                <a:ea typeface="微软雅黑" panose="020B0503020204020204" pitchFamily="34" charset="-122"/>
              </a:rPr>
              <a:t>Spring boot</a:t>
            </a:r>
            <a:r>
              <a:rPr lang="zh-CN" altLang="en-US" sz="1200" dirty="0">
                <a:solidFill>
                  <a:schemeClr val="bg1"/>
                </a:solidFill>
                <a:latin typeface="微软雅黑" panose="020B0503020204020204" pitchFamily="34" charset="-122"/>
                <a:ea typeface="微软雅黑" panose="020B0503020204020204" pitchFamily="34" charset="-122"/>
              </a:rPr>
              <a:t>框架构写功能实现，再为前端预留提供接口，实现对接</a:t>
            </a:r>
          </a:p>
        </p:txBody>
      </p:sp>
      <p:sp>
        <p:nvSpPr>
          <p:cNvPr id="21545" name="Line 41"/>
          <p:cNvSpPr>
            <a:spLocks noChangeShapeType="1"/>
          </p:cNvSpPr>
          <p:nvPr/>
        </p:nvSpPr>
        <p:spPr bwMode="auto">
          <a:xfrm>
            <a:off x="3513388" y="1959106"/>
            <a:ext cx="2273488" cy="0"/>
          </a:xfrm>
          <a:prstGeom prst="line">
            <a:avLst/>
          </a:prstGeom>
          <a:noFill/>
          <a:ln w="12700" cmpd="sng">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6" name="Line 42"/>
          <p:cNvSpPr>
            <a:spLocks noChangeShapeType="1"/>
          </p:cNvSpPr>
          <p:nvPr/>
        </p:nvSpPr>
        <p:spPr bwMode="auto">
          <a:xfrm>
            <a:off x="6529064" y="1959106"/>
            <a:ext cx="2219399" cy="0"/>
          </a:xfrm>
          <a:prstGeom prst="line">
            <a:avLst/>
          </a:prstGeom>
          <a:noFill/>
          <a:ln w="12700" cmpd="sng">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7" name="Rectangle 43"/>
          <p:cNvSpPr>
            <a:spLocks noChangeArrowheads="1"/>
          </p:cNvSpPr>
          <p:nvPr/>
        </p:nvSpPr>
        <p:spPr bwMode="auto">
          <a:xfrm>
            <a:off x="793609" y="3713646"/>
            <a:ext cx="7488832" cy="1346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1050" dirty="0">
                <a:latin typeface="微软雅黑" panose="020B0503020204020204" pitchFamily="34" charset="-122"/>
                <a:ea typeface="微软雅黑" panose="020B0503020204020204" pitchFamily="34" charset="-122"/>
              </a:rPr>
              <a:t>        </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我们打算实现形式为</a:t>
            </a: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web</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，综合考虑下我们采用</a:t>
            </a: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B/S</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结构，统一客户端，将系统功能实现的核心部分集中到服务器上，简化了系统的开发、维护和使用</a:t>
            </a:r>
            <a:r>
              <a:rPr lang="en-US" altLang="zh-CN" sz="1400" b="1" baseline="30000"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        技术实现层面我们采用前后端分离的模式，通过 </a:t>
            </a: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Vue + Spring Boot </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这一现在市面比较主流，应用范围比较广的开发框架进行</a:t>
            </a:r>
            <a:r>
              <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rPr>
              <a:t>web</a:t>
            </a:r>
            <a:r>
              <a:rPr lang="zh-CN" altLang="en-US" sz="1400" b="1" dirty="0">
                <a:solidFill>
                  <a:schemeClr val="tx1">
                    <a:lumMod val="65000"/>
                    <a:lumOff val="35000"/>
                  </a:schemeClr>
                </a:solidFill>
                <a:latin typeface="微软雅黑" panose="020B0503020204020204" pitchFamily="34" charset="-122"/>
                <a:ea typeface="微软雅黑" panose="020B0503020204020204" pitchFamily="34" charset="-122"/>
              </a:rPr>
              <a:t>开发。</a:t>
            </a:r>
            <a:endParaRPr lang="en-US" altLang="zh-CN" sz="1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549" name="Line 45"/>
          <p:cNvSpPr>
            <a:spLocks noChangeShapeType="1"/>
          </p:cNvSpPr>
          <p:nvPr/>
        </p:nvSpPr>
        <p:spPr bwMode="auto">
          <a:xfrm>
            <a:off x="6222905" y="1799694"/>
            <a:ext cx="0" cy="1640122"/>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Oval 6">
            <a:extLst>
              <a:ext uri="{FF2B5EF4-FFF2-40B4-BE49-F238E27FC236}">
                <a16:creationId xmlns:a16="http://schemas.microsoft.com/office/drawing/2014/main" id="{1D09DB38-621E-4EC5-85F4-779547858E10}"/>
              </a:ext>
            </a:extLst>
          </p:cNvPr>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34" name="Oval 3">
            <a:extLst>
              <a:ext uri="{FF2B5EF4-FFF2-40B4-BE49-F238E27FC236}">
                <a16:creationId xmlns:a16="http://schemas.microsoft.com/office/drawing/2014/main" id="{5B31C95D-31D6-4DB5-A05F-EE1FE7DC5C9D}"/>
              </a:ext>
            </a:extLst>
          </p:cNvPr>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35" name="Oval 4">
            <a:extLst>
              <a:ext uri="{FF2B5EF4-FFF2-40B4-BE49-F238E27FC236}">
                <a16:creationId xmlns:a16="http://schemas.microsoft.com/office/drawing/2014/main" id="{5126AEF3-7F67-425E-8C71-19FF3391DFFD}"/>
              </a:ext>
            </a:extLst>
          </p:cNvPr>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36" name="Oval 5">
            <a:extLst>
              <a:ext uri="{FF2B5EF4-FFF2-40B4-BE49-F238E27FC236}">
                <a16:creationId xmlns:a16="http://schemas.microsoft.com/office/drawing/2014/main" id="{820B66E8-FAD0-4747-AB7C-8874A000C7F6}"/>
              </a:ext>
            </a:extLst>
          </p:cNvPr>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37" name="Rectangle 39">
            <a:extLst>
              <a:ext uri="{FF2B5EF4-FFF2-40B4-BE49-F238E27FC236}">
                <a16:creationId xmlns:a16="http://schemas.microsoft.com/office/drawing/2014/main" id="{E051448D-AF27-47A7-B893-85E25F3B04BE}"/>
              </a:ext>
            </a:extLst>
          </p:cNvPr>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05</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8" name="Rectangle 39">
            <a:extLst>
              <a:ext uri="{FF2B5EF4-FFF2-40B4-BE49-F238E27FC236}">
                <a16:creationId xmlns:a16="http://schemas.microsoft.com/office/drawing/2014/main" id="{18C62568-4144-4FFE-865E-2A1EC217F4BB}"/>
              </a:ext>
            </a:extLst>
          </p:cNvPr>
          <p:cNvSpPr>
            <a:spLocks noChangeArrowheads="1"/>
          </p:cNvSpPr>
          <p:nvPr/>
        </p:nvSpPr>
        <p:spPr bwMode="auto">
          <a:xfrm>
            <a:off x="915988" y="338497"/>
            <a:ext cx="135175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技术架构</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39" name="Freeform 25" descr="17957756_101728372001_2副本"/>
          <p:cNvSpPr>
            <a:spLocks/>
          </p:cNvSpPr>
          <p:nvPr/>
        </p:nvSpPr>
        <p:spPr bwMode="auto">
          <a:xfrm>
            <a:off x="-5279" y="1019485"/>
            <a:ext cx="2983075" cy="2664295"/>
          </a:xfrm>
          <a:custGeom>
            <a:avLst/>
            <a:gdLst>
              <a:gd name="T0" fmla="*/ 0 w 2507"/>
              <a:gd name="T1" fmla="*/ 0 h 2464"/>
              <a:gd name="T2" fmla="*/ 0 w 2507"/>
              <a:gd name="T3" fmla="*/ 1232 h 2464"/>
              <a:gd name="T4" fmla="*/ 0 w 2507"/>
              <a:gd name="T5" fmla="*/ 2464 h 2464"/>
              <a:gd name="T6" fmla="*/ 2507 w 2507"/>
              <a:gd name="T7" fmla="*/ 2464 h 2464"/>
              <a:gd name="T8" fmla="*/ 2507 w 2507"/>
              <a:gd name="T9" fmla="*/ 1232 h 2464"/>
              <a:gd name="T10" fmla="*/ 2507 w 2507"/>
              <a:gd name="T11" fmla="*/ 0 h 2464"/>
              <a:gd name="T12" fmla="*/ 0 w 2507"/>
              <a:gd name="T13" fmla="*/ 0 h 2464"/>
            </a:gdLst>
            <a:ahLst/>
            <a:cxnLst>
              <a:cxn ang="0">
                <a:pos x="T0" y="T1"/>
              </a:cxn>
              <a:cxn ang="0">
                <a:pos x="T2" y="T3"/>
              </a:cxn>
              <a:cxn ang="0">
                <a:pos x="T4" y="T5"/>
              </a:cxn>
              <a:cxn ang="0">
                <a:pos x="T6" y="T7"/>
              </a:cxn>
              <a:cxn ang="0">
                <a:pos x="T8" y="T9"/>
              </a:cxn>
              <a:cxn ang="0">
                <a:pos x="T10" y="T11"/>
              </a:cxn>
              <a:cxn ang="0">
                <a:pos x="T12" y="T13"/>
              </a:cxn>
            </a:cxnLst>
            <a:rect l="0" t="0" r="r" b="b"/>
            <a:pathLst>
              <a:path w="2507" h="2464">
                <a:moveTo>
                  <a:pt x="0" y="0"/>
                </a:moveTo>
                <a:lnTo>
                  <a:pt x="0" y="1232"/>
                </a:lnTo>
                <a:lnTo>
                  <a:pt x="0" y="2464"/>
                </a:lnTo>
                <a:lnTo>
                  <a:pt x="2507" y="2464"/>
                </a:lnTo>
                <a:lnTo>
                  <a:pt x="2507" y="1232"/>
                </a:lnTo>
                <a:lnTo>
                  <a:pt x="2507" y="0"/>
                </a:lnTo>
                <a:lnTo>
                  <a:pt x="0" y="0"/>
                </a:lnTo>
                <a:close/>
              </a:path>
            </a:pathLst>
          </a:custGeom>
          <a:blipFill dpi="0" rotWithShape="1">
            <a:blip r:embed="rId2"/>
            <a:srcRect/>
            <a:stretch>
              <a:fillRect b="-2240"/>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Tree>
    <p:extLst>
      <p:ext uri="{BB962C8B-B14F-4D97-AF65-F5344CB8AC3E}">
        <p14:creationId xmlns:p14="http://schemas.microsoft.com/office/powerpoint/2010/main" val="1736129488"/>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50000">
                                      <p:stCondLst>
                                        <p:cond delay="900"/>
                                      </p:stCondLst>
                                      <p:childTnLst>
                                        <p:set>
                                          <p:cBhvr>
                                            <p:cTn id="6" dur="1" fill="hold">
                                              <p:stCondLst>
                                                <p:cond delay="0"/>
                                              </p:stCondLst>
                                            </p:cTn>
                                            <p:tgtEl>
                                              <p:spTgt spid="21525"/>
                                            </p:tgtEl>
                                            <p:attrNameLst>
                                              <p:attrName>style.visibility</p:attrName>
                                            </p:attrNameLst>
                                          </p:cBhvr>
                                          <p:to>
                                            <p:strVal val="visible"/>
                                          </p:to>
                                        </p:set>
                                        <p:anim calcmode="lin" valueType="num" p14:bounceEnd="50000">
                                          <p:cBhvr additive="base">
                                            <p:cTn id="7" dur="500" fill="hold"/>
                                            <p:tgtEl>
                                              <p:spTgt spid="21525"/>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21525"/>
                                            </p:tgtEl>
                                            <p:attrNameLst>
                                              <p:attrName>ppt_y</p:attrName>
                                            </p:attrNameLst>
                                          </p:cBhvr>
                                          <p:tavLst>
                                            <p:tav tm="0">
                                              <p:val>
                                                <p:strVal val="1+#ppt_h/2"/>
                                              </p:val>
                                            </p:tav>
                                            <p:tav tm="100000">
                                              <p:val>
                                                <p:strVal val="#ppt_y"/>
                                              </p:val>
                                            </p:tav>
                                          </p:tavLst>
                                        </p:anim>
                                      </p:childTnLst>
                                    </p:cTn>
                                  </p:par>
                                  <p:par>
                                    <p:cTn id="9" presetID="2" presetClass="entr" presetSubtype="2" fill="hold" nodeType="withEffect" p14:presetBounceEnd="50000">
                                      <p:stCondLst>
                                        <p:cond delay="2300"/>
                                      </p:stCondLst>
                                      <p:childTnLst>
                                        <p:set>
                                          <p:cBhvr>
                                            <p:cTn id="10" dur="1" fill="hold">
                                              <p:stCondLst>
                                                <p:cond delay="0"/>
                                              </p:stCondLst>
                                            </p:cTn>
                                            <p:tgtEl>
                                              <p:spTgt spid="21531"/>
                                            </p:tgtEl>
                                            <p:attrNameLst>
                                              <p:attrName>style.visibility</p:attrName>
                                            </p:attrNameLst>
                                          </p:cBhvr>
                                          <p:to>
                                            <p:strVal val="visible"/>
                                          </p:to>
                                        </p:set>
                                        <p:anim calcmode="lin" valueType="num" p14:bounceEnd="50000">
                                          <p:cBhvr additive="base">
                                            <p:cTn id="11" dur="500" fill="hold"/>
                                            <p:tgtEl>
                                              <p:spTgt spid="21531"/>
                                            </p:tgtEl>
                                            <p:attrNameLst>
                                              <p:attrName>ppt_x</p:attrName>
                                            </p:attrNameLst>
                                          </p:cBhvr>
                                          <p:tavLst>
                                            <p:tav tm="0">
                                              <p:val>
                                                <p:strVal val="1+#ppt_w/2"/>
                                              </p:val>
                                            </p:tav>
                                            <p:tav tm="100000">
                                              <p:val>
                                                <p:strVal val="#ppt_x"/>
                                              </p:val>
                                            </p:tav>
                                          </p:tavLst>
                                        </p:anim>
                                        <p:anim calcmode="lin" valueType="num" p14:bounceEnd="50000">
                                          <p:cBhvr additive="base">
                                            <p:cTn id="12" dur="500" fill="hold"/>
                                            <p:tgtEl>
                                              <p:spTgt spid="2153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14:presetBounceEnd="50000">
                                      <p:stCondLst>
                                        <p:cond delay="2400"/>
                                      </p:stCondLst>
                                      <p:childTnLst>
                                        <p:set>
                                          <p:cBhvr>
                                            <p:cTn id="14" dur="1" fill="hold">
                                              <p:stCondLst>
                                                <p:cond delay="0"/>
                                              </p:stCondLst>
                                            </p:cTn>
                                            <p:tgtEl>
                                              <p:spTgt spid="21538"/>
                                            </p:tgtEl>
                                            <p:attrNameLst>
                                              <p:attrName>style.visibility</p:attrName>
                                            </p:attrNameLst>
                                          </p:cBhvr>
                                          <p:to>
                                            <p:strVal val="visible"/>
                                          </p:to>
                                        </p:set>
                                        <p:anim calcmode="lin" valueType="num" p14:bounceEnd="50000">
                                          <p:cBhvr additive="base">
                                            <p:cTn id="15" dur="500" fill="hold"/>
                                            <p:tgtEl>
                                              <p:spTgt spid="21538"/>
                                            </p:tgtEl>
                                            <p:attrNameLst>
                                              <p:attrName>ppt_x</p:attrName>
                                            </p:attrNameLst>
                                          </p:cBhvr>
                                          <p:tavLst>
                                            <p:tav tm="0">
                                              <p:val>
                                                <p:strVal val="1+#ppt_w/2"/>
                                              </p:val>
                                            </p:tav>
                                            <p:tav tm="100000">
                                              <p:val>
                                                <p:strVal val="#ppt_x"/>
                                              </p:val>
                                            </p:tav>
                                          </p:tavLst>
                                        </p:anim>
                                        <p:anim calcmode="lin" valueType="num" p14:bounceEnd="50000">
                                          <p:cBhvr additive="base">
                                            <p:cTn id="16" dur="500" fill="hold"/>
                                            <p:tgtEl>
                                              <p:spTgt spid="21538"/>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14:presetBounceEnd="50000">
                                      <p:stCondLst>
                                        <p:cond delay="2500"/>
                                      </p:stCondLst>
                                      <p:childTnLst>
                                        <p:set>
                                          <p:cBhvr>
                                            <p:cTn id="18" dur="1" fill="hold">
                                              <p:stCondLst>
                                                <p:cond delay="0"/>
                                              </p:stCondLst>
                                            </p:cTn>
                                            <p:tgtEl>
                                              <p:spTgt spid="21545"/>
                                            </p:tgtEl>
                                            <p:attrNameLst>
                                              <p:attrName>style.visibility</p:attrName>
                                            </p:attrNameLst>
                                          </p:cBhvr>
                                          <p:to>
                                            <p:strVal val="visible"/>
                                          </p:to>
                                        </p:set>
                                        <p:anim calcmode="lin" valueType="num" p14:bounceEnd="50000">
                                          <p:cBhvr additive="base">
                                            <p:cTn id="19" dur="500" fill="hold"/>
                                            <p:tgtEl>
                                              <p:spTgt spid="21545"/>
                                            </p:tgtEl>
                                            <p:attrNameLst>
                                              <p:attrName>ppt_x</p:attrName>
                                            </p:attrNameLst>
                                          </p:cBhvr>
                                          <p:tavLst>
                                            <p:tav tm="0">
                                              <p:val>
                                                <p:strVal val="1+#ppt_w/2"/>
                                              </p:val>
                                            </p:tav>
                                            <p:tav tm="100000">
                                              <p:val>
                                                <p:strVal val="#ppt_x"/>
                                              </p:val>
                                            </p:tav>
                                          </p:tavLst>
                                        </p:anim>
                                        <p:anim calcmode="lin" valueType="num" p14:bounceEnd="50000">
                                          <p:cBhvr additive="base">
                                            <p:cTn id="20" dur="500" fill="hold"/>
                                            <p:tgtEl>
                                              <p:spTgt spid="21545"/>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14:presetBounceEnd="50000">
                                      <p:stCondLst>
                                        <p:cond delay="2600"/>
                                      </p:stCondLst>
                                      <p:childTnLst>
                                        <p:set>
                                          <p:cBhvr>
                                            <p:cTn id="22" dur="1" fill="hold">
                                              <p:stCondLst>
                                                <p:cond delay="0"/>
                                              </p:stCondLst>
                                            </p:cTn>
                                            <p:tgtEl>
                                              <p:spTgt spid="21541"/>
                                            </p:tgtEl>
                                            <p:attrNameLst>
                                              <p:attrName>style.visibility</p:attrName>
                                            </p:attrNameLst>
                                          </p:cBhvr>
                                          <p:to>
                                            <p:strVal val="visible"/>
                                          </p:to>
                                        </p:set>
                                        <p:anim calcmode="lin" valueType="num" p14:bounceEnd="50000">
                                          <p:cBhvr additive="base">
                                            <p:cTn id="23" dur="500" fill="hold"/>
                                            <p:tgtEl>
                                              <p:spTgt spid="21541"/>
                                            </p:tgtEl>
                                            <p:attrNameLst>
                                              <p:attrName>ppt_x</p:attrName>
                                            </p:attrNameLst>
                                          </p:cBhvr>
                                          <p:tavLst>
                                            <p:tav tm="0">
                                              <p:val>
                                                <p:strVal val="1+#ppt_w/2"/>
                                              </p:val>
                                            </p:tav>
                                            <p:tav tm="100000">
                                              <p:val>
                                                <p:strVal val="#ppt_x"/>
                                              </p:val>
                                            </p:tav>
                                          </p:tavLst>
                                        </p:anim>
                                        <p:anim calcmode="lin" valueType="num" p14:bounceEnd="50000">
                                          <p:cBhvr additive="base">
                                            <p:cTn id="24" dur="500" fill="hold"/>
                                            <p:tgtEl>
                                              <p:spTgt spid="21541"/>
                                            </p:tgtEl>
                                            <p:attrNameLst>
                                              <p:attrName>ppt_y</p:attrName>
                                            </p:attrNameLst>
                                          </p:cBhvr>
                                          <p:tavLst>
                                            <p:tav tm="0">
                                              <p:val>
                                                <p:strVal val="#ppt_y"/>
                                              </p:val>
                                            </p:tav>
                                            <p:tav tm="100000">
                                              <p:val>
                                                <p:strVal val="#ppt_y"/>
                                              </p:val>
                                            </p:tav>
                                          </p:tavLst>
                                        </p:anim>
                                      </p:childTnLst>
                                    </p:cTn>
                                  </p:par>
                                  <p:par>
                                    <p:cTn id="25" presetID="22" presetClass="entr" presetSubtype="1" fill="hold" grpId="0" nodeType="withEffect">
                                      <p:stCondLst>
                                        <p:cond delay="3100"/>
                                      </p:stCondLst>
                                      <p:childTnLst>
                                        <p:set>
                                          <p:cBhvr>
                                            <p:cTn id="26" dur="1" fill="hold">
                                              <p:stCondLst>
                                                <p:cond delay="0"/>
                                              </p:stCondLst>
                                            </p:cTn>
                                            <p:tgtEl>
                                              <p:spTgt spid="21549"/>
                                            </p:tgtEl>
                                            <p:attrNameLst>
                                              <p:attrName>style.visibility</p:attrName>
                                            </p:attrNameLst>
                                          </p:cBhvr>
                                          <p:to>
                                            <p:strVal val="visible"/>
                                          </p:to>
                                        </p:set>
                                        <p:animEffect transition="in" filter="wipe(up)">
                                          <p:cBhvr>
                                            <p:cTn id="27" dur="500"/>
                                            <p:tgtEl>
                                              <p:spTgt spid="21549"/>
                                            </p:tgtEl>
                                          </p:cBhvr>
                                        </p:animEffect>
                                      </p:childTnLst>
                                    </p:cTn>
                                  </p:par>
                                  <p:par>
                                    <p:cTn id="28" presetID="2" presetClass="entr" presetSubtype="2" fill="hold" nodeType="withEffect" p14:presetBounceEnd="50000">
                                      <p:stCondLst>
                                        <p:cond delay="3200"/>
                                      </p:stCondLst>
                                      <p:childTnLst>
                                        <p:set>
                                          <p:cBhvr>
                                            <p:cTn id="29" dur="1" fill="hold">
                                              <p:stCondLst>
                                                <p:cond delay="0"/>
                                              </p:stCondLst>
                                            </p:cTn>
                                            <p:tgtEl>
                                              <p:spTgt spid="21527"/>
                                            </p:tgtEl>
                                            <p:attrNameLst>
                                              <p:attrName>style.visibility</p:attrName>
                                            </p:attrNameLst>
                                          </p:cBhvr>
                                          <p:to>
                                            <p:strVal val="visible"/>
                                          </p:to>
                                        </p:set>
                                        <p:anim calcmode="lin" valueType="num" p14:bounceEnd="50000">
                                          <p:cBhvr additive="base">
                                            <p:cTn id="30" dur="500" fill="hold"/>
                                            <p:tgtEl>
                                              <p:spTgt spid="21527"/>
                                            </p:tgtEl>
                                            <p:attrNameLst>
                                              <p:attrName>ppt_x</p:attrName>
                                            </p:attrNameLst>
                                          </p:cBhvr>
                                          <p:tavLst>
                                            <p:tav tm="0">
                                              <p:val>
                                                <p:strVal val="1+#ppt_w/2"/>
                                              </p:val>
                                            </p:tav>
                                            <p:tav tm="100000">
                                              <p:val>
                                                <p:strVal val="#ppt_x"/>
                                              </p:val>
                                            </p:tav>
                                          </p:tavLst>
                                        </p:anim>
                                        <p:anim calcmode="lin" valueType="num" p14:bounceEnd="50000">
                                          <p:cBhvr additive="base">
                                            <p:cTn id="31" dur="500" fill="hold"/>
                                            <p:tgtEl>
                                              <p:spTgt spid="21527"/>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14:presetBounceEnd="50000">
                                      <p:stCondLst>
                                        <p:cond delay="3300"/>
                                      </p:stCondLst>
                                      <p:childTnLst>
                                        <p:set>
                                          <p:cBhvr>
                                            <p:cTn id="33" dur="1" fill="hold">
                                              <p:stCondLst>
                                                <p:cond delay="0"/>
                                              </p:stCondLst>
                                            </p:cTn>
                                            <p:tgtEl>
                                              <p:spTgt spid="21542"/>
                                            </p:tgtEl>
                                            <p:attrNameLst>
                                              <p:attrName>style.visibility</p:attrName>
                                            </p:attrNameLst>
                                          </p:cBhvr>
                                          <p:to>
                                            <p:strVal val="visible"/>
                                          </p:to>
                                        </p:set>
                                        <p:anim calcmode="lin" valueType="num" p14:bounceEnd="50000">
                                          <p:cBhvr additive="base">
                                            <p:cTn id="34" dur="500" fill="hold"/>
                                            <p:tgtEl>
                                              <p:spTgt spid="21542"/>
                                            </p:tgtEl>
                                            <p:attrNameLst>
                                              <p:attrName>ppt_x</p:attrName>
                                            </p:attrNameLst>
                                          </p:cBhvr>
                                          <p:tavLst>
                                            <p:tav tm="0">
                                              <p:val>
                                                <p:strVal val="1+#ppt_w/2"/>
                                              </p:val>
                                            </p:tav>
                                            <p:tav tm="100000">
                                              <p:val>
                                                <p:strVal val="#ppt_x"/>
                                              </p:val>
                                            </p:tav>
                                          </p:tavLst>
                                        </p:anim>
                                        <p:anim calcmode="lin" valueType="num" p14:bounceEnd="50000">
                                          <p:cBhvr additive="base">
                                            <p:cTn id="35" dur="500" fill="hold"/>
                                            <p:tgtEl>
                                              <p:spTgt spid="21542"/>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14:presetBounceEnd="50000">
                                      <p:stCondLst>
                                        <p:cond delay="3400"/>
                                      </p:stCondLst>
                                      <p:childTnLst>
                                        <p:set>
                                          <p:cBhvr>
                                            <p:cTn id="37" dur="1" fill="hold">
                                              <p:stCondLst>
                                                <p:cond delay="0"/>
                                              </p:stCondLst>
                                            </p:cTn>
                                            <p:tgtEl>
                                              <p:spTgt spid="21546"/>
                                            </p:tgtEl>
                                            <p:attrNameLst>
                                              <p:attrName>style.visibility</p:attrName>
                                            </p:attrNameLst>
                                          </p:cBhvr>
                                          <p:to>
                                            <p:strVal val="visible"/>
                                          </p:to>
                                        </p:set>
                                        <p:anim calcmode="lin" valueType="num" p14:bounceEnd="50000">
                                          <p:cBhvr additive="base">
                                            <p:cTn id="38" dur="500" fill="hold"/>
                                            <p:tgtEl>
                                              <p:spTgt spid="21546"/>
                                            </p:tgtEl>
                                            <p:attrNameLst>
                                              <p:attrName>ppt_x</p:attrName>
                                            </p:attrNameLst>
                                          </p:cBhvr>
                                          <p:tavLst>
                                            <p:tav tm="0">
                                              <p:val>
                                                <p:strVal val="1+#ppt_w/2"/>
                                              </p:val>
                                            </p:tav>
                                            <p:tav tm="100000">
                                              <p:val>
                                                <p:strVal val="#ppt_x"/>
                                              </p:val>
                                            </p:tav>
                                          </p:tavLst>
                                        </p:anim>
                                        <p:anim calcmode="lin" valueType="num" p14:bounceEnd="50000">
                                          <p:cBhvr additive="base">
                                            <p:cTn id="39" dur="500" fill="hold"/>
                                            <p:tgtEl>
                                              <p:spTgt spid="21546"/>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14:presetBounceEnd="50000">
                                      <p:stCondLst>
                                        <p:cond delay="3500"/>
                                      </p:stCondLst>
                                      <p:childTnLst>
                                        <p:set>
                                          <p:cBhvr>
                                            <p:cTn id="41" dur="1" fill="hold">
                                              <p:stCondLst>
                                                <p:cond delay="0"/>
                                              </p:stCondLst>
                                            </p:cTn>
                                            <p:tgtEl>
                                              <p:spTgt spid="21543"/>
                                            </p:tgtEl>
                                            <p:attrNameLst>
                                              <p:attrName>style.visibility</p:attrName>
                                            </p:attrNameLst>
                                          </p:cBhvr>
                                          <p:to>
                                            <p:strVal val="visible"/>
                                          </p:to>
                                        </p:set>
                                        <p:anim calcmode="lin" valueType="num" p14:bounceEnd="50000">
                                          <p:cBhvr additive="base">
                                            <p:cTn id="42" dur="500" fill="hold"/>
                                            <p:tgtEl>
                                              <p:spTgt spid="21543"/>
                                            </p:tgtEl>
                                            <p:attrNameLst>
                                              <p:attrName>ppt_x</p:attrName>
                                            </p:attrNameLst>
                                          </p:cBhvr>
                                          <p:tavLst>
                                            <p:tav tm="0">
                                              <p:val>
                                                <p:strVal val="1+#ppt_w/2"/>
                                              </p:val>
                                            </p:tav>
                                            <p:tav tm="100000">
                                              <p:val>
                                                <p:strVal val="#ppt_x"/>
                                              </p:val>
                                            </p:tav>
                                          </p:tavLst>
                                        </p:anim>
                                        <p:anim calcmode="lin" valueType="num" p14:bounceEnd="50000">
                                          <p:cBhvr additive="base">
                                            <p:cTn id="43" dur="500" fill="hold"/>
                                            <p:tgtEl>
                                              <p:spTgt spid="21543"/>
                                            </p:tgtEl>
                                            <p:attrNameLst>
                                              <p:attrName>ppt_y</p:attrName>
                                            </p:attrNameLst>
                                          </p:cBhvr>
                                          <p:tavLst>
                                            <p:tav tm="0">
                                              <p:val>
                                                <p:strVal val="#ppt_y"/>
                                              </p:val>
                                            </p:tav>
                                            <p:tav tm="100000">
                                              <p:val>
                                                <p:strVal val="#ppt_y"/>
                                              </p:val>
                                            </p:tav>
                                          </p:tavLst>
                                        </p:anim>
                                      </p:childTnLst>
                                    </p:cTn>
                                  </p:par>
                                  <p:par>
                                    <p:cTn id="44" presetID="2" presetClass="entr" presetSubtype="4" fill="hold" grpId="0" nodeType="withEffect" p14:presetBounceEnd="50000">
                                      <p:stCondLst>
                                        <p:cond delay="4000"/>
                                      </p:stCondLst>
                                      <p:childTnLst>
                                        <p:set>
                                          <p:cBhvr>
                                            <p:cTn id="45" dur="1" fill="hold">
                                              <p:stCondLst>
                                                <p:cond delay="0"/>
                                              </p:stCondLst>
                                            </p:cTn>
                                            <p:tgtEl>
                                              <p:spTgt spid="21547"/>
                                            </p:tgtEl>
                                            <p:attrNameLst>
                                              <p:attrName>style.visibility</p:attrName>
                                            </p:attrNameLst>
                                          </p:cBhvr>
                                          <p:to>
                                            <p:strVal val="visible"/>
                                          </p:to>
                                        </p:set>
                                        <p:anim calcmode="lin" valueType="num" p14:bounceEnd="50000">
                                          <p:cBhvr additive="base">
                                            <p:cTn id="46" dur="500" fill="hold"/>
                                            <p:tgtEl>
                                              <p:spTgt spid="21547"/>
                                            </p:tgtEl>
                                            <p:attrNameLst>
                                              <p:attrName>ppt_x</p:attrName>
                                            </p:attrNameLst>
                                          </p:cBhvr>
                                          <p:tavLst>
                                            <p:tav tm="0">
                                              <p:val>
                                                <p:strVal val="#ppt_x"/>
                                              </p:val>
                                            </p:tav>
                                            <p:tav tm="100000">
                                              <p:val>
                                                <p:strVal val="#ppt_x"/>
                                              </p:val>
                                            </p:tav>
                                          </p:tavLst>
                                        </p:anim>
                                        <p:anim calcmode="lin" valueType="num" p14:bounceEnd="50000">
                                          <p:cBhvr additive="base">
                                            <p:cTn id="47" dur="500" fill="hold"/>
                                            <p:tgtEl>
                                              <p:spTgt spid="21547"/>
                                            </p:tgtEl>
                                            <p:attrNameLst>
                                              <p:attrName>ppt_y</p:attrName>
                                            </p:attrNameLst>
                                          </p:cBhvr>
                                          <p:tavLst>
                                            <p:tav tm="0">
                                              <p:val>
                                                <p:strVal val="1+#ppt_h/2"/>
                                              </p:val>
                                            </p:tav>
                                            <p:tav tm="100000">
                                              <p:val>
                                                <p:strVal val="#ppt_y"/>
                                              </p:val>
                                            </p:tav>
                                          </p:tavLst>
                                        </p:anim>
                                      </p:childTnLst>
                                    </p:cTn>
                                  </p:par>
                                  <p:par>
                                    <p:cTn id="48" presetID="53" presetClass="entr" presetSubtype="16" fill="hold" grpId="0" nodeType="withEffect">
                                      <p:stCondLst>
                                        <p:cond delay="0"/>
                                      </p:stCondLst>
                                      <p:childTnLst>
                                        <p:set>
                                          <p:cBhvr>
                                            <p:cTn id="49" dur="1" fill="hold">
                                              <p:stCondLst>
                                                <p:cond delay="0"/>
                                              </p:stCondLst>
                                            </p:cTn>
                                            <p:tgtEl>
                                              <p:spTgt spid="36"/>
                                            </p:tgtEl>
                                            <p:attrNameLst>
                                              <p:attrName>style.visibility</p:attrName>
                                            </p:attrNameLst>
                                          </p:cBhvr>
                                          <p:to>
                                            <p:strVal val="visible"/>
                                          </p:to>
                                        </p:set>
                                        <p:anim calcmode="lin" valueType="num">
                                          <p:cBhvr>
                                            <p:cTn id="50" dur="300" fill="hold"/>
                                            <p:tgtEl>
                                              <p:spTgt spid="36"/>
                                            </p:tgtEl>
                                            <p:attrNameLst>
                                              <p:attrName>ppt_w</p:attrName>
                                            </p:attrNameLst>
                                          </p:cBhvr>
                                          <p:tavLst>
                                            <p:tav tm="0">
                                              <p:val>
                                                <p:fltVal val="0"/>
                                              </p:val>
                                            </p:tav>
                                            <p:tav tm="100000">
                                              <p:val>
                                                <p:strVal val="#ppt_w"/>
                                              </p:val>
                                            </p:tav>
                                          </p:tavLst>
                                        </p:anim>
                                        <p:anim calcmode="lin" valueType="num">
                                          <p:cBhvr>
                                            <p:cTn id="51" dur="300" fill="hold"/>
                                            <p:tgtEl>
                                              <p:spTgt spid="36"/>
                                            </p:tgtEl>
                                            <p:attrNameLst>
                                              <p:attrName>ppt_h</p:attrName>
                                            </p:attrNameLst>
                                          </p:cBhvr>
                                          <p:tavLst>
                                            <p:tav tm="0">
                                              <p:val>
                                                <p:fltVal val="0"/>
                                              </p:val>
                                            </p:tav>
                                            <p:tav tm="100000">
                                              <p:val>
                                                <p:strVal val="#ppt_h"/>
                                              </p:val>
                                            </p:tav>
                                          </p:tavLst>
                                        </p:anim>
                                        <p:animEffect transition="in" filter="fade">
                                          <p:cBhvr>
                                            <p:cTn id="52" dur="300"/>
                                            <p:tgtEl>
                                              <p:spTgt spid="36"/>
                                            </p:tgtEl>
                                          </p:cBhvr>
                                        </p:animEffect>
                                      </p:childTnLst>
                                    </p:cTn>
                                  </p:par>
                                  <p:par>
                                    <p:cTn id="53" presetID="6" presetClass="emph" presetSubtype="0" autoRev="1" fill="hold" grpId="1" nodeType="withEffect">
                                      <p:stCondLst>
                                        <p:cond delay="300"/>
                                      </p:stCondLst>
                                      <p:childTnLst>
                                        <p:animScale>
                                          <p:cBhvr>
                                            <p:cTn id="54" dur="150" fill="hold"/>
                                            <p:tgtEl>
                                              <p:spTgt spid="36"/>
                                            </p:tgtEl>
                                          </p:cBhvr>
                                          <p:by x="110000" y="110000"/>
                                        </p:animScale>
                                      </p:childTnLst>
                                    </p:cTn>
                                  </p:par>
                                  <p:par>
                                    <p:cTn id="55" presetID="53" presetClass="entr" presetSubtype="16" fill="hold" grpId="0" nodeType="withEffect">
                                      <p:stCondLst>
                                        <p:cond delay="300"/>
                                      </p:stCondLst>
                                      <p:childTnLst>
                                        <p:set>
                                          <p:cBhvr>
                                            <p:cTn id="56" dur="1" fill="hold">
                                              <p:stCondLst>
                                                <p:cond delay="0"/>
                                              </p:stCondLst>
                                            </p:cTn>
                                            <p:tgtEl>
                                              <p:spTgt spid="35"/>
                                            </p:tgtEl>
                                            <p:attrNameLst>
                                              <p:attrName>style.visibility</p:attrName>
                                            </p:attrNameLst>
                                          </p:cBhvr>
                                          <p:to>
                                            <p:strVal val="visible"/>
                                          </p:to>
                                        </p:set>
                                        <p:anim calcmode="lin" valueType="num">
                                          <p:cBhvr>
                                            <p:cTn id="57" dur="300" fill="hold"/>
                                            <p:tgtEl>
                                              <p:spTgt spid="35"/>
                                            </p:tgtEl>
                                            <p:attrNameLst>
                                              <p:attrName>ppt_w</p:attrName>
                                            </p:attrNameLst>
                                          </p:cBhvr>
                                          <p:tavLst>
                                            <p:tav tm="0">
                                              <p:val>
                                                <p:fltVal val="0"/>
                                              </p:val>
                                            </p:tav>
                                            <p:tav tm="100000">
                                              <p:val>
                                                <p:strVal val="#ppt_w"/>
                                              </p:val>
                                            </p:tav>
                                          </p:tavLst>
                                        </p:anim>
                                        <p:anim calcmode="lin" valueType="num">
                                          <p:cBhvr>
                                            <p:cTn id="58" dur="300" fill="hold"/>
                                            <p:tgtEl>
                                              <p:spTgt spid="35"/>
                                            </p:tgtEl>
                                            <p:attrNameLst>
                                              <p:attrName>ppt_h</p:attrName>
                                            </p:attrNameLst>
                                          </p:cBhvr>
                                          <p:tavLst>
                                            <p:tav tm="0">
                                              <p:val>
                                                <p:fltVal val="0"/>
                                              </p:val>
                                            </p:tav>
                                            <p:tav tm="100000">
                                              <p:val>
                                                <p:strVal val="#ppt_h"/>
                                              </p:val>
                                            </p:tav>
                                          </p:tavLst>
                                        </p:anim>
                                        <p:animEffect transition="in" filter="fade">
                                          <p:cBhvr>
                                            <p:cTn id="59" dur="300"/>
                                            <p:tgtEl>
                                              <p:spTgt spid="35"/>
                                            </p:tgtEl>
                                          </p:cBhvr>
                                        </p:animEffect>
                                      </p:childTnLst>
                                    </p:cTn>
                                  </p:par>
                                  <p:par>
                                    <p:cTn id="60" presetID="6" presetClass="emph" presetSubtype="0" autoRev="1" fill="hold" grpId="1" nodeType="withEffect">
                                      <p:stCondLst>
                                        <p:cond delay="600"/>
                                      </p:stCondLst>
                                      <p:childTnLst>
                                        <p:animScale>
                                          <p:cBhvr>
                                            <p:cTn id="61" dur="150" fill="hold"/>
                                            <p:tgtEl>
                                              <p:spTgt spid="35"/>
                                            </p:tgtEl>
                                          </p:cBhvr>
                                          <p:by x="110000" y="110000"/>
                                        </p:animScale>
                                      </p:childTnLst>
                                    </p:cTn>
                                  </p:par>
                                  <p:par>
                                    <p:cTn id="62" presetID="53" presetClass="entr" presetSubtype="16" fill="hold" grpId="0" nodeType="withEffect">
                                      <p:stCondLst>
                                        <p:cond delay="600"/>
                                      </p:stCondLst>
                                      <p:childTnLst>
                                        <p:set>
                                          <p:cBhvr>
                                            <p:cTn id="63" dur="1" fill="hold">
                                              <p:stCondLst>
                                                <p:cond delay="0"/>
                                              </p:stCondLst>
                                            </p:cTn>
                                            <p:tgtEl>
                                              <p:spTgt spid="34"/>
                                            </p:tgtEl>
                                            <p:attrNameLst>
                                              <p:attrName>style.visibility</p:attrName>
                                            </p:attrNameLst>
                                          </p:cBhvr>
                                          <p:to>
                                            <p:strVal val="visible"/>
                                          </p:to>
                                        </p:set>
                                        <p:anim calcmode="lin" valueType="num">
                                          <p:cBhvr>
                                            <p:cTn id="64" dur="300" fill="hold"/>
                                            <p:tgtEl>
                                              <p:spTgt spid="34"/>
                                            </p:tgtEl>
                                            <p:attrNameLst>
                                              <p:attrName>ppt_w</p:attrName>
                                            </p:attrNameLst>
                                          </p:cBhvr>
                                          <p:tavLst>
                                            <p:tav tm="0">
                                              <p:val>
                                                <p:fltVal val="0"/>
                                              </p:val>
                                            </p:tav>
                                            <p:tav tm="100000">
                                              <p:val>
                                                <p:strVal val="#ppt_w"/>
                                              </p:val>
                                            </p:tav>
                                          </p:tavLst>
                                        </p:anim>
                                        <p:anim calcmode="lin" valueType="num">
                                          <p:cBhvr>
                                            <p:cTn id="65" dur="300" fill="hold"/>
                                            <p:tgtEl>
                                              <p:spTgt spid="34"/>
                                            </p:tgtEl>
                                            <p:attrNameLst>
                                              <p:attrName>ppt_h</p:attrName>
                                            </p:attrNameLst>
                                          </p:cBhvr>
                                          <p:tavLst>
                                            <p:tav tm="0">
                                              <p:val>
                                                <p:fltVal val="0"/>
                                              </p:val>
                                            </p:tav>
                                            <p:tav tm="100000">
                                              <p:val>
                                                <p:strVal val="#ppt_h"/>
                                              </p:val>
                                            </p:tav>
                                          </p:tavLst>
                                        </p:anim>
                                        <p:animEffect transition="in" filter="fade">
                                          <p:cBhvr>
                                            <p:cTn id="66" dur="300"/>
                                            <p:tgtEl>
                                              <p:spTgt spid="34"/>
                                            </p:tgtEl>
                                          </p:cBhvr>
                                        </p:animEffect>
                                      </p:childTnLst>
                                    </p:cTn>
                                  </p:par>
                                  <p:par>
                                    <p:cTn id="67" presetID="6" presetClass="emph" presetSubtype="0" autoRev="1" fill="hold" grpId="1" nodeType="withEffect">
                                      <p:stCondLst>
                                        <p:cond delay="900"/>
                                      </p:stCondLst>
                                      <p:childTnLst>
                                        <p:animScale>
                                          <p:cBhvr>
                                            <p:cTn id="68" dur="150" fill="hold"/>
                                            <p:tgtEl>
                                              <p:spTgt spid="34"/>
                                            </p:tgtEl>
                                          </p:cBhvr>
                                          <p:by x="110000" y="110000"/>
                                        </p:animScale>
                                      </p:childTnLst>
                                    </p:cTn>
                                  </p:par>
                                  <p:par>
                                    <p:cTn id="69" presetID="53" presetClass="entr" presetSubtype="16" fill="hold" grpId="0" nodeType="withEffect">
                                      <p:stCondLst>
                                        <p:cond delay="900"/>
                                      </p:stCondLst>
                                      <p:childTnLst>
                                        <p:set>
                                          <p:cBhvr>
                                            <p:cTn id="70" dur="1" fill="hold">
                                              <p:stCondLst>
                                                <p:cond delay="0"/>
                                              </p:stCondLst>
                                            </p:cTn>
                                            <p:tgtEl>
                                              <p:spTgt spid="33"/>
                                            </p:tgtEl>
                                            <p:attrNameLst>
                                              <p:attrName>style.visibility</p:attrName>
                                            </p:attrNameLst>
                                          </p:cBhvr>
                                          <p:to>
                                            <p:strVal val="visible"/>
                                          </p:to>
                                        </p:set>
                                        <p:anim calcmode="lin" valueType="num">
                                          <p:cBhvr>
                                            <p:cTn id="71" dur="300" fill="hold"/>
                                            <p:tgtEl>
                                              <p:spTgt spid="33"/>
                                            </p:tgtEl>
                                            <p:attrNameLst>
                                              <p:attrName>ppt_w</p:attrName>
                                            </p:attrNameLst>
                                          </p:cBhvr>
                                          <p:tavLst>
                                            <p:tav tm="0">
                                              <p:val>
                                                <p:fltVal val="0"/>
                                              </p:val>
                                            </p:tav>
                                            <p:tav tm="100000">
                                              <p:val>
                                                <p:strVal val="#ppt_w"/>
                                              </p:val>
                                            </p:tav>
                                          </p:tavLst>
                                        </p:anim>
                                        <p:anim calcmode="lin" valueType="num">
                                          <p:cBhvr>
                                            <p:cTn id="72" dur="300" fill="hold"/>
                                            <p:tgtEl>
                                              <p:spTgt spid="33"/>
                                            </p:tgtEl>
                                            <p:attrNameLst>
                                              <p:attrName>ppt_h</p:attrName>
                                            </p:attrNameLst>
                                          </p:cBhvr>
                                          <p:tavLst>
                                            <p:tav tm="0">
                                              <p:val>
                                                <p:fltVal val="0"/>
                                              </p:val>
                                            </p:tav>
                                            <p:tav tm="100000">
                                              <p:val>
                                                <p:strVal val="#ppt_h"/>
                                              </p:val>
                                            </p:tav>
                                          </p:tavLst>
                                        </p:anim>
                                        <p:animEffect transition="in" filter="fade">
                                          <p:cBhvr>
                                            <p:cTn id="73" dur="300"/>
                                            <p:tgtEl>
                                              <p:spTgt spid="33"/>
                                            </p:tgtEl>
                                          </p:cBhvr>
                                        </p:animEffect>
                                      </p:childTnLst>
                                    </p:cTn>
                                  </p:par>
                                  <p:par>
                                    <p:cTn id="74" presetID="6" presetClass="emph" presetSubtype="0" autoRev="1" fill="hold" grpId="1" nodeType="withEffect">
                                      <p:stCondLst>
                                        <p:cond delay="1200"/>
                                      </p:stCondLst>
                                      <p:childTnLst>
                                        <p:animScale>
                                          <p:cBhvr>
                                            <p:cTn id="75" dur="150" fill="hold"/>
                                            <p:tgtEl>
                                              <p:spTgt spid="33"/>
                                            </p:tgtEl>
                                          </p:cBhvr>
                                          <p:by x="110000" y="110000"/>
                                        </p:animScale>
                                      </p:childTnLst>
                                    </p:cTn>
                                  </p:par>
                                  <p:par>
                                    <p:cTn id="76" presetID="53" presetClass="entr" presetSubtype="16" fill="hold" grpId="0" nodeType="withEffect">
                                      <p:stCondLst>
                                        <p:cond delay="500"/>
                                      </p:stCondLst>
                                      <p:childTnLst>
                                        <p:set>
                                          <p:cBhvr>
                                            <p:cTn id="77" dur="1" fill="hold">
                                              <p:stCondLst>
                                                <p:cond delay="0"/>
                                              </p:stCondLst>
                                            </p:cTn>
                                            <p:tgtEl>
                                              <p:spTgt spid="37"/>
                                            </p:tgtEl>
                                            <p:attrNameLst>
                                              <p:attrName>style.visibility</p:attrName>
                                            </p:attrNameLst>
                                          </p:cBhvr>
                                          <p:to>
                                            <p:strVal val="visible"/>
                                          </p:to>
                                        </p:set>
                                        <p:anim calcmode="lin" valueType="num">
                                          <p:cBhvr>
                                            <p:cTn id="78" dur="300" fill="hold"/>
                                            <p:tgtEl>
                                              <p:spTgt spid="37"/>
                                            </p:tgtEl>
                                            <p:attrNameLst>
                                              <p:attrName>ppt_w</p:attrName>
                                            </p:attrNameLst>
                                          </p:cBhvr>
                                          <p:tavLst>
                                            <p:tav tm="0">
                                              <p:val>
                                                <p:fltVal val="0"/>
                                              </p:val>
                                            </p:tav>
                                            <p:tav tm="100000">
                                              <p:val>
                                                <p:strVal val="#ppt_w"/>
                                              </p:val>
                                            </p:tav>
                                          </p:tavLst>
                                        </p:anim>
                                        <p:anim calcmode="lin" valueType="num">
                                          <p:cBhvr>
                                            <p:cTn id="79" dur="300" fill="hold"/>
                                            <p:tgtEl>
                                              <p:spTgt spid="37"/>
                                            </p:tgtEl>
                                            <p:attrNameLst>
                                              <p:attrName>ppt_h</p:attrName>
                                            </p:attrNameLst>
                                          </p:cBhvr>
                                          <p:tavLst>
                                            <p:tav tm="0">
                                              <p:val>
                                                <p:fltVal val="0"/>
                                              </p:val>
                                            </p:tav>
                                            <p:tav tm="100000">
                                              <p:val>
                                                <p:strVal val="#ppt_h"/>
                                              </p:val>
                                            </p:tav>
                                          </p:tavLst>
                                        </p:anim>
                                        <p:animEffect transition="in" filter="fade">
                                          <p:cBhvr>
                                            <p:cTn id="80" dur="300"/>
                                            <p:tgtEl>
                                              <p:spTgt spid="37"/>
                                            </p:tgtEl>
                                          </p:cBhvr>
                                        </p:animEffect>
                                      </p:childTnLst>
                                    </p:cTn>
                                  </p:par>
                                  <p:par>
                                    <p:cTn id="81" presetID="22" presetClass="entr" presetSubtype="8" fill="hold" grpId="0" nodeType="withEffect">
                                      <p:stCondLst>
                                        <p:cond delay="500"/>
                                      </p:stCondLst>
                                      <p:childTnLst>
                                        <p:set>
                                          <p:cBhvr>
                                            <p:cTn id="82" dur="1" fill="hold">
                                              <p:stCondLst>
                                                <p:cond delay="0"/>
                                              </p:stCondLst>
                                            </p:cTn>
                                            <p:tgtEl>
                                              <p:spTgt spid="38"/>
                                            </p:tgtEl>
                                            <p:attrNameLst>
                                              <p:attrName>style.visibility</p:attrName>
                                            </p:attrNameLst>
                                          </p:cBhvr>
                                          <p:to>
                                            <p:strVal val="visible"/>
                                          </p:to>
                                        </p:set>
                                        <p:animEffect transition="in" filter="wipe(left)">
                                          <p:cBhvr>
                                            <p:cTn id="83" dur="500"/>
                                            <p:tgtEl>
                                              <p:spTgt spid="38"/>
                                            </p:tgtEl>
                                          </p:cBhvr>
                                        </p:animEffect>
                                      </p:childTnLst>
                                    </p:cTn>
                                  </p:par>
                                  <p:par>
                                    <p:cTn id="84" presetID="6" presetClass="emph" presetSubtype="0" autoRev="1" fill="hold" grpId="1" nodeType="withEffect">
                                      <p:stCondLst>
                                        <p:cond delay="800"/>
                                      </p:stCondLst>
                                      <p:childTnLst>
                                        <p:animScale>
                                          <p:cBhvr>
                                            <p:cTn id="85" dur="150" fill="hold"/>
                                            <p:tgtEl>
                                              <p:spTgt spid="37"/>
                                            </p:tgtEl>
                                          </p:cBhvr>
                                          <p:by x="110000" y="110000"/>
                                        </p:animScale>
                                      </p:childTnLst>
                                    </p:cTn>
                                  </p:par>
                                  <p:par>
                                    <p:cTn id="86" presetID="2" presetClass="entr" presetSubtype="2" fill="hold" grpId="0" nodeType="withEffect" p14:presetBounceEnd="50000">
                                      <p:stCondLst>
                                        <p:cond delay="1100"/>
                                      </p:stCondLst>
                                      <p:childTnLst>
                                        <p:set>
                                          <p:cBhvr>
                                            <p:cTn id="87" dur="1" fill="hold">
                                              <p:stCondLst>
                                                <p:cond delay="0"/>
                                              </p:stCondLst>
                                            </p:cTn>
                                            <p:tgtEl>
                                              <p:spTgt spid="39"/>
                                            </p:tgtEl>
                                            <p:attrNameLst>
                                              <p:attrName>style.visibility</p:attrName>
                                            </p:attrNameLst>
                                          </p:cBhvr>
                                          <p:to>
                                            <p:strVal val="visible"/>
                                          </p:to>
                                        </p:set>
                                        <p:anim calcmode="lin" valueType="num" p14:bounceEnd="50000">
                                          <p:cBhvr additive="base">
                                            <p:cTn id="88" dur="500" fill="hold"/>
                                            <p:tgtEl>
                                              <p:spTgt spid="39"/>
                                            </p:tgtEl>
                                            <p:attrNameLst>
                                              <p:attrName>ppt_x</p:attrName>
                                            </p:attrNameLst>
                                          </p:cBhvr>
                                          <p:tavLst>
                                            <p:tav tm="0">
                                              <p:val>
                                                <p:strVal val="1+#ppt_w/2"/>
                                              </p:val>
                                            </p:tav>
                                            <p:tav tm="100000">
                                              <p:val>
                                                <p:strVal val="#ppt_x"/>
                                              </p:val>
                                            </p:tav>
                                          </p:tavLst>
                                        </p:anim>
                                        <p:anim calcmode="lin" valueType="num" p14:bounceEnd="50000">
                                          <p:cBhvr additive="base">
                                            <p:cTn id="89"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5" grpId="0" animBg="1"/>
          <p:bldP spid="21538" grpId="0"/>
          <p:bldP spid="21541" grpId="0"/>
          <p:bldP spid="21542" grpId="0"/>
          <p:bldP spid="21543" grpId="0"/>
          <p:bldP spid="21545" grpId="0" animBg="1"/>
          <p:bldP spid="21546" grpId="0" animBg="1"/>
          <p:bldP spid="21547" grpId="0"/>
          <p:bldP spid="21549" grpId="0" animBg="1"/>
          <p:bldP spid="33" grpId="0" animBg="1"/>
          <p:bldP spid="33" grpId="1" animBg="1"/>
          <p:bldP spid="34" grpId="0" animBg="1"/>
          <p:bldP spid="34" grpId="1" animBg="1"/>
          <p:bldP spid="35" grpId="0" animBg="1"/>
          <p:bldP spid="35" grpId="1" animBg="1"/>
          <p:bldP spid="36" grpId="0" animBg="1"/>
          <p:bldP spid="36" grpId="1" animBg="1"/>
          <p:bldP spid="37" grpId="0"/>
          <p:bldP spid="37" grpId="1"/>
          <p:bldP spid="38" grpId="0"/>
          <p:bldP spid="39"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900"/>
                                      </p:stCondLst>
                                      <p:childTnLst>
                                        <p:set>
                                          <p:cBhvr>
                                            <p:cTn id="6" dur="1" fill="hold">
                                              <p:stCondLst>
                                                <p:cond delay="0"/>
                                              </p:stCondLst>
                                            </p:cTn>
                                            <p:tgtEl>
                                              <p:spTgt spid="21525"/>
                                            </p:tgtEl>
                                            <p:attrNameLst>
                                              <p:attrName>style.visibility</p:attrName>
                                            </p:attrNameLst>
                                          </p:cBhvr>
                                          <p:to>
                                            <p:strVal val="visible"/>
                                          </p:to>
                                        </p:set>
                                        <p:anim calcmode="lin" valueType="num">
                                          <p:cBhvr additive="base">
                                            <p:cTn id="7" dur="500" fill="hold"/>
                                            <p:tgtEl>
                                              <p:spTgt spid="21525"/>
                                            </p:tgtEl>
                                            <p:attrNameLst>
                                              <p:attrName>ppt_x</p:attrName>
                                            </p:attrNameLst>
                                          </p:cBhvr>
                                          <p:tavLst>
                                            <p:tav tm="0">
                                              <p:val>
                                                <p:strVal val="#ppt_x"/>
                                              </p:val>
                                            </p:tav>
                                            <p:tav tm="100000">
                                              <p:val>
                                                <p:strVal val="#ppt_x"/>
                                              </p:val>
                                            </p:tav>
                                          </p:tavLst>
                                        </p:anim>
                                        <p:anim calcmode="lin" valueType="num">
                                          <p:cBhvr additive="base">
                                            <p:cTn id="8" dur="500" fill="hold"/>
                                            <p:tgtEl>
                                              <p:spTgt spid="21525"/>
                                            </p:tgtEl>
                                            <p:attrNameLst>
                                              <p:attrName>ppt_y</p:attrName>
                                            </p:attrNameLst>
                                          </p:cBhvr>
                                          <p:tavLst>
                                            <p:tav tm="0">
                                              <p:val>
                                                <p:strVal val="1+#ppt_h/2"/>
                                              </p:val>
                                            </p:tav>
                                            <p:tav tm="100000">
                                              <p:val>
                                                <p:strVal val="#ppt_y"/>
                                              </p:val>
                                            </p:tav>
                                          </p:tavLst>
                                        </p:anim>
                                      </p:childTnLst>
                                    </p:cTn>
                                  </p:par>
                                  <p:par>
                                    <p:cTn id="9" presetID="2" presetClass="entr" presetSubtype="2" fill="hold" nodeType="withEffect">
                                      <p:stCondLst>
                                        <p:cond delay="2300"/>
                                      </p:stCondLst>
                                      <p:childTnLst>
                                        <p:set>
                                          <p:cBhvr>
                                            <p:cTn id="10" dur="1" fill="hold">
                                              <p:stCondLst>
                                                <p:cond delay="0"/>
                                              </p:stCondLst>
                                            </p:cTn>
                                            <p:tgtEl>
                                              <p:spTgt spid="21531"/>
                                            </p:tgtEl>
                                            <p:attrNameLst>
                                              <p:attrName>style.visibility</p:attrName>
                                            </p:attrNameLst>
                                          </p:cBhvr>
                                          <p:to>
                                            <p:strVal val="visible"/>
                                          </p:to>
                                        </p:set>
                                        <p:anim calcmode="lin" valueType="num">
                                          <p:cBhvr additive="base">
                                            <p:cTn id="11" dur="500" fill="hold"/>
                                            <p:tgtEl>
                                              <p:spTgt spid="21531"/>
                                            </p:tgtEl>
                                            <p:attrNameLst>
                                              <p:attrName>ppt_x</p:attrName>
                                            </p:attrNameLst>
                                          </p:cBhvr>
                                          <p:tavLst>
                                            <p:tav tm="0">
                                              <p:val>
                                                <p:strVal val="1+#ppt_w/2"/>
                                              </p:val>
                                            </p:tav>
                                            <p:tav tm="100000">
                                              <p:val>
                                                <p:strVal val="#ppt_x"/>
                                              </p:val>
                                            </p:tav>
                                          </p:tavLst>
                                        </p:anim>
                                        <p:anim calcmode="lin" valueType="num">
                                          <p:cBhvr additive="base">
                                            <p:cTn id="12" dur="500" fill="hold"/>
                                            <p:tgtEl>
                                              <p:spTgt spid="2153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2400"/>
                                      </p:stCondLst>
                                      <p:childTnLst>
                                        <p:set>
                                          <p:cBhvr>
                                            <p:cTn id="14" dur="1" fill="hold">
                                              <p:stCondLst>
                                                <p:cond delay="0"/>
                                              </p:stCondLst>
                                            </p:cTn>
                                            <p:tgtEl>
                                              <p:spTgt spid="21538"/>
                                            </p:tgtEl>
                                            <p:attrNameLst>
                                              <p:attrName>style.visibility</p:attrName>
                                            </p:attrNameLst>
                                          </p:cBhvr>
                                          <p:to>
                                            <p:strVal val="visible"/>
                                          </p:to>
                                        </p:set>
                                        <p:anim calcmode="lin" valueType="num">
                                          <p:cBhvr additive="base">
                                            <p:cTn id="15" dur="500" fill="hold"/>
                                            <p:tgtEl>
                                              <p:spTgt spid="21538"/>
                                            </p:tgtEl>
                                            <p:attrNameLst>
                                              <p:attrName>ppt_x</p:attrName>
                                            </p:attrNameLst>
                                          </p:cBhvr>
                                          <p:tavLst>
                                            <p:tav tm="0">
                                              <p:val>
                                                <p:strVal val="1+#ppt_w/2"/>
                                              </p:val>
                                            </p:tav>
                                            <p:tav tm="100000">
                                              <p:val>
                                                <p:strVal val="#ppt_x"/>
                                              </p:val>
                                            </p:tav>
                                          </p:tavLst>
                                        </p:anim>
                                        <p:anim calcmode="lin" valueType="num">
                                          <p:cBhvr additive="base">
                                            <p:cTn id="16" dur="500" fill="hold"/>
                                            <p:tgtEl>
                                              <p:spTgt spid="21538"/>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2500"/>
                                      </p:stCondLst>
                                      <p:childTnLst>
                                        <p:set>
                                          <p:cBhvr>
                                            <p:cTn id="18" dur="1" fill="hold">
                                              <p:stCondLst>
                                                <p:cond delay="0"/>
                                              </p:stCondLst>
                                            </p:cTn>
                                            <p:tgtEl>
                                              <p:spTgt spid="21545"/>
                                            </p:tgtEl>
                                            <p:attrNameLst>
                                              <p:attrName>style.visibility</p:attrName>
                                            </p:attrNameLst>
                                          </p:cBhvr>
                                          <p:to>
                                            <p:strVal val="visible"/>
                                          </p:to>
                                        </p:set>
                                        <p:anim calcmode="lin" valueType="num">
                                          <p:cBhvr additive="base">
                                            <p:cTn id="19" dur="500" fill="hold"/>
                                            <p:tgtEl>
                                              <p:spTgt spid="21545"/>
                                            </p:tgtEl>
                                            <p:attrNameLst>
                                              <p:attrName>ppt_x</p:attrName>
                                            </p:attrNameLst>
                                          </p:cBhvr>
                                          <p:tavLst>
                                            <p:tav tm="0">
                                              <p:val>
                                                <p:strVal val="1+#ppt_w/2"/>
                                              </p:val>
                                            </p:tav>
                                            <p:tav tm="100000">
                                              <p:val>
                                                <p:strVal val="#ppt_x"/>
                                              </p:val>
                                            </p:tav>
                                          </p:tavLst>
                                        </p:anim>
                                        <p:anim calcmode="lin" valueType="num">
                                          <p:cBhvr additive="base">
                                            <p:cTn id="20" dur="500" fill="hold"/>
                                            <p:tgtEl>
                                              <p:spTgt spid="21545"/>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2600"/>
                                      </p:stCondLst>
                                      <p:childTnLst>
                                        <p:set>
                                          <p:cBhvr>
                                            <p:cTn id="22" dur="1" fill="hold">
                                              <p:stCondLst>
                                                <p:cond delay="0"/>
                                              </p:stCondLst>
                                            </p:cTn>
                                            <p:tgtEl>
                                              <p:spTgt spid="21541"/>
                                            </p:tgtEl>
                                            <p:attrNameLst>
                                              <p:attrName>style.visibility</p:attrName>
                                            </p:attrNameLst>
                                          </p:cBhvr>
                                          <p:to>
                                            <p:strVal val="visible"/>
                                          </p:to>
                                        </p:set>
                                        <p:anim calcmode="lin" valueType="num">
                                          <p:cBhvr additive="base">
                                            <p:cTn id="23" dur="500" fill="hold"/>
                                            <p:tgtEl>
                                              <p:spTgt spid="21541"/>
                                            </p:tgtEl>
                                            <p:attrNameLst>
                                              <p:attrName>ppt_x</p:attrName>
                                            </p:attrNameLst>
                                          </p:cBhvr>
                                          <p:tavLst>
                                            <p:tav tm="0">
                                              <p:val>
                                                <p:strVal val="1+#ppt_w/2"/>
                                              </p:val>
                                            </p:tav>
                                            <p:tav tm="100000">
                                              <p:val>
                                                <p:strVal val="#ppt_x"/>
                                              </p:val>
                                            </p:tav>
                                          </p:tavLst>
                                        </p:anim>
                                        <p:anim calcmode="lin" valueType="num">
                                          <p:cBhvr additive="base">
                                            <p:cTn id="24" dur="500" fill="hold"/>
                                            <p:tgtEl>
                                              <p:spTgt spid="21541"/>
                                            </p:tgtEl>
                                            <p:attrNameLst>
                                              <p:attrName>ppt_y</p:attrName>
                                            </p:attrNameLst>
                                          </p:cBhvr>
                                          <p:tavLst>
                                            <p:tav tm="0">
                                              <p:val>
                                                <p:strVal val="#ppt_y"/>
                                              </p:val>
                                            </p:tav>
                                            <p:tav tm="100000">
                                              <p:val>
                                                <p:strVal val="#ppt_y"/>
                                              </p:val>
                                            </p:tav>
                                          </p:tavLst>
                                        </p:anim>
                                      </p:childTnLst>
                                    </p:cTn>
                                  </p:par>
                                  <p:par>
                                    <p:cTn id="25" presetID="22" presetClass="entr" presetSubtype="1" fill="hold" grpId="0" nodeType="withEffect">
                                      <p:stCondLst>
                                        <p:cond delay="3100"/>
                                      </p:stCondLst>
                                      <p:childTnLst>
                                        <p:set>
                                          <p:cBhvr>
                                            <p:cTn id="26" dur="1" fill="hold">
                                              <p:stCondLst>
                                                <p:cond delay="0"/>
                                              </p:stCondLst>
                                            </p:cTn>
                                            <p:tgtEl>
                                              <p:spTgt spid="21549"/>
                                            </p:tgtEl>
                                            <p:attrNameLst>
                                              <p:attrName>style.visibility</p:attrName>
                                            </p:attrNameLst>
                                          </p:cBhvr>
                                          <p:to>
                                            <p:strVal val="visible"/>
                                          </p:to>
                                        </p:set>
                                        <p:animEffect transition="in" filter="wipe(up)">
                                          <p:cBhvr>
                                            <p:cTn id="27" dur="500"/>
                                            <p:tgtEl>
                                              <p:spTgt spid="21549"/>
                                            </p:tgtEl>
                                          </p:cBhvr>
                                        </p:animEffect>
                                      </p:childTnLst>
                                    </p:cTn>
                                  </p:par>
                                  <p:par>
                                    <p:cTn id="28" presetID="2" presetClass="entr" presetSubtype="2" fill="hold" nodeType="withEffect">
                                      <p:stCondLst>
                                        <p:cond delay="3200"/>
                                      </p:stCondLst>
                                      <p:childTnLst>
                                        <p:set>
                                          <p:cBhvr>
                                            <p:cTn id="29" dur="1" fill="hold">
                                              <p:stCondLst>
                                                <p:cond delay="0"/>
                                              </p:stCondLst>
                                            </p:cTn>
                                            <p:tgtEl>
                                              <p:spTgt spid="21527"/>
                                            </p:tgtEl>
                                            <p:attrNameLst>
                                              <p:attrName>style.visibility</p:attrName>
                                            </p:attrNameLst>
                                          </p:cBhvr>
                                          <p:to>
                                            <p:strVal val="visible"/>
                                          </p:to>
                                        </p:set>
                                        <p:anim calcmode="lin" valueType="num">
                                          <p:cBhvr additive="base">
                                            <p:cTn id="30" dur="500" fill="hold"/>
                                            <p:tgtEl>
                                              <p:spTgt spid="21527"/>
                                            </p:tgtEl>
                                            <p:attrNameLst>
                                              <p:attrName>ppt_x</p:attrName>
                                            </p:attrNameLst>
                                          </p:cBhvr>
                                          <p:tavLst>
                                            <p:tav tm="0">
                                              <p:val>
                                                <p:strVal val="1+#ppt_w/2"/>
                                              </p:val>
                                            </p:tav>
                                            <p:tav tm="100000">
                                              <p:val>
                                                <p:strVal val="#ppt_x"/>
                                              </p:val>
                                            </p:tav>
                                          </p:tavLst>
                                        </p:anim>
                                        <p:anim calcmode="lin" valueType="num">
                                          <p:cBhvr additive="base">
                                            <p:cTn id="31" dur="500" fill="hold"/>
                                            <p:tgtEl>
                                              <p:spTgt spid="21527"/>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3300"/>
                                      </p:stCondLst>
                                      <p:childTnLst>
                                        <p:set>
                                          <p:cBhvr>
                                            <p:cTn id="33" dur="1" fill="hold">
                                              <p:stCondLst>
                                                <p:cond delay="0"/>
                                              </p:stCondLst>
                                            </p:cTn>
                                            <p:tgtEl>
                                              <p:spTgt spid="21542"/>
                                            </p:tgtEl>
                                            <p:attrNameLst>
                                              <p:attrName>style.visibility</p:attrName>
                                            </p:attrNameLst>
                                          </p:cBhvr>
                                          <p:to>
                                            <p:strVal val="visible"/>
                                          </p:to>
                                        </p:set>
                                        <p:anim calcmode="lin" valueType="num">
                                          <p:cBhvr additive="base">
                                            <p:cTn id="34" dur="500" fill="hold"/>
                                            <p:tgtEl>
                                              <p:spTgt spid="21542"/>
                                            </p:tgtEl>
                                            <p:attrNameLst>
                                              <p:attrName>ppt_x</p:attrName>
                                            </p:attrNameLst>
                                          </p:cBhvr>
                                          <p:tavLst>
                                            <p:tav tm="0">
                                              <p:val>
                                                <p:strVal val="1+#ppt_w/2"/>
                                              </p:val>
                                            </p:tav>
                                            <p:tav tm="100000">
                                              <p:val>
                                                <p:strVal val="#ppt_x"/>
                                              </p:val>
                                            </p:tav>
                                          </p:tavLst>
                                        </p:anim>
                                        <p:anim calcmode="lin" valueType="num">
                                          <p:cBhvr additive="base">
                                            <p:cTn id="35" dur="500" fill="hold"/>
                                            <p:tgtEl>
                                              <p:spTgt spid="21542"/>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3400"/>
                                      </p:stCondLst>
                                      <p:childTnLst>
                                        <p:set>
                                          <p:cBhvr>
                                            <p:cTn id="37" dur="1" fill="hold">
                                              <p:stCondLst>
                                                <p:cond delay="0"/>
                                              </p:stCondLst>
                                            </p:cTn>
                                            <p:tgtEl>
                                              <p:spTgt spid="21546"/>
                                            </p:tgtEl>
                                            <p:attrNameLst>
                                              <p:attrName>style.visibility</p:attrName>
                                            </p:attrNameLst>
                                          </p:cBhvr>
                                          <p:to>
                                            <p:strVal val="visible"/>
                                          </p:to>
                                        </p:set>
                                        <p:anim calcmode="lin" valueType="num">
                                          <p:cBhvr additive="base">
                                            <p:cTn id="38" dur="500" fill="hold"/>
                                            <p:tgtEl>
                                              <p:spTgt spid="21546"/>
                                            </p:tgtEl>
                                            <p:attrNameLst>
                                              <p:attrName>ppt_x</p:attrName>
                                            </p:attrNameLst>
                                          </p:cBhvr>
                                          <p:tavLst>
                                            <p:tav tm="0">
                                              <p:val>
                                                <p:strVal val="1+#ppt_w/2"/>
                                              </p:val>
                                            </p:tav>
                                            <p:tav tm="100000">
                                              <p:val>
                                                <p:strVal val="#ppt_x"/>
                                              </p:val>
                                            </p:tav>
                                          </p:tavLst>
                                        </p:anim>
                                        <p:anim calcmode="lin" valueType="num">
                                          <p:cBhvr additive="base">
                                            <p:cTn id="39" dur="500" fill="hold"/>
                                            <p:tgtEl>
                                              <p:spTgt spid="21546"/>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3500"/>
                                      </p:stCondLst>
                                      <p:childTnLst>
                                        <p:set>
                                          <p:cBhvr>
                                            <p:cTn id="41" dur="1" fill="hold">
                                              <p:stCondLst>
                                                <p:cond delay="0"/>
                                              </p:stCondLst>
                                            </p:cTn>
                                            <p:tgtEl>
                                              <p:spTgt spid="21543"/>
                                            </p:tgtEl>
                                            <p:attrNameLst>
                                              <p:attrName>style.visibility</p:attrName>
                                            </p:attrNameLst>
                                          </p:cBhvr>
                                          <p:to>
                                            <p:strVal val="visible"/>
                                          </p:to>
                                        </p:set>
                                        <p:anim calcmode="lin" valueType="num">
                                          <p:cBhvr additive="base">
                                            <p:cTn id="42" dur="500" fill="hold"/>
                                            <p:tgtEl>
                                              <p:spTgt spid="21543"/>
                                            </p:tgtEl>
                                            <p:attrNameLst>
                                              <p:attrName>ppt_x</p:attrName>
                                            </p:attrNameLst>
                                          </p:cBhvr>
                                          <p:tavLst>
                                            <p:tav tm="0">
                                              <p:val>
                                                <p:strVal val="1+#ppt_w/2"/>
                                              </p:val>
                                            </p:tav>
                                            <p:tav tm="100000">
                                              <p:val>
                                                <p:strVal val="#ppt_x"/>
                                              </p:val>
                                            </p:tav>
                                          </p:tavLst>
                                        </p:anim>
                                        <p:anim calcmode="lin" valueType="num">
                                          <p:cBhvr additive="base">
                                            <p:cTn id="43" dur="500" fill="hold"/>
                                            <p:tgtEl>
                                              <p:spTgt spid="21543"/>
                                            </p:tgtEl>
                                            <p:attrNameLst>
                                              <p:attrName>ppt_y</p:attrName>
                                            </p:attrNameLst>
                                          </p:cBhvr>
                                          <p:tavLst>
                                            <p:tav tm="0">
                                              <p:val>
                                                <p:strVal val="#ppt_y"/>
                                              </p:val>
                                            </p:tav>
                                            <p:tav tm="100000">
                                              <p:val>
                                                <p:strVal val="#ppt_y"/>
                                              </p:val>
                                            </p:tav>
                                          </p:tavLst>
                                        </p:anim>
                                      </p:childTnLst>
                                    </p:cTn>
                                  </p:par>
                                  <p:par>
                                    <p:cTn id="44" presetID="2" presetClass="entr" presetSubtype="4" fill="hold" grpId="0" nodeType="withEffect">
                                      <p:stCondLst>
                                        <p:cond delay="4000"/>
                                      </p:stCondLst>
                                      <p:childTnLst>
                                        <p:set>
                                          <p:cBhvr>
                                            <p:cTn id="45" dur="1" fill="hold">
                                              <p:stCondLst>
                                                <p:cond delay="0"/>
                                              </p:stCondLst>
                                            </p:cTn>
                                            <p:tgtEl>
                                              <p:spTgt spid="21547"/>
                                            </p:tgtEl>
                                            <p:attrNameLst>
                                              <p:attrName>style.visibility</p:attrName>
                                            </p:attrNameLst>
                                          </p:cBhvr>
                                          <p:to>
                                            <p:strVal val="visible"/>
                                          </p:to>
                                        </p:set>
                                        <p:anim calcmode="lin" valueType="num">
                                          <p:cBhvr additive="base">
                                            <p:cTn id="46" dur="500" fill="hold"/>
                                            <p:tgtEl>
                                              <p:spTgt spid="21547"/>
                                            </p:tgtEl>
                                            <p:attrNameLst>
                                              <p:attrName>ppt_x</p:attrName>
                                            </p:attrNameLst>
                                          </p:cBhvr>
                                          <p:tavLst>
                                            <p:tav tm="0">
                                              <p:val>
                                                <p:strVal val="#ppt_x"/>
                                              </p:val>
                                            </p:tav>
                                            <p:tav tm="100000">
                                              <p:val>
                                                <p:strVal val="#ppt_x"/>
                                              </p:val>
                                            </p:tav>
                                          </p:tavLst>
                                        </p:anim>
                                        <p:anim calcmode="lin" valueType="num">
                                          <p:cBhvr additive="base">
                                            <p:cTn id="47" dur="500" fill="hold"/>
                                            <p:tgtEl>
                                              <p:spTgt spid="21547"/>
                                            </p:tgtEl>
                                            <p:attrNameLst>
                                              <p:attrName>ppt_y</p:attrName>
                                            </p:attrNameLst>
                                          </p:cBhvr>
                                          <p:tavLst>
                                            <p:tav tm="0">
                                              <p:val>
                                                <p:strVal val="1+#ppt_h/2"/>
                                              </p:val>
                                            </p:tav>
                                            <p:tav tm="100000">
                                              <p:val>
                                                <p:strVal val="#ppt_y"/>
                                              </p:val>
                                            </p:tav>
                                          </p:tavLst>
                                        </p:anim>
                                      </p:childTnLst>
                                    </p:cTn>
                                  </p:par>
                                  <p:par>
                                    <p:cTn id="48" presetID="53" presetClass="entr" presetSubtype="16" fill="hold" grpId="0" nodeType="withEffect">
                                      <p:stCondLst>
                                        <p:cond delay="0"/>
                                      </p:stCondLst>
                                      <p:childTnLst>
                                        <p:set>
                                          <p:cBhvr>
                                            <p:cTn id="49" dur="1" fill="hold">
                                              <p:stCondLst>
                                                <p:cond delay="0"/>
                                              </p:stCondLst>
                                            </p:cTn>
                                            <p:tgtEl>
                                              <p:spTgt spid="36"/>
                                            </p:tgtEl>
                                            <p:attrNameLst>
                                              <p:attrName>style.visibility</p:attrName>
                                            </p:attrNameLst>
                                          </p:cBhvr>
                                          <p:to>
                                            <p:strVal val="visible"/>
                                          </p:to>
                                        </p:set>
                                        <p:anim calcmode="lin" valueType="num">
                                          <p:cBhvr>
                                            <p:cTn id="50" dur="300" fill="hold"/>
                                            <p:tgtEl>
                                              <p:spTgt spid="36"/>
                                            </p:tgtEl>
                                            <p:attrNameLst>
                                              <p:attrName>ppt_w</p:attrName>
                                            </p:attrNameLst>
                                          </p:cBhvr>
                                          <p:tavLst>
                                            <p:tav tm="0">
                                              <p:val>
                                                <p:fltVal val="0"/>
                                              </p:val>
                                            </p:tav>
                                            <p:tav tm="100000">
                                              <p:val>
                                                <p:strVal val="#ppt_w"/>
                                              </p:val>
                                            </p:tav>
                                          </p:tavLst>
                                        </p:anim>
                                        <p:anim calcmode="lin" valueType="num">
                                          <p:cBhvr>
                                            <p:cTn id="51" dur="300" fill="hold"/>
                                            <p:tgtEl>
                                              <p:spTgt spid="36"/>
                                            </p:tgtEl>
                                            <p:attrNameLst>
                                              <p:attrName>ppt_h</p:attrName>
                                            </p:attrNameLst>
                                          </p:cBhvr>
                                          <p:tavLst>
                                            <p:tav tm="0">
                                              <p:val>
                                                <p:fltVal val="0"/>
                                              </p:val>
                                            </p:tav>
                                            <p:tav tm="100000">
                                              <p:val>
                                                <p:strVal val="#ppt_h"/>
                                              </p:val>
                                            </p:tav>
                                          </p:tavLst>
                                        </p:anim>
                                        <p:animEffect transition="in" filter="fade">
                                          <p:cBhvr>
                                            <p:cTn id="52" dur="300"/>
                                            <p:tgtEl>
                                              <p:spTgt spid="36"/>
                                            </p:tgtEl>
                                          </p:cBhvr>
                                        </p:animEffect>
                                      </p:childTnLst>
                                    </p:cTn>
                                  </p:par>
                                  <p:par>
                                    <p:cTn id="53" presetID="6" presetClass="emph" presetSubtype="0" autoRev="1" fill="hold" grpId="1" nodeType="withEffect">
                                      <p:stCondLst>
                                        <p:cond delay="300"/>
                                      </p:stCondLst>
                                      <p:childTnLst>
                                        <p:animScale>
                                          <p:cBhvr>
                                            <p:cTn id="54" dur="150" fill="hold"/>
                                            <p:tgtEl>
                                              <p:spTgt spid="36"/>
                                            </p:tgtEl>
                                          </p:cBhvr>
                                          <p:by x="110000" y="110000"/>
                                        </p:animScale>
                                      </p:childTnLst>
                                    </p:cTn>
                                  </p:par>
                                  <p:par>
                                    <p:cTn id="55" presetID="53" presetClass="entr" presetSubtype="16" fill="hold" grpId="0" nodeType="withEffect">
                                      <p:stCondLst>
                                        <p:cond delay="300"/>
                                      </p:stCondLst>
                                      <p:childTnLst>
                                        <p:set>
                                          <p:cBhvr>
                                            <p:cTn id="56" dur="1" fill="hold">
                                              <p:stCondLst>
                                                <p:cond delay="0"/>
                                              </p:stCondLst>
                                            </p:cTn>
                                            <p:tgtEl>
                                              <p:spTgt spid="35"/>
                                            </p:tgtEl>
                                            <p:attrNameLst>
                                              <p:attrName>style.visibility</p:attrName>
                                            </p:attrNameLst>
                                          </p:cBhvr>
                                          <p:to>
                                            <p:strVal val="visible"/>
                                          </p:to>
                                        </p:set>
                                        <p:anim calcmode="lin" valueType="num">
                                          <p:cBhvr>
                                            <p:cTn id="57" dur="300" fill="hold"/>
                                            <p:tgtEl>
                                              <p:spTgt spid="35"/>
                                            </p:tgtEl>
                                            <p:attrNameLst>
                                              <p:attrName>ppt_w</p:attrName>
                                            </p:attrNameLst>
                                          </p:cBhvr>
                                          <p:tavLst>
                                            <p:tav tm="0">
                                              <p:val>
                                                <p:fltVal val="0"/>
                                              </p:val>
                                            </p:tav>
                                            <p:tav tm="100000">
                                              <p:val>
                                                <p:strVal val="#ppt_w"/>
                                              </p:val>
                                            </p:tav>
                                          </p:tavLst>
                                        </p:anim>
                                        <p:anim calcmode="lin" valueType="num">
                                          <p:cBhvr>
                                            <p:cTn id="58" dur="300" fill="hold"/>
                                            <p:tgtEl>
                                              <p:spTgt spid="35"/>
                                            </p:tgtEl>
                                            <p:attrNameLst>
                                              <p:attrName>ppt_h</p:attrName>
                                            </p:attrNameLst>
                                          </p:cBhvr>
                                          <p:tavLst>
                                            <p:tav tm="0">
                                              <p:val>
                                                <p:fltVal val="0"/>
                                              </p:val>
                                            </p:tav>
                                            <p:tav tm="100000">
                                              <p:val>
                                                <p:strVal val="#ppt_h"/>
                                              </p:val>
                                            </p:tav>
                                          </p:tavLst>
                                        </p:anim>
                                        <p:animEffect transition="in" filter="fade">
                                          <p:cBhvr>
                                            <p:cTn id="59" dur="300"/>
                                            <p:tgtEl>
                                              <p:spTgt spid="35"/>
                                            </p:tgtEl>
                                          </p:cBhvr>
                                        </p:animEffect>
                                      </p:childTnLst>
                                    </p:cTn>
                                  </p:par>
                                  <p:par>
                                    <p:cTn id="60" presetID="6" presetClass="emph" presetSubtype="0" autoRev="1" fill="hold" grpId="1" nodeType="withEffect">
                                      <p:stCondLst>
                                        <p:cond delay="600"/>
                                      </p:stCondLst>
                                      <p:childTnLst>
                                        <p:animScale>
                                          <p:cBhvr>
                                            <p:cTn id="61" dur="150" fill="hold"/>
                                            <p:tgtEl>
                                              <p:spTgt spid="35"/>
                                            </p:tgtEl>
                                          </p:cBhvr>
                                          <p:by x="110000" y="110000"/>
                                        </p:animScale>
                                      </p:childTnLst>
                                    </p:cTn>
                                  </p:par>
                                  <p:par>
                                    <p:cTn id="62" presetID="53" presetClass="entr" presetSubtype="16" fill="hold" grpId="0" nodeType="withEffect">
                                      <p:stCondLst>
                                        <p:cond delay="600"/>
                                      </p:stCondLst>
                                      <p:childTnLst>
                                        <p:set>
                                          <p:cBhvr>
                                            <p:cTn id="63" dur="1" fill="hold">
                                              <p:stCondLst>
                                                <p:cond delay="0"/>
                                              </p:stCondLst>
                                            </p:cTn>
                                            <p:tgtEl>
                                              <p:spTgt spid="34"/>
                                            </p:tgtEl>
                                            <p:attrNameLst>
                                              <p:attrName>style.visibility</p:attrName>
                                            </p:attrNameLst>
                                          </p:cBhvr>
                                          <p:to>
                                            <p:strVal val="visible"/>
                                          </p:to>
                                        </p:set>
                                        <p:anim calcmode="lin" valueType="num">
                                          <p:cBhvr>
                                            <p:cTn id="64" dur="300" fill="hold"/>
                                            <p:tgtEl>
                                              <p:spTgt spid="34"/>
                                            </p:tgtEl>
                                            <p:attrNameLst>
                                              <p:attrName>ppt_w</p:attrName>
                                            </p:attrNameLst>
                                          </p:cBhvr>
                                          <p:tavLst>
                                            <p:tav tm="0">
                                              <p:val>
                                                <p:fltVal val="0"/>
                                              </p:val>
                                            </p:tav>
                                            <p:tav tm="100000">
                                              <p:val>
                                                <p:strVal val="#ppt_w"/>
                                              </p:val>
                                            </p:tav>
                                          </p:tavLst>
                                        </p:anim>
                                        <p:anim calcmode="lin" valueType="num">
                                          <p:cBhvr>
                                            <p:cTn id="65" dur="300" fill="hold"/>
                                            <p:tgtEl>
                                              <p:spTgt spid="34"/>
                                            </p:tgtEl>
                                            <p:attrNameLst>
                                              <p:attrName>ppt_h</p:attrName>
                                            </p:attrNameLst>
                                          </p:cBhvr>
                                          <p:tavLst>
                                            <p:tav tm="0">
                                              <p:val>
                                                <p:fltVal val="0"/>
                                              </p:val>
                                            </p:tav>
                                            <p:tav tm="100000">
                                              <p:val>
                                                <p:strVal val="#ppt_h"/>
                                              </p:val>
                                            </p:tav>
                                          </p:tavLst>
                                        </p:anim>
                                        <p:animEffect transition="in" filter="fade">
                                          <p:cBhvr>
                                            <p:cTn id="66" dur="300"/>
                                            <p:tgtEl>
                                              <p:spTgt spid="34"/>
                                            </p:tgtEl>
                                          </p:cBhvr>
                                        </p:animEffect>
                                      </p:childTnLst>
                                    </p:cTn>
                                  </p:par>
                                  <p:par>
                                    <p:cTn id="67" presetID="6" presetClass="emph" presetSubtype="0" autoRev="1" fill="hold" grpId="1" nodeType="withEffect">
                                      <p:stCondLst>
                                        <p:cond delay="900"/>
                                      </p:stCondLst>
                                      <p:childTnLst>
                                        <p:animScale>
                                          <p:cBhvr>
                                            <p:cTn id="68" dur="150" fill="hold"/>
                                            <p:tgtEl>
                                              <p:spTgt spid="34"/>
                                            </p:tgtEl>
                                          </p:cBhvr>
                                          <p:by x="110000" y="110000"/>
                                        </p:animScale>
                                      </p:childTnLst>
                                    </p:cTn>
                                  </p:par>
                                  <p:par>
                                    <p:cTn id="69" presetID="53" presetClass="entr" presetSubtype="16" fill="hold" grpId="0" nodeType="withEffect">
                                      <p:stCondLst>
                                        <p:cond delay="900"/>
                                      </p:stCondLst>
                                      <p:childTnLst>
                                        <p:set>
                                          <p:cBhvr>
                                            <p:cTn id="70" dur="1" fill="hold">
                                              <p:stCondLst>
                                                <p:cond delay="0"/>
                                              </p:stCondLst>
                                            </p:cTn>
                                            <p:tgtEl>
                                              <p:spTgt spid="33"/>
                                            </p:tgtEl>
                                            <p:attrNameLst>
                                              <p:attrName>style.visibility</p:attrName>
                                            </p:attrNameLst>
                                          </p:cBhvr>
                                          <p:to>
                                            <p:strVal val="visible"/>
                                          </p:to>
                                        </p:set>
                                        <p:anim calcmode="lin" valueType="num">
                                          <p:cBhvr>
                                            <p:cTn id="71" dur="300" fill="hold"/>
                                            <p:tgtEl>
                                              <p:spTgt spid="33"/>
                                            </p:tgtEl>
                                            <p:attrNameLst>
                                              <p:attrName>ppt_w</p:attrName>
                                            </p:attrNameLst>
                                          </p:cBhvr>
                                          <p:tavLst>
                                            <p:tav tm="0">
                                              <p:val>
                                                <p:fltVal val="0"/>
                                              </p:val>
                                            </p:tav>
                                            <p:tav tm="100000">
                                              <p:val>
                                                <p:strVal val="#ppt_w"/>
                                              </p:val>
                                            </p:tav>
                                          </p:tavLst>
                                        </p:anim>
                                        <p:anim calcmode="lin" valueType="num">
                                          <p:cBhvr>
                                            <p:cTn id="72" dur="300" fill="hold"/>
                                            <p:tgtEl>
                                              <p:spTgt spid="33"/>
                                            </p:tgtEl>
                                            <p:attrNameLst>
                                              <p:attrName>ppt_h</p:attrName>
                                            </p:attrNameLst>
                                          </p:cBhvr>
                                          <p:tavLst>
                                            <p:tav tm="0">
                                              <p:val>
                                                <p:fltVal val="0"/>
                                              </p:val>
                                            </p:tav>
                                            <p:tav tm="100000">
                                              <p:val>
                                                <p:strVal val="#ppt_h"/>
                                              </p:val>
                                            </p:tav>
                                          </p:tavLst>
                                        </p:anim>
                                        <p:animEffect transition="in" filter="fade">
                                          <p:cBhvr>
                                            <p:cTn id="73" dur="300"/>
                                            <p:tgtEl>
                                              <p:spTgt spid="33"/>
                                            </p:tgtEl>
                                          </p:cBhvr>
                                        </p:animEffect>
                                      </p:childTnLst>
                                    </p:cTn>
                                  </p:par>
                                  <p:par>
                                    <p:cTn id="74" presetID="6" presetClass="emph" presetSubtype="0" autoRev="1" fill="hold" grpId="1" nodeType="withEffect">
                                      <p:stCondLst>
                                        <p:cond delay="1200"/>
                                      </p:stCondLst>
                                      <p:childTnLst>
                                        <p:animScale>
                                          <p:cBhvr>
                                            <p:cTn id="75" dur="150" fill="hold"/>
                                            <p:tgtEl>
                                              <p:spTgt spid="33"/>
                                            </p:tgtEl>
                                          </p:cBhvr>
                                          <p:by x="110000" y="110000"/>
                                        </p:animScale>
                                      </p:childTnLst>
                                    </p:cTn>
                                  </p:par>
                                  <p:par>
                                    <p:cTn id="76" presetID="53" presetClass="entr" presetSubtype="16" fill="hold" grpId="0" nodeType="withEffect">
                                      <p:stCondLst>
                                        <p:cond delay="500"/>
                                      </p:stCondLst>
                                      <p:childTnLst>
                                        <p:set>
                                          <p:cBhvr>
                                            <p:cTn id="77" dur="1" fill="hold">
                                              <p:stCondLst>
                                                <p:cond delay="0"/>
                                              </p:stCondLst>
                                            </p:cTn>
                                            <p:tgtEl>
                                              <p:spTgt spid="37"/>
                                            </p:tgtEl>
                                            <p:attrNameLst>
                                              <p:attrName>style.visibility</p:attrName>
                                            </p:attrNameLst>
                                          </p:cBhvr>
                                          <p:to>
                                            <p:strVal val="visible"/>
                                          </p:to>
                                        </p:set>
                                        <p:anim calcmode="lin" valueType="num">
                                          <p:cBhvr>
                                            <p:cTn id="78" dur="300" fill="hold"/>
                                            <p:tgtEl>
                                              <p:spTgt spid="37"/>
                                            </p:tgtEl>
                                            <p:attrNameLst>
                                              <p:attrName>ppt_w</p:attrName>
                                            </p:attrNameLst>
                                          </p:cBhvr>
                                          <p:tavLst>
                                            <p:tav tm="0">
                                              <p:val>
                                                <p:fltVal val="0"/>
                                              </p:val>
                                            </p:tav>
                                            <p:tav tm="100000">
                                              <p:val>
                                                <p:strVal val="#ppt_w"/>
                                              </p:val>
                                            </p:tav>
                                          </p:tavLst>
                                        </p:anim>
                                        <p:anim calcmode="lin" valueType="num">
                                          <p:cBhvr>
                                            <p:cTn id="79" dur="300" fill="hold"/>
                                            <p:tgtEl>
                                              <p:spTgt spid="37"/>
                                            </p:tgtEl>
                                            <p:attrNameLst>
                                              <p:attrName>ppt_h</p:attrName>
                                            </p:attrNameLst>
                                          </p:cBhvr>
                                          <p:tavLst>
                                            <p:tav tm="0">
                                              <p:val>
                                                <p:fltVal val="0"/>
                                              </p:val>
                                            </p:tav>
                                            <p:tav tm="100000">
                                              <p:val>
                                                <p:strVal val="#ppt_h"/>
                                              </p:val>
                                            </p:tav>
                                          </p:tavLst>
                                        </p:anim>
                                        <p:animEffect transition="in" filter="fade">
                                          <p:cBhvr>
                                            <p:cTn id="80" dur="300"/>
                                            <p:tgtEl>
                                              <p:spTgt spid="37"/>
                                            </p:tgtEl>
                                          </p:cBhvr>
                                        </p:animEffect>
                                      </p:childTnLst>
                                    </p:cTn>
                                  </p:par>
                                  <p:par>
                                    <p:cTn id="81" presetID="22" presetClass="entr" presetSubtype="8" fill="hold" grpId="0" nodeType="withEffect">
                                      <p:stCondLst>
                                        <p:cond delay="500"/>
                                      </p:stCondLst>
                                      <p:childTnLst>
                                        <p:set>
                                          <p:cBhvr>
                                            <p:cTn id="82" dur="1" fill="hold">
                                              <p:stCondLst>
                                                <p:cond delay="0"/>
                                              </p:stCondLst>
                                            </p:cTn>
                                            <p:tgtEl>
                                              <p:spTgt spid="38"/>
                                            </p:tgtEl>
                                            <p:attrNameLst>
                                              <p:attrName>style.visibility</p:attrName>
                                            </p:attrNameLst>
                                          </p:cBhvr>
                                          <p:to>
                                            <p:strVal val="visible"/>
                                          </p:to>
                                        </p:set>
                                        <p:animEffect transition="in" filter="wipe(left)">
                                          <p:cBhvr>
                                            <p:cTn id="83" dur="500"/>
                                            <p:tgtEl>
                                              <p:spTgt spid="38"/>
                                            </p:tgtEl>
                                          </p:cBhvr>
                                        </p:animEffect>
                                      </p:childTnLst>
                                    </p:cTn>
                                  </p:par>
                                  <p:par>
                                    <p:cTn id="84" presetID="6" presetClass="emph" presetSubtype="0" autoRev="1" fill="hold" grpId="1" nodeType="withEffect">
                                      <p:stCondLst>
                                        <p:cond delay="800"/>
                                      </p:stCondLst>
                                      <p:childTnLst>
                                        <p:animScale>
                                          <p:cBhvr>
                                            <p:cTn id="85" dur="150" fill="hold"/>
                                            <p:tgtEl>
                                              <p:spTgt spid="37"/>
                                            </p:tgtEl>
                                          </p:cBhvr>
                                          <p:by x="110000" y="110000"/>
                                        </p:animScale>
                                      </p:childTnLst>
                                    </p:cTn>
                                  </p:par>
                                  <p:par>
                                    <p:cTn id="86" presetID="2" presetClass="entr" presetSubtype="2" fill="hold" grpId="0" nodeType="withEffect">
                                      <p:stCondLst>
                                        <p:cond delay="1100"/>
                                      </p:stCondLst>
                                      <p:childTnLst>
                                        <p:set>
                                          <p:cBhvr>
                                            <p:cTn id="87" dur="1" fill="hold">
                                              <p:stCondLst>
                                                <p:cond delay="0"/>
                                              </p:stCondLst>
                                            </p:cTn>
                                            <p:tgtEl>
                                              <p:spTgt spid="39"/>
                                            </p:tgtEl>
                                            <p:attrNameLst>
                                              <p:attrName>style.visibility</p:attrName>
                                            </p:attrNameLst>
                                          </p:cBhvr>
                                          <p:to>
                                            <p:strVal val="visible"/>
                                          </p:to>
                                        </p:set>
                                        <p:anim calcmode="lin" valueType="num">
                                          <p:cBhvr additive="base">
                                            <p:cTn id="88" dur="500" fill="hold"/>
                                            <p:tgtEl>
                                              <p:spTgt spid="39"/>
                                            </p:tgtEl>
                                            <p:attrNameLst>
                                              <p:attrName>ppt_x</p:attrName>
                                            </p:attrNameLst>
                                          </p:cBhvr>
                                          <p:tavLst>
                                            <p:tav tm="0">
                                              <p:val>
                                                <p:strVal val="1+#ppt_w/2"/>
                                              </p:val>
                                            </p:tav>
                                            <p:tav tm="100000">
                                              <p:val>
                                                <p:strVal val="#ppt_x"/>
                                              </p:val>
                                            </p:tav>
                                          </p:tavLst>
                                        </p:anim>
                                        <p:anim calcmode="lin" valueType="num">
                                          <p:cBhvr additive="base">
                                            <p:cTn id="89"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25" grpId="0" animBg="1"/>
          <p:bldP spid="21538" grpId="0"/>
          <p:bldP spid="21541" grpId="0"/>
          <p:bldP spid="21542" grpId="0"/>
          <p:bldP spid="21543" grpId="0"/>
          <p:bldP spid="21545" grpId="0" animBg="1"/>
          <p:bldP spid="21546" grpId="0" animBg="1"/>
          <p:bldP spid="21547" grpId="0"/>
          <p:bldP spid="21549" grpId="0" animBg="1"/>
          <p:bldP spid="33" grpId="0" animBg="1"/>
          <p:bldP spid="33" grpId="1" animBg="1"/>
          <p:bldP spid="34" grpId="0" animBg="1"/>
          <p:bldP spid="34" grpId="1" animBg="1"/>
          <p:bldP spid="35" grpId="0" animBg="1"/>
          <p:bldP spid="35" grpId="1" animBg="1"/>
          <p:bldP spid="36" grpId="0" animBg="1"/>
          <p:bldP spid="36" grpId="1" animBg="1"/>
          <p:bldP spid="37" grpId="0"/>
          <p:bldP spid="37" grpId="1"/>
          <p:bldP spid="38" grpId="0"/>
          <p:bldP spid="39" grpId="0" animBg="1"/>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9" name="Freeform 21"/>
          <p:cNvSpPr>
            <a:spLocks/>
          </p:cNvSpPr>
          <p:nvPr/>
        </p:nvSpPr>
        <p:spPr bwMode="auto">
          <a:xfrm>
            <a:off x="3446463" y="3225006"/>
            <a:ext cx="1081087" cy="963612"/>
          </a:xfrm>
          <a:custGeom>
            <a:avLst/>
            <a:gdLst>
              <a:gd name="T0" fmla="*/ 0 w 288"/>
              <a:gd name="T1" fmla="*/ 91 h 257"/>
              <a:gd name="T2" fmla="*/ 288 w 288"/>
              <a:gd name="T3" fmla="*/ 257 h 257"/>
              <a:gd name="T4" fmla="*/ 288 w 288"/>
              <a:gd name="T5" fmla="*/ 76 h 257"/>
              <a:gd name="T6" fmla="*/ 157 w 288"/>
              <a:gd name="T7" fmla="*/ 0 h 257"/>
              <a:gd name="T8" fmla="*/ 0 w 288"/>
              <a:gd name="T9" fmla="*/ 91 h 257"/>
            </a:gdLst>
            <a:ahLst/>
            <a:cxnLst>
              <a:cxn ang="0">
                <a:pos x="T0" y="T1"/>
              </a:cxn>
              <a:cxn ang="0">
                <a:pos x="T2" y="T3"/>
              </a:cxn>
              <a:cxn ang="0">
                <a:pos x="T4" y="T5"/>
              </a:cxn>
              <a:cxn ang="0">
                <a:pos x="T6" y="T7"/>
              </a:cxn>
              <a:cxn ang="0">
                <a:pos x="T8" y="T9"/>
              </a:cxn>
            </a:cxnLst>
            <a:rect l="0" t="0" r="r" b="b"/>
            <a:pathLst>
              <a:path w="288" h="257">
                <a:moveTo>
                  <a:pt x="0" y="91"/>
                </a:moveTo>
                <a:cubicBezTo>
                  <a:pt x="60" y="188"/>
                  <a:pt x="166" y="253"/>
                  <a:pt x="288" y="257"/>
                </a:cubicBezTo>
                <a:cubicBezTo>
                  <a:pt x="288" y="76"/>
                  <a:pt x="288" y="76"/>
                  <a:pt x="288" y="76"/>
                </a:cubicBezTo>
                <a:cubicBezTo>
                  <a:pt x="157" y="0"/>
                  <a:pt x="157" y="0"/>
                  <a:pt x="157" y="0"/>
                </a:cubicBezTo>
                <a:lnTo>
                  <a:pt x="0" y="91"/>
                </a:lnTo>
                <a:close/>
              </a:path>
            </a:pathLst>
          </a:custGeom>
          <a:solidFill>
            <a:srgbClr val="3D95F5">
              <a:alpha val="74902"/>
            </a:srgbClr>
          </a:solidFill>
          <a:ln>
            <a:noFill/>
          </a:ln>
        </p:spPr>
        <p:txBody>
          <a:bodyPr/>
          <a:lstStyle/>
          <a:p>
            <a:endParaRPr lang="zh-CN" altLang="en-US">
              <a:solidFill>
                <a:schemeClr val="tx1">
                  <a:lumMod val="50000"/>
                  <a:lumOff val="50000"/>
                </a:schemeClr>
              </a:solidFill>
            </a:endParaRPr>
          </a:p>
        </p:txBody>
      </p:sp>
      <p:sp>
        <p:nvSpPr>
          <p:cNvPr id="32790" name="Freeform 22"/>
          <p:cNvSpPr>
            <a:spLocks/>
          </p:cNvSpPr>
          <p:nvPr/>
        </p:nvSpPr>
        <p:spPr bwMode="auto">
          <a:xfrm>
            <a:off x="3244850" y="2239168"/>
            <a:ext cx="746125" cy="1247775"/>
          </a:xfrm>
          <a:custGeom>
            <a:avLst/>
            <a:gdLst>
              <a:gd name="T0" fmla="*/ 42 w 199"/>
              <a:gd name="T1" fmla="*/ 0 h 333"/>
              <a:gd name="T2" fmla="*/ 0 w 199"/>
              <a:gd name="T3" fmla="*/ 167 h 333"/>
              <a:gd name="T4" fmla="*/ 42 w 199"/>
              <a:gd name="T5" fmla="*/ 333 h 333"/>
              <a:gd name="T6" fmla="*/ 199 w 199"/>
              <a:gd name="T7" fmla="*/ 242 h 333"/>
              <a:gd name="T8" fmla="*/ 199 w 199"/>
              <a:gd name="T9" fmla="*/ 91 h 333"/>
              <a:gd name="T10" fmla="*/ 42 w 199"/>
              <a:gd name="T11" fmla="*/ 0 h 333"/>
            </a:gdLst>
            <a:ahLst/>
            <a:cxnLst>
              <a:cxn ang="0">
                <a:pos x="T0" y="T1"/>
              </a:cxn>
              <a:cxn ang="0">
                <a:pos x="T2" y="T3"/>
              </a:cxn>
              <a:cxn ang="0">
                <a:pos x="T4" y="T5"/>
              </a:cxn>
              <a:cxn ang="0">
                <a:pos x="T6" y="T7"/>
              </a:cxn>
              <a:cxn ang="0">
                <a:pos x="T8" y="T9"/>
              </a:cxn>
              <a:cxn ang="0">
                <a:pos x="T10" y="T11"/>
              </a:cxn>
            </a:cxnLst>
            <a:rect l="0" t="0" r="r" b="b"/>
            <a:pathLst>
              <a:path w="199" h="333">
                <a:moveTo>
                  <a:pt x="42" y="0"/>
                </a:moveTo>
                <a:cubicBezTo>
                  <a:pt x="15" y="50"/>
                  <a:pt x="0" y="106"/>
                  <a:pt x="0" y="167"/>
                </a:cubicBezTo>
                <a:cubicBezTo>
                  <a:pt x="0" y="227"/>
                  <a:pt x="15" y="283"/>
                  <a:pt x="42" y="333"/>
                </a:cubicBezTo>
                <a:cubicBezTo>
                  <a:pt x="199" y="242"/>
                  <a:pt x="199" y="242"/>
                  <a:pt x="199" y="242"/>
                </a:cubicBezTo>
                <a:cubicBezTo>
                  <a:pt x="199" y="91"/>
                  <a:pt x="199" y="91"/>
                  <a:pt x="199" y="91"/>
                </a:cubicBezTo>
                <a:lnTo>
                  <a:pt x="42" y="0"/>
                </a:lnTo>
                <a:close/>
              </a:path>
            </a:pathLst>
          </a:custGeom>
          <a:solidFill>
            <a:srgbClr val="FBE22D"/>
          </a:solidFill>
          <a:ln>
            <a:noFill/>
          </a:ln>
        </p:spPr>
        <p:txBody>
          <a:bodyPr/>
          <a:lstStyle/>
          <a:p>
            <a:endParaRPr lang="zh-CN" altLang="en-US">
              <a:solidFill>
                <a:schemeClr val="tx1">
                  <a:lumMod val="50000"/>
                  <a:lumOff val="50000"/>
                </a:schemeClr>
              </a:solidFill>
            </a:endParaRPr>
          </a:p>
        </p:txBody>
      </p:sp>
      <p:sp>
        <p:nvSpPr>
          <p:cNvPr id="32791" name="Freeform 23"/>
          <p:cNvSpPr>
            <a:spLocks/>
          </p:cNvSpPr>
          <p:nvPr/>
        </p:nvSpPr>
        <p:spPr bwMode="auto">
          <a:xfrm>
            <a:off x="4616450" y="3225006"/>
            <a:ext cx="1079500" cy="963612"/>
          </a:xfrm>
          <a:custGeom>
            <a:avLst/>
            <a:gdLst>
              <a:gd name="T0" fmla="*/ 0 w 288"/>
              <a:gd name="T1" fmla="*/ 257 h 257"/>
              <a:gd name="T2" fmla="*/ 288 w 288"/>
              <a:gd name="T3" fmla="*/ 91 h 257"/>
              <a:gd name="T4" fmla="*/ 131 w 288"/>
              <a:gd name="T5" fmla="*/ 0 h 257"/>
              <a:gd name="T6" fmla="*/ 0 w 288"/>
              <a:gd name="T7" fmla="*/ 76 h 257"/>
              <a:gd name="T8" fmla="*/ 0 w 288"/>
              <a:gd name="T9" fmla="*/ 257 h 257"/>
            </a:gdLst>
            <a:ahLst/>
            <a:cxnLst>
              <a:cxn ang="0">
                <a:pos x="T0" y="T1"/>
              </a:cxn>
              <a:cxn ang="0">
                <a:pos x="T2" y="T3"/>
              </a:cxn>
              <a:cxn ang="0">
                <a:pos x="T4" y="T5"/>
              </a:cxn>
              <a:cxn ang="0">
                <a:pos x="T6" y="T7"/>
              </a:cxn>
              <a:cxn ang="0">
                <a:pos x="T8" y="T9"/>
              </a:cxn>
            </a:cxnLst>
            <a:rect l="0" t="0" r="r" b="b"/>
            <a:pathLst>
              <a:path w="288" h="257">
                <a:moveTo>
                  <a:pt x="0" y="257"/>
                </a:moveTo>
                <a:cubicBezTo>
                  <a:pt x="122" y="253"/>
                  <a:pt x="228" y="188"/>
                  <a:pt x="288" y="91"/>
                </a:cubicBezTo>
                <a:cubicBezTo>
                  <a:pt x="131" y="0"/>
                  <a:pt x="131" y="0"/>
                  <a:pt x="131" y="0"/>
                </a:cubicBezTo>
                <a:cubicBezTo>
                  <a:pt x="0" y="76"/>
                  <a:pt x="0" y="76"/>
                  <a:pt x="0" y="76"/>
                </a:cubicBezTo>
                <a:lnTo>
                  <a:pt x="0" y="257"/>
                </a:lnTo>
                <a:close/>
              </a:path>
            </a:pathLst>
          </a:custGeom>
          <a:solidFill>
            <a:srgbClr val="EB4544"/>
          </a:solidFill>
          <a:ln>
            <a:noFill/>
          </a:ln>
        </p:spPr>
        <p:txBody>
          <a:bodyPr/>
          <a:lstStyle/>
          <a:p>
            <a:endParaRPr lang="zh-CN" altLang="en-US">
              <a:solidFill>
                <a:schemeClr val="tx1">
                  <a:lumMod val="50000"/>
                  <a:lumOff val="50000"/>
                </a:schemeClr>
              </a:solidFill>
            </a:endParaRPr>
          </a:p>
        </p:txBody>
      </p:sp>
      <p:sp>
        <p:nvSpPr>
          <p:cNvPr id="32792" name="Freeform 24"/>
          <p:cNvSpPr>
            <a:spLocks/>
          </p:cNvSpPr>
          <p:nvPr/>
        </p:nvSpPr>
        <p:spPr bwMode="auto">
          <a:xfrm>
            <a:off x="3446463" y="1537493"/>
            <a:ext cx="1081087" cy="963613"/>
          </a:xfrm>
          <a:custGeom>
            <a:avLst/>
            <a:gdLst>
              <a:gd name="T0" fmla="*/ 288 w 288"/>
              <a:gd name="T1" fmla="*/ 0 h 257"/>
              <a:gd name="T2" fmla="*/ 0 w 288"/>
              <a:gd name="T3" fmla="*/ 166 h 257"/>
              <a:gd name="T4" fmla="*/ 157 w 288"/>
              <a:gd name="T5" fmla="*/ 257 h 257"/>
              <a:gd name="T6" fmla="*/ 288 w 288"/>
              <a:gd name="T7" fmla="*/ 181 h 257"/>
              <a:gd name="T8" fmla="*/ 288 w 288"/>
              <a:gd name="T9" fmla="*/ 0 h 257"/>
            </a:gdLst>
            <a:ahLst/>
            <a:cxnLst>
              <a:cxn ang="0">
                <a:pos x="T0" y="T1"/>
              </a:cxn>
              <a:cxn ang="0">
                <a:pos x="T2" y="T3"/>
              </a:cxn>
              <a:cxn ang="0">
                <a:pos x="T4" y="T5"/>
              </a:cxn>
              <a:cxn ang="0">
                <a:pos x="T6" y="T7"/>
              </a:cxn>
              <a:cxn ang="0">
                <a:pos x="T8" y="T9"/>
              </a:cxn>
            </a:cxnLst>
            <a:rect l="0" t="0" r="r" b="b"/>
            <a:pathLst>
              <a:path w="288" h="257">
                <a:moveTo>
                  <a:pt x="288" y="0"/>
                </a:moveTo>
                <a:cubicBezTo>
                  <a:pt x="166" y="4"/>
                  <a:pt x="60" y="69"/>
                  <a:pt x="0" y="166"/>
                </a:cubicBezTo>
                <a:cubicBezTo>
                  <a:pt x="157" y="257"/>
                  <a:pt x="157" y="257"/>
                  <a:pt x="157" y="257"/>
                </a:cubicBezTo>
                <a:cubicBezTo>
                  <a:pt x="288" y="181"/>
                  <a:pt x="288" y="181"/>
                  <a:pt x="288" y="181"/>
                </a:cubicBezTo>
                <a:lnTo>
                  <a:pt x="288" y="0"/>
                </a:lnTo>
                <a:close/>
              </a:path>
            </a:pathLst>
          </a:custGeom>
          <a:solidFill>
            <a:srgbClr val="F54E2A"/>
          </a:solidFill>
          <a:ln>
            <a:noFill/>
          </a:ln>
        </p:spPr>
        <p:txBody>
          <a:bodyPr/>
          <a:lstStyle/>
          <a:p>
            <a:endParaRPr lang="zh-CN" altLang="en-US">
              <a:solidFill>
                <a:schemeClr val="tx1">
                  <a:lumMod val="50000"/>
                  <a:lumOff val="50000"/>
                </a:schemeClr>
              </a:solidFill>
            </a:endParaRPr>
          </a:p>
        </p:txBody>
      </p:sp>
      <p:sp>
        <p:nvSpPr>
          <p:cNvPr id="32793" name="Freeform 25"/>
          <p:cNvSpPr>
            <a:spLocks/>
          </p:cNvSpPr>
          <p:nvPr/>
        </p:nvSpPr>
        <p:spPr bwMode="auto">
          <a:xfrm>
            <a:off x="5153025" y="2239168"/>
            <a:ext cx="746125" cy="1247775"/>
          </a:xfrm>
          <a:custGeom>
            <a:avLst/>
            <a:gdLst>
              <a:gd name="T0" fmla="*/ 157 w 199"/>
              <a:gd name="T1" fmla="*/ 333 h 333"/>
              <a:gd name="T2" fmla="*/ 199 w 199"/>
              <a:gd name="T3" fmla="*/ 167 h 333"/>
              <a:gd name="T4" fmla="*/ 157 w 199"/>
              <a:gd name="T5" fmla="*/ 0 h 333"/>
              <a:gd name="T6" fmla="*/ 0 w 199"/>
              <a:gd name="T7" fmla="*/ 91 h 333"/>
              <a:gd name="T8" fmla="*/ 0 w 199"/>
              <a:gd name="T9" fmla="*/ 242 h 333"/>
              <a:gd name="T10" fmla="*/ 157 w 199"/>
              <a:gd name="T11" fmla="*/ 333 h 333"/>
            </a:gdLst>
            <a:ahLst/>
            <a:cxnLst>
              <a:cxn ang="0">
                <a:pos x="T0" y="T1"/>
              </a:cxn>
              <a:cxn ang="0">
                <a:pos x="T2" y="T3"/>
              </a:cxn>
              <a:cxn ang="0">
                <a:pos x="T4" y="T5"/>
              </a:cxn>
              <a:cxn ang="0">
                <a:pos x="T6" y="T7"/>
              </a:cxn>
              <a:cxn ang="0">
                <a:pos x="T8" y="T9"/>
              </a:cxn>
              <a:cxn ang="0">
                <a:pos x="T10" y="T11"/>
              </a:cxn>
            </a:cxnLst>
            <a:rect l="0" t="0" r="r" b="b"/>
            <a:pathLst>
              <a:path w="199" h="333">
                <a:moveTo>
                  <a:pt x="157" y="333"/>
                </a:moveTo>
                <a:cubicBezTo>
                  <a:pt x="184" y="283"/>
                  <a:pt x="199" y="227"/>
                  <a:pt x="199" y="167"/>
                </a:cubicBezTo>
                <a:cubicBezTo>
                  <a:pt x="199" y="106"/>
                  <a:pt x="184" y="50"/>
                  <a:pt x="157" y="0"/>
                </a:cubicBezTo>
                <a:cubicBezTo>
                  <a:pt x="0" y="91"/>
                  <a:pt x="0" y="91"/>
                  <a:pt x="0" y="91"/>
                </a:cubicBezTo>
                <a:cubicBezTo>
                  <a:pt x="0" y="242"/>
                  <a:pt x="0" y="242"/>
                  <a:pt x="0" y="242"/>
                </a:cubicBezTo>
                <a:lnTo>
                  <a:pt x="157" y="333"/>
                </a:lnTo>
                <a:close/>
              </a:path>
            </a:pathLst>
          </a:custGeom>
          <a:solidFill>
            <a:srgbClr val="7BBFAA"/>
          </a:solidFill>
          <a:ln w="9525">
            <a:solidFill>
              <a:srgbClr val="7BBFAA"/>
            </a:solidFill>
            <a:round/>
            <a:headEnd/>
            <a:tailEnd/>
          </a:ln>
        </p:spPr>
        <p:txBody>
          <a:bodyPr/>
          <a:lstStyle/>
          <a:p>
            <a:endParaRPr lang="zh-CN" altLang="en-US">
              <a:solidFill>
                <a:schemeClr val="tx1">
                  <a:lumMod val="50000"/>
                  <a:lumOff val="50000"/>
                </a:schemeClr>
              </a:solidFill>
            </a:endParaRPr>
          </a:p>
        </p:txBody>
      </p:sp>
      <p:sp>
        <p:nvSpPr>
          <p:cNvPr id="32794" name="Freeform 26"/>
          <p:cNvSpPr>
            <a:spLocks/>
          </p:cNvSpPr>
          <p:nvPr/>
        </p:nvSpPr>
        <p:spPr bwMode="auto">
          <a:xfrm>
            <a:off x="4616450" y="1537493"/>
            <a:ext cx="1079500" cy="963613"/>
          </a:xfrm>
          <a:custGeom>
            <a:avLst/>
            <a:gdLst>
              <a:gd name="T0" fmla="*/ 288 w 288"/>
              <a:gd name="T1" fmla="*/ 166 h 257"/>
              <a:gd name="T2" fmla="*/ 0 w 288"/>
              <a:gd name="T3" fmla="*/ 0 h 257"/>
              <a:gd name="T4" fmla="*/ 0 w 288"/>
              <a:gd name="T5" fmla="*/ 181 h 257"/>
              <a:gd name="T6" fmla="*/ 131 w 288"/>
              <a:gd name="T7" fmla="*/ 257 h 257"/>
              <a:gd name="T8" fmla="*/ 288 w 288"/>
              <a:gd name="T9" fmla="*/ 166 h 257"/>
            </a:gdLst>
            <a:ahLst/>
            <a:cxnLst>
              <a:cxn ang="0">
                <a:pos x="T0" y="T1"/>
              </a:cxn>
              <a:cxn ang="0">
                <a:pos x="T2" y="T3"/>
              </a:cxn>
              <a:cxn ang="0">
                <a:pos x="T4" y="T5"/>
              </a:cxn>
              <a:cxn ang="0">
                <a:pos x="T6" y="T7"/>
              </a:cxn>
              <a:cxn ang="0">
                <a:pos x="T8" y="T9"/>
              </a:cxn>
            </a:cxnLst>
            <a:rect l="0" t="0" r="r" b="b"/>
            <a:pathLst>
              <a:path w="288" h="257">
                <a:moveTo>
                  <a:pt x="288" y="166"/>
                </a:moveTo>
                <a:cubicBezTo>
                  <a:pt x="228" y="69"/>
                  <a:pt x="122" y="4"/>
                  <a:pt x="0" y="0"/>
                </a:cubicBezTo>
                <a:cubicBezTo>
                  <a:pt x="0" y="181"/>
                  <a:pt x="0" y="181"/>
                  <a:pt x="0" y="181"/>
                </a:cubicBezTo>
                <a:cubicBezTo>
                  <a:pt x="131" y="257"/>
                  <a:pt x="131" y="257"/>
                  <a:pt x="131" y="257"/>
                </a:cubicBezTo>
                <a:lnTo>
                  <a:pt x="288" y="166"/>
                </a:lnTo>
                <a:close/>
              </a:path>
            </a:pathLst>
          </a:custGeom>
          <a:solidFill>
            <a:srgbClr val="A9D25A"/>
          </a:solidFill>
          <a:ln w="9525">
            <a:noFill/>
            <a:round/>
            <a:headEnd/>
            <a:tailEnd/>
          </a:ln>
        </p:spPr>
        <p:txBody>
          <a:bodyPr/>
          <a:lstStyle/>
          <a:p>
            <a:endParaRPr lang="zh-CN" altLang="en-US">
              <a:solidFill>
                <a:schemeClr val="tx1">
                  <a:lumMod val="50000"/>
                  <a:lumOff val="50000"/>
                </a:schemeClr>
              </a:solidFill>
            </a:endParaRPr>
          </a:p>
        </p:txBody>
      </p:sp>
      <p:sp>
        <p:nvSpPr>
          <p:cNvPr id="32795" name="Freeform 27"/>
          <p:cNvSpPr>
            <a:spLocks noEditPoints="1"/>
          </p:cNvSpPr>
          <p:nvPr/>
        </p:nvSpPr>
        <p:spPr bwMode="auto">
          <a:xfrm>
            <a:off x="3473450" y="2732881"/>
            <a:ext cx="288925" cy="258762"/>
          </a:xfrm>
          <a:custGeom>
            <a:avLst/>
            <a:gdLst>
              <a:gd name="T0" fmla="*/ 6 w 77"/>
              <a:gd name="T1" fmla="*/ 61 h 69"/>
              <a:gd name="T2" fmla="*/ 4 w 77"/>
              <a:gd name="T3" fmla="*/ 59 h 69"/>
              <a:gd name="T4" fmla="*/ 6 w 77"/>
              <a:gd name="T5" fmla="*/ 58 h 69"/>
              <a:gd name="T6" fmla="*/ 9 w 77"/>
              <a:gd name="T7" fmla="*/ 58 h 69"/>
              <a:gd name="T8" fmla="*/ 9 w 77"/>
              <a:gd name="T9" fmla="*/ 24 h 69"/>
              <a:gd name="T10" fmla="*/ 3 w 77"/>
              <a:gd name="T11" fmla="*/ 24 h 69"/>
              <a:gd name="T12" fmla="*/ 0 w 77"/>
              <a:gd name="T13" fmla="*/ 21 h 69"/>
              <a:gd name="T14" fmla="*/ 2 w 77"/>
              <a:gd name="T15" fmla="*/ 18 h 69"/>
              <a:gd name="T16" fmla="*/ 37 w 77"/>
              <a:gd name="T17" fmla="*/ 0 h 69"/>
              <a:gd name="T18" fmla="*/ 40 w 77"/>
              <a:gd name="T19" fmla="*/ 0 h 69"/>
              <a:gd name="T20" fmla="*/ 75 w 77"/>
              <a:gd name="T21" fmla="*/ 18 h 69"/>
              <a:gd name="T22" fmla="*/ 77 w 77"/>
              <a:gd name="T23" fmla="*/ 22 h 69"/>
              <a:gd name="T24" fmla="*/ 74 w 77"/>
              <a:gd name="T25" fmla="*/ 24 h 69"/>
              <a:gd name="T26" fmla="*/ 74 w 77"/>
              <a:gd name="T27" fmla="*/ 24 h 69"/>
              <a:gd name="T28" fmla="*/ 67 w 77"/>
              <a:gd name="T29" fmla="*/ 24 h 69"/>
              <a:gd name="T30" fmla="*/ 67 w 77"/>
              <a:gd name="T31" fmla="*/ 58 h 69"/>
              <a:gd name="T32" fmla="*/ 71 w 77"/>
              <a:gd name="T33" fmla="*/ 58 h 69"/>
              <a:gd name="T34" fmla="*/ 73 w 77"/>
              <a:gd name="T35" fmla="*/ 59 h 69"/>
              <a:gd name="T36" fmla="*/ 71 w 77"/>
              <a:gd name="T37" fmla="*/ 61 h 69"/>
              <a:gd name="T38" fmla="*/ 6 w 77"/>
              <a:gd name="T39" fmla="*/ 61 h 69"/>
              <a:gd name="T40" fmla="*/ 16 w 77"/>
              <a:gd name="T41" fmla="*/ 24 h 69"/>
              <a:gd name="T42" fmla="*/ 16 w 77"/>
              <a:gd name="T43" fmla="*/ 24 h 69"/>
              <a:gd name="T44" fmla="*/ 16 w 77"/>
              <a:gd name="T45" fmla="*/ 58 h 69"/>
              <a:gd name="T46" fmla="*/ 27 w 77"/>
              <a:gd name="T47" fmla="*/ 58 h 69"/>
              <a:gd name="T48" fmla="*/ 27 w 77"/>
              <a:gd name="T49" fmla="*/ 24 h 69"/>
              <a:gd name="T50" fmla="*/ 16 w 77"/>
              <a:gd name="T51" fmla="*/ 24 h 69"/>
              <a:gd name="T52" fmla="*/ 33 w 77"/>
              <a:gd name="T53" fmla="*/ 24 h 69"/>
              <a:gd name="T54" fmla="*/ 33 w 77"/>
              <a:gd name="T55" fmla="*/ 24 h 69"/>
              <a:gd name="T56" fmla="*/ 33 w 77"/>
              <a:gd name="T57" fmla="*/ 58 h 69"/>
              <a:gd name="T58" fmla="*/ 44 w 77"/>
              <a:gd name="T59" fmla="*/ 58 h 69"/>
              <a:gd name="T60" fmla="*/ 44 w 77"/>
              <a:gd name="T61" fmla="*/ 24 h 69"/>
              <a:gd name="T62" fmla="*/ 33 w 77"/>
              <a:gd name="T63" fmla="*/ 24 h 69"/>
              <a:gd name="T64" fmla="*/ 50 w 77"/>
              <a:gd name="T65" fmla="*/ 24 h 69"/>
              <a:gd name="T66" fmla="*/ 50 w 77"/>
              <a:gd name="T67" fmla="*/ 24 h 69"/>
              <a:gd name="T68" fmla="*/ 50 w 77"/>
              <a:gd name="T69" fmla="*/ 58 h 69"/>
              <a:gd name="T70" fmla="*/ 61 w 77"/>
              <a:gd name="T71" fmla="*/ 58 h 69"/>
              <a:gd name="T72" fmla="*/ 61 w 77"/>
              <a:gd name="T73" fmla="*/ 24 h 69"/>
              <a:gd name="T74" fmla="*/ 50 w 77"/>
              <a:gd name="T75" fmla="*/ 24 h 69"/>
              <a:gd name="T76" fmla="*/ 61 w 77"/>
              <a:gd name="T77" fmla="*/ 17 h 69"/>
              <a:gd name="T78" fmla="*/ 61 w 77"/>
              <a:gd name="T79" fmla="*/ 17 h 69"/>
              <a:gd name="T80" fmla="*/ 38 w 77"/>
              <a:gd name="T81" fmla="*/ 6 h 69"/>
              <a:gd name="T82" fmla="*/ 16 w 77"/>
              <a:gd name="T83" fmla="*/ 17 h 69"/>
              <a:gd name="T84" fmla="*/ 61 w 77"/>
              <a:gd name="T85" fmla="*/ 17 h 69"/>
              <a:gd name="T86" fmla="*/ 3 w 77"/>
              <a:gd name="T87" fmla="*/ 69 h 69"/>
              <a:gd name="T88" fmla="*/ 3 w 77"/>
              <a:gd name="T89" fmla="*/ 69 h 69"/>
              <a:gd name="T90" fmla="*/ 0 w 77"/>
              <a:gd name="T91" fmla="*/ 66 h 69"/>
              <a:gd name="T92" fmla="*/ 3 w 77"/>
              <a:gd name="T93" fmla="*/ 63 h 69"/>
              <a:gd name="T94" fmla="*/ 74 w 77"/>
              <a:gd name="T95" fmla="*/ 63 h 69"/>
              <a:gd name="T96" fmla="*/ 77 w 77"/>
              <a:gd name="T97" fmla="*/ 66 h 69"/>
              <a:gd name="T98" fmla="*/ 74 w 77"/>
              <a:gd name="T99" fmla="*/ 69 h 69"/>
              <a:gd name="T100" fmla="*/ 3 w 77"/>
              <a:gd name="T10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7" h="69">
                <a:moveTo>
                  <a:pt x="6" y="61"/>
                </a:moveTo>
                <a:cubicBezTo>
                  <a:pt x="5" y="61"/>
                  <a:pt x="4" y="60"/>
                  <a:pt x="4" y="59"/>
                </a:cubicBezTo>
                <a:cubicBezTo>
                  <a:pt x="4" y="58"/>
                  <a:pt x="5" y="58"/>
                  <a:pt x="6" y="58"/>
                </a:cubicBezTo>
                <a:cubicBezTo>
                  <a:pt x="9" y="58"/>
                  <a:pt x="9" y="58"/>
                  <a:pt x="9" y="58"/>
                </a:cubicBezTo>
                <a:cubicBezTo>
                  <a:pt x="9" y="24"/>
                  <a:pt x="9" y="24"/>
                  <a:pt x="9" y="24"/>
                </a:cubicBezTo>
                <a:cubicBezTo>
                  <a:pt x="3" y="24"/>
                  <a:pt x="3" y="24"/>
                  <a:pt x="3" y="24"/>
                </a:cubicBezTo>
                <a:cubicBezTo>
                  <a:pt x="1" y="24"/>
                  <a:pt x="0" y="22"/>
                  <a:pt x="0" y="21"/>
                </a:cubicBezTo>
                <a:cubicBezTo>
                  <a:pt x="0" y="19"/>
                  <a:pt x="1" y="18"/>
                  <a:pt x="2" y="18"/>
                </a:cubicBezTo>
                <a:cubicBezTo>
                  <a:pt x="37" y="0"/>
                  <a:pt x="37" y="0"/>
                  <a:pt x="37" y="0"/>
                </a:cubicBezTo>
                <a:cubicBezTo>
                  <a:pt x="38" y="0"/>
                  <a:pt x="39" y="0"/>
                  <a:pt x="40" y="0"/>
                </a:cubicBezTo>
                <a:cubicBezTo>
                  <a:pt x="75" y="18"/>
                  <a:pt x="75" y="18"/>
                  <a:pt x="75" y="18"/>
                </a:cubicBezTo>
                <a:cubicBezTo>
                  <a:pt x="77" y="19"/>
                  <a:pt x="77" y="20"/>
                  <a:pt x="77" y="22"/>
                </a:cubicBezTo>
                <a:cubicBezTo>
                  <a:pt x="76" y="23"/>
                  <a:pt x="75" y="24"/>
                  <a:pt x="74" y="24"/>
                </a:cubicBezTo>
                <a:cubicBezTo>
                  <a:pt x="74" y="24"/>
                  <a:pt x="74" y="24"/>
                  <a:pt x="74" y="24"/>
                </a:cubicBezTo>
                <a:cubicBezTo>
                  <a:pt x="67" y="24"/>
                  <a:pt x="67" y="24"/>
                  <a:pt x="67" y="24"/>
                </a:cubicBezTo>
                <a:cubicBezTo>
                  <a:pt x="67" y="58"/>
                  <a:pt x="67" y="58"/>
                  <a:pt x="67" y="58"/>
                </a:cubicBezTo>
                <a:cubicBezTo>
                  <a:pt x="71" y="58"/>
                  <a:pt x="71" y="58"/>
                  <a:pt x="71" y="58"/>
                </a:cubicBezTo>
                <a:cubicBezTo>
                  <a:pt x="72" y="58"/>
                  <a:pt x="73" y="58"/>
                  <a:pt x="73" y="59"/>
                </a:cubicBezTo>
                <a:cubicBezTo>
                  <a:pt x="73" y="60"/>
                  <a:pt x="72" y="61"/>
                  <a:pt x="71" y="61"/>
                </a:cubicBezTo>
                <a:cubicBezTo>
                  <a:pt x="6" y="61"/>
                  <a:pt x="6" y="61"/>
                  <a:pt x="6" y="61"/>
                </a:cubicBezTo>
                <a:close/>
                <a:moveTo>
                  <a:pt x="16" y="24"/>
                </a:moveTo>
                <a:cubicBezTo>
                  <a:pt x="16" y="24"/>
                  <a:pt x="16" y="24"/>
                  <a:pt x="16" y="24"/>
                </a:cubicBezTo>
                <a:cubicBezTo>
                  <a:pt x="16" y="58"/>
                  <a:pt x="16" y="58"/>
                  <a:pt x="16" y="58"/>
                </a:cubicBezTo>
                <a:cubicBezTo>
                  <a:pt x="27" y="58"/>
                  <a:pt x="27" y="58"/>
                  <a:pt x="27" y="58"/>
                </a:cubicBezTo>
                <a:cubicBezTo>
                  <a:pt x="27" y="24"/>
                  <a:pt x="27" y="24"/>
                  <a:pt x="27" y="24"/>
                </a:cubicBezTo>
                <a:cubicBezTo>
                  <a:pt x="16" y="24"/>
                  <a:pt x="16" y="24"/>
                  <a:pt x="16" y="24"/>
                </a:cubicBezTo>
                <a:close/>
                <a:moveTo>
                  <a:pt x="33" y="24"/>
                </a:moveTo>
                <a:cubicBezTo>
                  <a:pt x="33" y="24"/>
                  <a:pt x="33" y="24"/>
                  <a:pt x="33" y="24"/>
                </a:cubicBezTo>
                <a:cubicBezTo>
                  <a:pt x="33" y="58"/>
                  <a:pt x="33" y="58"/>
                  <a:pt x="33" y="58"/>
                </a:cubicBezTo>
                <a:cubicBezTo>
                  <a:pt x="44" y="58"/>
                  <a:pt x="44" y="58"/>
                  <a:pt x="44" y="58"/>
                </a:cubicBezTo>
                <a:cubicBezTo>
                  <a:pt x="44" y="24"/>
                  <a:pt x="44" y="24"/>
                  <a:pt x="44" y="24"/>
                </a:cubicBezTo>
                <a:cubicBezTo>
                  <a:pt x="33" y="24"/>
                  <a:pt x="33" y="24"/>
                  <a:pt x="33" y="24"/>
                </a:cubicBezTo>
                <a:close/>
                <a:moveTo>
                  <a:pt x="50" y="24"/>
                </a:moveTo>
                <a:cubicBezTo>
                  <a:pt x="50" y="24"/>
                  <a:pt x="50" y="24"/>
                  <a:pt x="50" y="24"/>
                </a:cubicBezTo>
                <a:cubicBezTo>
                  <a:pt x="50" y="58"/>
                  <a:pt x="50" y="58"/>
                  <a:pt x="50" y="58"/>
                </a:cubicBezTo>
                <a:cubicBezTo>
                  <a:pt x="61" y="58"/>
                  <a:pt x="61" y="58"/>
                  <a:pt x="61" y="58"/>
                </a:cubicBezTo>
                <a:cubicBezTo>
                  <a:pt x="61" y="24"/>
                  <a:pt x="61" y="24"/>
                  <a:pt x="61" y="24"/>
                </a:cubicBezTo>
                <a:cubicBezTo>
                  <a:pt x="50" y="24"/>
                  <a:pt x="50" y="24"/>
                  <a:pt x="50" y="24"/>
                </a:cubicBezTo>
                <a:close/>
                <a:moveTo>
                  <a:pt x="61" y="17"/>
                </a:moveTo>
                <a:cubicBezTo>
                  <a:pt x="61" y="17"/>
                  <a:pt x="61" y="17"/>
                  <a:pt x="61" y="17"/>
                </a:cubicBezTo>
                <a:cubicBezTo>
                  <a:pt x="38" y="6"/>
                  <a:pt x="38" y="6"/>
                  <a:pt x="38" y="6"/>
                </a:cubicBezTo>
                <a:cubicBezTo>
                  <a:pt x="16" y="17"/>
                  <a:pt x="16" y="17"/>
                  <a:pt x="16" y="17"/>
                </a:cubicBezTo>
                <a:cubicBezTo>
                  <a:pt x="61" y="17"/>
                  <a:pt x="61" y="17"/>
                  <a:pt x="61" y="17"/>
                </a:cubicBezTo>
                <a:close/>
                <a:moveTo>
                  <a:pt x="3" y="69"/>
                </a:moveTo>
                <a:cubicBezTo>
                  <a:pt x="3" y="69"/>
                  <a:pt x="3" y="69"/>
                  <a:pt x="3" y="69"/>
                </a:cubicBezTo>
                <a:cubicBezTo>
                  <a:pt x="1" y="69"/>
                  <a:pt x="0" y="68"/>
                  <a:pt x="0" y="66"/>
                </a:cubicBezTo>
                <a:cubicBezTo>
                  <a:pt x="0" y="64"/>
                  <a:pt x="1" y="63"/>
                  <a:pt x="3" y="63"/>
                </a:cubicBezTo>
                <a:cubicBezTo>
                  <a:pt x="74" y="63"/>
                  <a:pt x="74" y="63"/>
                  <a:pt x="74" y="63"/>
                </a:cubicBezTo>
                <a:cubicBezTo>
                  <a:pt x="76" y="63"/>
                  <a:pt x="77" y="64"/>
                  <a:pt x="77" y="66"/>
                </a:cubicBezTo>
                <a:cubicBezTo>
                  <a:pt x="77" y="68"/>
                  <a:pt x="76" y="69"/>
                  <a:pt x="74" y="69"/>
                </a:cubicBezTo>
                <a:cubicBezTo>
                  <a:pt x="3" y="69"/>
                  <a:pt x="3" y="69"/>
                  <a:pt x="3" y="6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796" name="Freeform 28"/>
          <p:cNvSpPr>
            <a:spLocks noEditPoints="1"/>
          </p:cNvSpPr>
          <p:nvPr/>
        </p:nvSpPr>
        <p:spPr bwMode="auto">
          <a:xfrm>
            <a:off x="5411788" y="2715418"/>
            <a:ext cx="228600" cy="295275"/>
          </a:xfrm>
          <a:custGeom>
            <a:avLst/>
            <a:gdLst>
              <a:gd name="T0" fmla="*/ 41 w 61"/>
              <a:gd name="T1" fmla="*/ 29 h 79"/>
              <a:gd name="T2" fmla="*/ 31 w 61"/>
              <a:gd name="T3" fmla="*/ 33 h 79"/>
              <a:gd name="T4" fmla="*/ 25 w 61"/>
              <a:gd name="T5" fmla="*/ 32 h 79"/>
              <a:gd name="T6" fmla="*/ 21 w 61"/>
              <a:gd name="T7" fmla="*/ 29 h 79"/>
              <a:gd name="T8" fmla="*/ 18 w 61"/>
              <a:gd name="T9" fmla="*/ 29 h 79"/>
              <a:gd name="T10" fmla="*/ 18 w 61"/>
              <a:gd name="T11" fmla="*/ 31 h 79"/>
              <a:gd name="T12" fmla="*/ 24 w 61"/>
              <a:gd name="T13" fmla="*/ 35 h 79"/>
              <a:gd name="T14" fmla="*/ 31 w 61"/>
              <a:gd name="T15" fmla="*/ 37 h 79"/>
              <a:gd name="T16" fmla="*/ 43 w 61"/>
              <a:gd name="T17" fmla="*/ 31 h 79"/>
              <a:gd name="T18" fmla="*/ 43 w 61"/>
              <a:gd name="T19" fmla="*/ 29 h 79"/>
              <a:gd name="T20" fmla="*/ 41 w 61"/>
              <a:gd name="T21" fmla="*/ 29 h 79"/>
              <a:gd name="T22" fmla="*/ 45 w 61"/>
              <a:gd name="T23" fmla="*/ 69 h 79"/>
              <a:gd name="T24" fmla="*/ 45 w 61"/>
              <a:gd name="T25" fmla="*/ 69 h 79"/>
              <a:gd name="T26" fmla="*/ 16 w 61"/>
              <a:gd name="T27" fmla="*/ 69 h 79"/>
              <a:gd name="T28" fmla="*/ 14 w 61"/>
              <a:gd name="T29" fmla="*/ 71 h 79"/>
              <a:gd name="T30" fmla="*/ 16 w 61"/>
              <a:gd name="T31" fmla="*/ 73 h 79"/>
              <a:gd name="T32" fmla="*/ 45 w 61"/>
              <a:gd name="T33" fmla="*/ 73 h 79"/>
              <a:gd name="T34" fmla="*/ 47 w 61"/>
              <a:gd name="T35" fmla="*/ 71 h 79"/>
              <a:gd name="T36" fmla="*/ 45 w 61"/>
              <a:gd name="T37" fmla="*/ 69 h 79"/>
              <a:gd name="T38" fmla="*/ 61 w 61"/>
              <a:gd name="T39" fmla="*/ 30 h 79"/>
              <a:gd name="T40" fmla="*/ 61 w 61"/>
              <a:gd name="T41" fmla="*/ 30 h 79"/>
              <a:gd name="T42" fmla="*/ 52 w 61"/>
              <a:gd name="T43" fmla="*/ 9 h 79"/>
              <a:gd name="T44" fmla="*/ 31 w 61"/>
              <a:gd name="T45" fmla="*/ 0 h 79"/>
              <a:gd name="T46" fmla="*/ 9 w 61"/>
              <a:gd name="T47" fmla="*/ 9 h 79"/>
              <a:gd name="T48" fmla="*/ 0 w 61"/>
              <a:gd name="T49" fmla="*/ 30 h 79"/>
              <a:gd name="T50" fmla="*/ 4 w 61"/>
              <a:gd name="T51" fmla="*/ 46 h 79"/>
              <a:gd name="T52" fmla="*/ 4 w 61"/>
              <a:gd name="T53" fmla="*/ 46 h 79"/>
              <a:gd name="T54" fmla="*/ 13 w 61"/>
              <a:gd name="T55" fmla="*/ 56 h 79"/>
              <a:gd name="T56" fmla="*/ 13 w 61"/>
              <a:gd name="T57" fmla="*/ 64 h 79"/>
              <a:gd name="T58" fmla="*/ 16 w 61"/>
              <a:gd name="T59" fmla="*/ 67 h 79"/>
              <a:gd name="T60" fmla="*/ 45 w 61"/>
              <a:gd name="T61" fmla="*/ 67 h 79"/>
              <a:gd name="T62" fmla="*/ 48 w 61"/>
              <a:gd name="T63" fmla="*/ 64 h 79"/>
              <a:gd name="T64" fmla="*/ 48 w 61"/>
              <a:gd name="T65" fmla="*/ 56 h 79"/>
              <a:gd name="T66" fmla="*/ 57 w 61"/>
              <a:gd name="T67" fmla="*/ 46 h 79"/>
              <a:gd name="T68" fmla="*/ 57 w 61"/>
              <a:gd name="T69" fmla="*/ 46 h 79"/>
              <a:gd name="T70" fmla="*/ 61 w 61"/>
              <a:gd name="T71" fmla="*/ 30 h 79"/>
              <a:gd name="T72" fmla="*/ 52 w 61"/>
              <a:gd name="T73" fmla="*/ 42 h 79"/>
              <a:gd name="T74" fmla="*/ 52 w 61"/>
              <a:gd name="T75" fmla="*/ 42 h 79"/>
              <a:gd name="T76" fmla="*/ 52 w 61"/>
              <a:gd name="T77" fmla="*/ 42 h 79"/>
              <a:gd name="T78" fmla="*/ 52 w 61"/>
              <a:gd name="T79" fmla="*/ 42 h 79"/>
              <a:gd name="T80" fmla="*/ 43 w 61"/>
              <a:gd name="T81" fmla="*/ 51 h 79"/>
              <a:gd name="T82" fmla="*/ 42 w 61"/>
              <a:gd name="T83" fmla="*/ 54 h 79"/>
              <a:gd name="T84" fmla="*/ 42 w 61"/>
              <a:gd name="T85" fmla="*/ 54 h 79"/>
              <a:gd name="T86" fmla="*/ 42 w 61"/>
              <a:gd name="T87" fmla="*/ 61 h 79"/>
              <a:gd name="T88" fmla="*/ 19 w 61"/>
              <a:gd name="T89" fmla="*/ 61 h 79"/>
              <a:gd name="T90" fmla="*/ 19 w 61"/>
              <a:gd name="T91" fmla="*/ 54 h 79"/>
              <a:gd name="T92" fmla="*/ 18 w 61"/>
              <a:gd name="T93" fmla="*/ 51 h 79"/>
              <a:gd name="T94" fmla="*/ 9 w 61"/>
              <a:gd name="T95" fmla="*/ 42 h 79"/>
              <a:gd name="T96" fmla="*/ 9 w 61"/>
              <a:gd name="T97" fmla="*/ 42 h 79"/>
              <a:gd name="T98" fmla="*/ 6 w 61"/>
              <a:gd name="T99" fmla="*/ 30 h 79"/>
              <a:gd name="T100" fmla="*/ 13 w 61"/>
              <a:gd name="T101" fmla="*/ 13 h 79"/>
              <a:gd name="T102" fmla="*/ 31 w 61"/>
              <a:gd name="T103" fmla="*/ 6 h 79"/>
              <a:gd name="T104" fmla="*/ 48 w 61"/>
              <a:gd name="T105" fmla="*/ 13 h 79"/>
              <a:gd name="T106" fmla="*/ 55 w 61"/>
              <a:gd name="T107" fmla="*/ 30 h 79"/>
              <a:gd name="T108" fmla="*/ 52 w 61"/>
              <a:gd name="T109" fmla="*/ 42 h 79"/>
              <a:gd name="T110" fmla="*/ 39 w 61"/>
              <a:gd name="T111" fmla="*/ 76 h 79"/>
              <a:gd name="T112" fmla="*/ 39 w 61"/>
              <a:gd name="T113" fmla="*/ 76 h 79"/>
              <a:gd name="T114" fmla="*/ 22 w 61"/>
              <a:gd name="T115" fmla="*/ 76 h 79"/>
              <a:gd name="T116" fmla="*/ 20 w 61"/>
              <a:gd name="T117" fmla="*/ 78 h 79"/>
              <a:gd name="T118" fmla="*/ 22 w 61"/>
              <a:gd name="T119" fmla="*/ 79 h 79"/>
              <a:gd name="T120" fmla="*/ 39 w 61"/>
              <a:gd name="T121" fmla="*/ 79 h 79"/>
              <a:gd name="T122" fmla="*/ 41 w 61"/>
              <a:gd name="T123" fmla="*/ 78 h 79"/>
              <a:gd name="T124" fmla="*/ 39 w 61"/>
              <a:gd name="T125" fmla="*/ 7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1" h="79">
                <a:moveTo>
                  <a:pt x="41" y="29"/>
                </a:moveTo>
                <a:cubicBezTo>
                  <a:pt x="38" y="31"/>
                  <a:pt x="34" y="33"/>
                  <a:pt x="31" y="33"/>
                </a:cubicBezTo>
                <a:cubicBezTo>
                  <a:pt x="29" y="33"/>
                  <a:pt x="27" y="32"/>
                  <a:pt x="25" y="32"/>
                </a:cubicBezTo>
                <a:cubicBezTo>
                  <a:pt x="24" y="31"/>
                  <a:pt x="22" y="30"/>
                  <a:pt x="21" y="29"/>
                </a:cubicBezTo>
                <a:cubicBezTo>
                  <a:pt x="20" y="28"/>
                  <a:pt x="19" y="28"/>
                  <a:pt x="18" y="29"/>
                </a:cubicBezTo>
                <a:cubicBezTo>
                  <a:pt x="17" y="29"/>
                  <a:pt x="17" y="31"/>
                  <a:pt x="18" y="31"/>
                </a:cubicBezTo>
                <a:cubicBezTo>
                  <a:pt x="20" y="33"/>
                  <a:pt x="22" y="34"/>
                  <a:pt x="24" y="35"/>
                </a:cubicBezTo>
                <a:cubicBezTo>
                  <a:pt x="26" y="36"/>
                  <a:pt x="28" y="37"/>
                  <a:pt x="31" y="37"/>
                </a:cubicBezTo>
                <a:cubicBezTo>
                  <a:pt x="36" y="37"/>
                  <a:pt x="40" y="35"/>
                  <a:pt x="43" y="31"/>
                </a:cubicBezTo>
                <a:cubicBezTo>
                  <a:pt x="44" y="31"/>
                  <a:pt x="44" y="29"/>
                  <a:pt x="43" y="29"/>
                </a:cubicBezTo>
                <a:cubicBezTo>
                  <a:pt x="42" y="28"/>
                  <a:pt x="41" y="28"/>
                  <a:pt x="41" y="29"/>
                </a:cubicBezTo>
                <a:close/>
                <a:moveTo>
                  <a:pt x="45" y="69"/>
                </a:moveTo>
                <a:cubicBezTo>
                  <a:pt x="45" y="69"/>
                  <a:pt x="45" y="69"/>
                  <a:pt x="45" y="69"/>
                </a:cubicBezTo>
                <a:cubicBezTo>
                  <a:pt x="16" y="69"/>
                  <a:pt x="16" y="69"/>
                  <a:pt x="16" y="69"/>
                </a:cubicBezTo>
                <a:cubicBezTo>
                  <a:pt x="15" y="69"/>
                  <a:pt x="14" y="70"/>
                  <a:pt x="14" y="71"/>
                </a:cubicBezTo>
                <a:cubicBezTo>
                  <a:pt x="14" y="72"/>
                  <a:pt x="15" y="73"/>
                  <a:pt x="16" y="73"/>
                </a:cubicBezTo>
                <a:cubicBezTo>
                  <a:pt x="45" y="73"/>
                  <a:pt x="45" y="73"/>
                  <a:pt x="45" y="73"/>
                </a:cubicBezTo>
                <a:cubicBezTo>
                  <a:pt x="46" y="73"/>
                  <a:pt x="47" y="72"/>
                  <a:pt x="47" y="71"/>
                </a:cubicBezTo>
                <a:cubicBezTo>
                  <a:pt x="47" y="70"/>
                  <a:pt x="46" y="69"/>
                  <a:pt x="45" y="69"/>
                </a:cubicBezTo>
                <a:close/>
                <a:moveTo>
                  <a:pt x="61" y="30"/>
                </a:moveTo>
                <a:cubicBezTo>
                  <a:pt x="61" y="30"/>
                  <a:pt x="61" y="30"/>
                  <a:pt x="61" y="30"/>
                </a:cubicBezTo>
                <a:cubicBezTo>
                  <a:pt x="61" y="22"/>
                  <a:pt x="58" y="14"/>
                  <a:pt x="52" y="9"/>
                </a:cubicBezTo>
                <a:cubicBezTo>
                  <a:pt x="47" y="3"/>
                  <a:pt x="39" y="0"/>
                  <a:pt x="31" y="0"/>
                </a:cubicBezTo>
                <a:cubicBezTo>
                  <a:pt x="22" y="0"/>
                  <a:pt x="14" y="3"/>
                  <a:pt x="9" y="9"/>
                </a:cubicBezTo>
                <a:cubicBezTo>
                  <a:pt x="3" y="14"/>
                  <a:pt x="0" y="22"/>
                  <a:pt x="0" y="30"/>
                </a:cubicBezTo>
                <a:cubicBezTo>
                  <a:pt x="0" y="36"/>
                  <a:pt x="1" y="41"/>
                  <a:pt x="4" y="46"/>
                </a:cubicBezTo>
                <a:cubicBezTo>
                  <a:pt x="4" y="46"/>
                  <a:pt x="4" y="46"/>
                  <a:pt x="4" y="46"/>
                </a:cubicBezTo>
                <a:cubicBezTo>
                  <a:pt x="6" y="50"/>
                  <a:pt x="9" y="53"/>
                  <a:pt x="13" y="56"/>
                </a:cubicBezTo>
                <a:cubicBezTo>
                  <a:pt x="13" y="64"/>
                  <a:pt x="13" y="64"/>
                  <a:pt x="13" y="64"/>
                </a:cubicBezTo>
                <a:cubicBezTo>
                  <a:pt x="13" y="66"/>
                  <a:pt x="15" y="67"/>
                  <a:pt x="16" y="67"/>
                </a:cubicBezTo>
                <a:cubicBezTo>
                  <a:pt x="45" y="67"/>
                  <a:pt x="45" y="67"/>
                  <a:pt x="45" y="67"/>
                </a:cubicBezTo>
                <a:cubicBezTo>
                  <a:pt x="47" y="67"/>
                  <a:pt x="48" y="66"/>
                  <a:pt x="48" y="64"/>
                </a:cubicBezTo>
                <a:cubicBezTo>
                  <a:pt x="48" y="56"/>
                  <a:pt x="48" y="56"/>
                  <a:pt x="48" y="56"/>
                </a:cubicBezTo>
                <a:cubicBezTo>
                  <a:pt x="52" y="53"/>
                  <a:pt x="55" y="50"/>
                  <a:pt x="57" y="46"/>
                </a:cubicBezTo>
                <a:cubicBezTo>
                  <a:pt x="57" y="46"/>
                  <a:pt x="57" y="46"/>
                  <a:pt x="57" y="46"/>
                </a:cubicBezTo>
                <a:cubicBezTo>
                  <a:pt x="60" y="41"/>
                  <a:pt x="61" y="36"/>
                  <a:pt x="61" y="30"/>
                </a:cubicBezTo>
                <a:close/>
                <a:moveTo>
                  <a:pt x="52" y="42"/>
                </a:moveTo>
                <a:cubicBezTo>
                  <a:pt x="52" y="42"/>
                  <a:pt x="52" y="42"/>
                  <a:pt x="52" y="42"/>
                </a:cubicBezTo>
                <a:cubicBezTo>
                  <a:pt x="52" y="42"/>
                  <a:pt x="52" y="42"/>
                  <a:pt x="52" y="42"/>
                </a:cubicBezTo>
                <a:cubicBezTo>
                  <a:pt x="52" y="42"/>
                  <a:pt x="52" y="42"/>
                  <a:pt x="52" y="42"/>
                </a:cubicBezTo>
                <a:cubicBezTo>
                  <a:pt x="50" y="46"/>
                  <a:pt x="47" y="49"/>
                  <a:pt x="43" y="51"/>
                </a:cubicBezTo>
                <a:cubicBezTo>
                  <a:pt x="42" y="52"/>
                  <a:pt x="42" y="53"/>
                  <a:pt x="42" y="54"/>
                </a:cubicBezTo>
                <a:cubicBezTo>
                  <a:pt x="42" y="54"/>
                  <a:pt x="42" y="54"/>
                  <a:pt x="42" y="54"/>
                </a:cubicBezTo>
                <a:cubicBezTo>
                  <a:pt x="42" y="61"/>
                  <a:pt x="42" y="61"/>
                  <a:pt x="42" y="61"/>
                </a:cubicBezTo>
                <a:cubicBezTo>
                  <a:pt x="19" y="61"/>
                  <a:pt x="19" y="61"/>
                  <a:pt x="19" y="61"/>
                </a:cubicBezTo>
                <a:cubicBezTo>
                  <a:pt x="19" y="54"/>
                  <a:pt x="19" y="54"/>
                  <a:pt x="19" y="54"/>
                </a:cubicBezTo>
                <a:cubicBezTo>
                  <a:pt x="19" y="53"/>
                  <a:pt x="19" y="52"/>
                  <a:pt x="18" y="51"/>
                </a:cubicBezTo>
                <a:cubicBezTo>
                  <a:pt x="14" y="49"/>
                  <a:pt x="11" y="46"/>
                  <a:pt x="9" y="42"/>
                </a:cubicBezTo>
                <a:cubicBezTo>
                  <a:pt x="9" y="42"/>
                  <a:pt x="9" y="42"/>
                  <a:pt x="9" y="42"/>
                </a:cubicBezTo>
                <a:cubicBezTo>
                  <a:pt x="7" y="39"/>
                  <a:pt x="6" y="35"/>
                  <a:pt x="6" y="30"/>
                </a:cubicBezTo>
                <a:cubicBezTo>
                  <a:pt x="6" y="24"/>
                  <a:pt x="9" y="17"/>
                  <a:pt x="13" y="13"/>
                </a:cubicBezTo>
                <a:cubicBezTo>
                  <a:pt x="18" y="9"/>
                  <a:pt x="24" y="6"/>
                  <a:pt x="31" y="6"/>
                </a:cubicBezTo>
                <a:cubicBezTo>
                  <a:pt x="37" y="6"/>
                  <a:pt x="43" y="9"/>
                  <a:pt x="48" y="13"/>
                </a:cubicBezTo>
                <a:cubicBezTo>
                  <a:pt x="52" y="17"/>
                  <a:pt x="55" y="24"/>
                  <a:pt x="55" y="30"/>
                </a:cubicBezTo>
                <a:cubicBezTo>
                  <a:pt x="55" y="35"/>
                  <a:pt x="54" y="39"/>
                  <a:pt x="52" y="42"/>
                </a:cubicBezTo>
                <a:close/>
                <a:moveTo>
                  <a:pt x="39" y="76"/>
                </a:moveTo>
                <a:cubicBezTo>
                  <a:pt x="39" y="76"/>
                  <a:pt x="39" y="76"/>
                  <a:pt x="39" y="76"/>
                </a:cubicBezTo>
                <a:cubicBezTo>
                  <a:pt x="22" y="76"/>
                  <a:pt x="22" y="76"/>
                  <a:pt x="22" y="76"/>
                </a:cubicBezTo>
                <a:cubicBezTo>
                  <a:pt x="21" y="76"/>
                  <a:pt x="20" y="77"/>
                  <a:pt x="20" y="78"/>
                </a:cubicBezTo>
                <a:cubicBezTo>
                  <a:pt x="20" y="79"/>
                  <a:pt x="21" y="79"/>
                  <a:pt x="22" y="79"/>
                </a:cubicBezTo>
                <a:cubicBezTo>
                  <a:pt x="39" y="79"/>
                  <a:pt x="39" y="79"/>
                  <a:pt x="39" y="79"/>
                </a:cubicBezTo>
                <a:cubicBezTo>
                  <a:pt x="40" y="79"/>
                  <a:pt x="41" y="79"/>
                  <a:pt x="41" y="78"/>
                </a:cubicBezTo>
                <a:cubicBezTo>
                  <a:pt x="41" y="77"/>
                  <a:pt x="40" y="76"/>
                  <a:pt x="39" y="7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797" name="Freeform 29"/>
          <p:cNvSpPr>
            <a:spLocks noEditPoints="1"/>
          </p:cNvSpPr>
          <p:nvPr/>
        </p:nvSpPr>
        <p:spPr bwMode="auto">
          <a:xfrm>
            <a:off x="3933825" y="1867693"/>
            <a:ext cx="304800" cy="303213"/>
          </a:xfrm>
          <a:custGeom>
            <a:avLst/>
            <a:gdLst>
              <a:gd name="T0" fmla="*/ 35 w 81"/>
              <a:gd name="T1" fmla="*/ 26 h 81"/>
              <a:gd name="T2" fmla="*/ 39 w 81"/>
              <a:gd name="T3" fmla="*/ 15 h 81"/>
              <a:gd name="T4" fmla="*/ 45 w 81"/>
              <a:gd name="T5" fmla="*/ 10 h 81"/>
              <a:gd name="T6" fmla="*/ 56 w 81"/>
              <a:gd name="T7" fmla="*/ 1 h 81"/>
              <a:gd name="T8" fmla="*/ 71 w 81"/>
              <a:gd name="T9" fmla="*/ 4 h 81"/>
              <a:gd name="T10" fmla="*/ 74 w 81"/>
              <a:gd name="T11" fmla="*/ 7 h 81"/>
              <a:gd name="T12" fmla="*/ 80 w 81"/>
              <a:gd name="T13" fmla="*/ 14 h 81"/>
              <a:gd name="T14" fmla="*/ 77 w 81"/>
              <a:gd name="T15" fmla="*/ 30 h 81"/>
              <a:gd name="T16" fmla="*/ 65 w 81"/>
              <a:gd name="T17" fmla="*/ 41 h 81"/>
              <a:gd name="T18" fmla="*/ 52 w 81"/>
              <a:gd name="T19" fmla="*/ 42 h 81"/>
              <a:gd name="T20" fmla="*/ 61 w 81"/>
              <a:gd name="T21" fmla="*/ 37 h 81"/>
              <a:gd name="T22" fmla="*/ 66 w 81"/>
              <a:gd name="T23" fmla="*/ 31 h 81"/>
              <a:gd name="T24" fmla="*/ 74 w 81"/>
              <a:gd name="T25" fmla="*/ 20 h 81"/>
              <a:gd name="T26" fmla="*/ 72 w 81"/>
              <a:gd name="T27" fmla="*/ 14 h 81"/>
              <a:gd name="T28" fmla="*/ 67 w 81"/>
              <a:gd name="T29" fmla="*/ 9 h 81"/>
              <a:gd name="T30" fmla="*/ 61 w 81"/>
              <a:gd name="T31" fmla="*/ 6 h 81"/>
              <a:gd name="T32" fmla="*/ 55 w 81"/>
              <a:gd name="T33" fmla="*/ 8 h 81"/>
              <a:gd name="T34" fmla="*/ 50 w 81"/>
              <a:gd name="T35" fmla="*/ 14 h 81"/>
              <a:gd name="T36" fmla="*/ 42 w 81"/>
              <a:gd name="T37" fmla="*/ 22 h 81"/>
              <a:gd name="T38" fmla="*/ 60 w 81"/>
              <a:gd name="T39" fmla="*/ 53 h 81"/>
              <a:gd name="T40" fmla="*/ 70 w 81"/>
              <a:gd name="T41" fmla="*/ 49 h 81"/>
              <a:gd name="T42" fmla="*/ 60 w 81"/>
              <a:gd name="T43" fmla="*/ 53 h 81"/>
              <a:gd name="T44" fmla="*/ 24 w 81"/>
              <a:gd name="T45" fmla="*/ 24 h 81"/>
              <a:gd name="T46" fmla="*/ 15 w 81"/>
              <a:gd name="T47" fmla="*/ 15 h 81"/>
              <a:gd name="T48" fmla="*/ 56 w 81"/>
              <a:gd name="T49" fmla="*/ 59 h 81"/>
              <a:gd name="T50" fmla="*/ 59 w 81"/>
              <a:gd name="T51" fmla="*/ 56 h 81"/>
              <a:gd name="T52" fmla="*/ 63 w 81"/>
              <a:gd name="T53" fmla="*/ 66 h 81"/>
              <a:gd name="T54" fmla="*/ 31 w 81"/>
              <a:gd name="T55" fmla="*/ 20 h 81"/>
              <a:gd name="T56" fmla="*/ 28 w 81"/>
              <a:gd name="T57" fmla="*/ 10 h 81"/>
              <a:gd name="T58" fmla="*/ 31 w 81"/>
              <a:gd name="T59" fmla="*/ 20 h 81"/>
              <a:gd name="T60" fmla="*/ 51 w 81"/>
              <a:gd name="T61" fmla="*/ 58 h 81"/>
              <a:gd name="T62" fmla="*/ 51 w 81"/>
              <a:gd name="T63" fmla="*/ 72 h 81"/>
              <a:gd name="T64" fmla="*/ 20 w 81"/>
              <a:gd name="T65" fmla="*/ 28 h 81"/>
              <a:gd name="T66" fmla="*/ 20 w 81"/>
              <a:gd name="T67" fmla="*/ 32 h 81"/>
              <a:gd name="T68" fmla="*/ 10 w 81"/>
              <a:gd name="T69" fmla="*/ 28 h 81"/>
              <a:gd name="T70" fmla="*/ 39 w 81"/>
              <a:gd name="T71" fmla="*/ 55 h 81"/>
              <a:gd name="T72" fmla="*/ 31 w 81"/>
              <a:gd name="T73" fmla="*/ 67 h 81"/>
              <a:gd name="T74" fmla="*/ 25 w 81"/>
              <a:gd name="T75" fmla="*/ 72 h 81"/>
              <a:gd name="T76" fmla="*/ 16 w 81"/>
              <a:gd name="T77" fmla="*/ 74 h 81"/>
              <a:gd name="T78" fmla="*/ 14 w 81"/>
              <a:gd name="T79" fmla="*/ 72 h 81"/>
              <a:gd name="T80" fmla="*/ 8 w 81"/>
              <a:gd name="T81" fmla="*/ 67 h 81"/>
              <a:gd name="T82" fmla="*/ 6 w 81"/>
              <a:gd name="T83" fmla="*/ 58 h 81"/>
              <a:gd name="T84" fmla="*/ 20 w 81"/>
              <a:gd name="T85" fmla="*/ 44 h 81"/>
              <a:gd name="T86" fmla="*/ 25 w 81"/>
              <a:gd name="T87" fmla="*/ 42 h 81"/>
              <a:gd name="T88" fmla="*/ 20 w 81"/>
              <a:gd name="T89" fmla="*/ 37 h 81"/>
              <a:gd name="T90" fmla="*/ 10 w 81"/>
              <a:gd name="T91" fmla="*/ 45 h 81"/>
              <a:gd name="T92" fmla="*/ 0 w 81"/>
              <a:gd name="T93" fmla="*/ 61 h 81"/>
              <a:gd name="T94" fmla="*/ 4 w 81"/>
              <a:gd name="T95" fmla="*/ 71 h 81"/>
              <a:gd name="T96" fmla="*/ 9 w 81"/>
              <a:gd name="T97" fmla="*/ 77 h 81"/>
              <a:gd name="T98" fmla="*/ 25 w 81"/>
              <a:gd name="T99" fmla="*/ 80 h 81"/>
              <a:gd name="T100" fmla="*/ 35 w 81"/>
              <a:gd name="T101" fmla="*/ 71 h 81"/>
              <a:gd name="T102" fmla="*/ 44 w 81"/>
              <a:gd name="T103" fmla="*/ 61 h 81"/>
              <a:gd name="T104" fmla="*/ 39 w 81"/>
              <a:gd name="T105" fmla="*/ 5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1" h="81">
                <a:moveTo>
                  <a:pt x="41" y="26"/>
                </a:moveTo>
                <a:cubicBezTo>
                  <a:pt x="41" y="27"/>
                  <a:pt x="40" y="29"/>
                  <a:pt x="38" y="29"/>
                </a:cubicBezTo>
                <a:cubicBezTo>
                  <a:pt x="37" y="29"/>
                  <a:pt x="35" y="27"/>
                  <a:pt x="35" y="26"/>
                </a:cubicBezTo>
                <a:cubicBezTo>
                  <a:pt x="35" y="24"/>
                  <a:pt x="36" y="22"/>
                  <a:pt x="36" y="20"/>
                </a:cubicBezTo>
                <a:cubicBezTo>
                  <a:pt x="37" y="18"/>
                  <a:pt x="38" y="17"/>
                  <a:pt x="39" y="15"/>
                </a:cubicBezTo>
                <a:cubicBezTo>
                  <a:pt x="39" y="15"/>
                  <a:pt x="39" y="15"/>
                  <a:pt x="39" y="15"/>
                </a:cubicBezTo>
                <a:cubicBezTo>
                  <a:pt x="39" y="15"/>
                  <a:pt x="39" y="15"/>
                  <a:pt x="39" y="15"/>
                </a:cubicBezTo>
                <a:cubicBezTo>
                  <a:pt x="45" y="10"/>
                  <a:pt x="45" y="10"/>
                  <a:pt x="45" y="10"/>
                </a:cubicBezTo>
                <a:cubicBezTo>
                  <a:pt x="45" y="10"/>
                  <a:pt x="45" y="10"/>
                  <a:pt x="45" y="10"/>
                </a:cubicBezTo>
                <a:cubicBezTo>
                  <a:pt x="51" y="4"/>
                  <a:pt x="51" y="4"/>
                  <a:pt x="51" y="4"/>
                </a:cubicBezTo>
                <a:cubicBezTo>
                  <a:pt x="51" y="4"/>
                  <a:pt x="51" y="4"/>
                  <a:pt x="51" y="4"/>
                </a:cubicBezTo>
                <a:cubicBezTo>
                  <a:pt x="52" y="3"/>
                  <a:pt x="54" y="2"/>
                  <a:pt x="56" y="1"/>
                </a:cubicBezTo>
                <a:cubicBezTo>
                  <a:pt x="57" y="0"/>
                  <a:pt x="59" y="0"/>
                  <a:pt x="61" y="0"/>
                </a:cubicBezTo>
                <a:cubicBezTo>
                  <a:pt x="63" y="0"/>
                  <a:pt x="65" y="0"/>
                  <a:pt x="67" y="1"/>
                </a:cubicBezTo>
                <a:cubicBezTo>
                  <a:pt x="68" y="2"/>
                  <a:pt x="70" y="3"/>
                  <a:pt x="71" y="4"/>
                </a:cubicBezTo>
                <a:cubicBezTo>
                  <a:pt x="71" y="4"/>
                  <a:pt x="71" y="4"/>
                  <a:pt x="71" y="4"/>
                </a:cubicBezTo>
                <a:cubicBezTo>
                  <a:pt x="74" y="7"/>
                  <a:pt x="74" y="7"/>
                  <a:pt x="74" y="7"/>
                </a:cubicBezTo>
                <a:cubicBezTo>
                  <a:pt x="74" y="7"/>
                  <a:pt x="74" y="7"/>
                  <a:pt x="74" y="7"/>
                </a:cubicBezTo>
                <a:cubicBezTo>
                  <a:pt x="77" y="9"/>
                  <a:pt x="77" y="9"/>
                  <a:pt x="77" y="9"/>
                </a:cubicBezTo>
                <a:cubicBezTo>
                  <a:pt x="77" y="10"/>
                  <a:pt x="77" y="10"/>
                  <a:pt x="77" y="10"/>
                </a:cubicBezTo>
                <a:cubicBezTo>
                  <a:pt x="78" y="11"/>
                  <a:pt x="79" y="12"/>
                  <a:pt x="80" y="14"/>
                </a:cubicBezTo>
                <a:cubicBezTo>
                  <a:pt x="80" y="16"/>
                  <a:pt x="81" y="18"/>
                  <a:pt x="81" y="20"/>
                </a:cubicBezTo>
                <a:cubicBezTo>
                  <a:pt x="81" y="21"/>
                  <a:pt x="80" y="23"/>
                  <a:pt x="80" y="25"/>
                </a:cubicBezTo>
                <a:cubicBezTo>
                  <a:pt x="79" y="27"/>
                  <a:pt x="78" y="28"/>
                  <a:pt x="77" y="30"/>
                </a:cubicBezTo>
                <a:cubicBezTo>
                  <a:pt x="71" y="35"/>
                  <a:pt x="71" y="35"/>
                  <a:pt x="71" y="35"/>
                </a:cubicBezTo>
                <a:cubicBezTo>
                  <a:pt x="65" y="41"/>
                  <a:pt x="65" y="41"/>
                  <a:pt x="65" y="41"/>
                </a:cubicBezTo>
                <a:cubicBezTo>
                  <a:pt x="65" y="41"/>
                  <a:pt x="65" y="41"/>
                  <a:pt x="65" y="41"/>
                </a:cubicBezTo>
                <a:cubicBezTo>
                  <a:pt x="64" y="43"/>
                  <a:pt x="62" y="44"/>
                  <a:pt x="60" y="44"/>
                </a:cubicBezTo>
                <a:cubicBezTo>
                  <a:pt x="59" y="45"/>
                  <a:pt x="57" y="45"/>
                  <a:pt x="55" y="45"/>
                </a:cubicBezTo>
                <a:cubicBezTo>
                  <a:pt x="53" y="45"/>
                  <a:pt x="52" y="44"/>
                  <a:pt x="52" y="42"/>
                </a:cubicBezTo>
                <a:cubicBezTo>
                  <a:pt x="52" y="40"/>
                  <a:pt x="53" y="39"/>
                  <a:pt x="55" y="39"/>
                </a:cubicBezTo>
                <a:cubicBezTo>
                  <a:pt x="56" y="39"/>
                  <a:pt x="57" y="39"/>
                  <a:pt x="58" y="38"/>
                </a:cubicBezTo>
                <a:cubicBezTo>
                  <a:pt x="59" y="38"/>
                  <a:pt x="60" y="38"/>
                  <a:pt x="61" y="37"/>
                </a:cubicBezTo>
                <a:cubicBezTo>
                  <a:pt x="61" y="37"/>
                  <a:pt x="61" y="37"/>
                  <a:pt x="61" y="37"/>
                </a:cubicBezTo>
                <a:cubicBezTo>
                  <a:pt x="66" y="31"/>
                  <a:pt x="66" y="31"/>
                  <a:pt x="66" y="31"/>
                </a:cubicBezTo>
                <a:cubicBezTo>
                  <a:pt x="66" y="31"/>
                  <a:pt x="66" y="31"/>
                  <a:pt x="66" y="31"/>
                </a:cubicBezTo>
                <a:cubicBezTo>
                  <a:pt x="72" y="25"/>
                  <a:pt x="72" y="25"/>
                  <a:pt x="72" y="25"/>
                </a:cubicBezTo>
                <a:cubicBezTo>
                  <a:pt x="73" y="25"/>
                  <a:pt x="74" y="24"/>
                  <a:pt x="74" y="23"/>
                </a:cubicBezTo>
                <a:cubicBezTo>
                  <a:pt x="74" y="22"/>
                  <a:pt x="74" y="21"/>
                  <a:pt x="74" y="20"/>
                </a:cubicBezTo>
                <a:cubicBezTo>
                  <a:pt x="74" y="18"/>
                  <a:pt x="74" y="17"/>
                  <a:pt x="74" y="16"/>
                </a:cubicBezTo>
                <a:cubicBezTo>
                  <a:pt x="74" y="15"/>
                  <a:pt x="73" y="15"/>
                  <a:pt x="72" y="14"/>
                </a:cubicBezTo>
                <a:cubicBezTo>
                  <a:pt x="72" y="14"/>
                  <a:pt x="72" y="14"/>
                  <a:pt x="72" y="14"/>
                </a:cubicBezTo>
                <a:cubicBezTo>
                  <a:pt x="69" y="11"/>
                  <a:pt x="69" y="11"/>
                  <a:pt x="69" y="11"/>
                </a:cubicBezTo>
                <a:cubicBezTo>
                  <a:pt x="69" y="11"/>
                  <a:pt x="69" y="11"/>
                  <a:pt x="69" y="11"/>
                </a:cubicBezTo>
                <a:cubicBezTo>
                  <a:pt x="67" y="9"/>
                  <a:pt x="67" y="9"/>
                  <a:pt x="67" y="9"/>
                </a:cubicBezTo>
                <a:cubicBezTo>
                  <a:pt x="67" y="8"/>
                  <a:pt x="67" y="8"/>
                  <a:pt x="67" y="8"/>
                </a:cubicBezTo>
                <a:cubicBezTo>
                  <a:pt x="66" y="8"/>
                  <a:pt x="65" y="7"/>
                  <a:pt x="64" y="7"/>
                </a:cubicBezTo>
                <a:cubicBezTo>
                  <a:pt x="63" y="6"/>
                  <a:pt x="62" y="6"/>
                  <a:pt x="61" y="6"/>
                </a:cubicBezTo>
                <a:cubicBezTo>
                  <a:pt x="60" y="6"/>
                  <a:pt x="59" y="6"/>
                  <a:pt x="58" y="7"/>
                </a:cubicBezTo>
                <a:cubicBezTo>
                  <a:pt x="57" y="7"/>
                  <a:pt x="56" y="8"/>
                  <a:pt x="55" y="8"/>
                </a:cubicBezTo>
                <a:cubicBezTo>
                  <a:pt x="55" y="8"/>
                  <a:pt x="55" y="8"/>
                  <a:pt x="55" y="8"/>
                </a:cubicBezTo>
                <a:cubicBezTo>
                  <a:pt x="55" y="8"/>
                  <a:pt x="55" y="8"/>
                  <a:pt x="55" y="8"/>
                </a:cubicBezTo>
                <a:cubicBezTo>
                  <a:pt x="50" y="14"/>
                  <a:pt x="50" y="14"/>
                  <a:pt x="50" y="14"/>
                </a:cubicBezTo>
                <a:cubicBezTo>
                  <a:pt x="50" y="14"/>
                  <a:pt x="50" y="14"/>
                  <a:pt x="50" y="14"/>
                </a:cubicBezTo>
                <a:cubicBezTo>
                  <a:pt x="44" y="20"/>
                  <a:pt x="44" y="20"/>
                  <a:pt x="44" y="20"/>
                </a:cubicBezTo>
                <a:cubicBezTo>
                  <a:pt x="44" y="20"/>
                  <a:pt x="44" y="20"/>
                  <a:pt x="44" y="20"/>
                </a:cubicBezTo>
                <a:cubicBezTo>
                  <a:pt x="43" y="21"/>
                  <a:pt x="42" y="22"/>
                  <a:pt x="42" y="22"/>
                </a:cubicBezTo>
                <a:cubicBezTo>
                  <a:pt x="42" y="23"/>
                  <a:pt x="41" y="25"/>
                  <a:pt x="41" y="26"/>
                </a:cubicBezTo>
                <a:close/>
                <a:moveTo>
                  <a:pt x="60" y="53"/>
                </a:moveTo>
                <a:cubicBezTo>
                  <a:pt x="60" y="53"/>
                  <a:pt x="60" y="53"/>
                  <a:pt x="60" y="53"/>
                </a:cubicBezTo>
                <a:cubicBezTo>
                  <a:pt x="59" y="53"/>
                  <a:pt x="58" y="52"/>
                  <a:pt x="58" y="51"/>
                </a:cubicBezTo>
                <a:cubicBezTo>
                  <a:pt x="58" y="50"/>
                  <a:pt x="59" y="49"/>
                  <a:pt x="60" y="49"/>
                </a:cubicBezTo>
                <a:cubicBezTo>
                  <a:pt x="70" y="49"/>
                  <a:pt x="70" y="49"/>
                  <a:pt x="70" y="49"/>
                </a:cubicBezTo>
                <a:cubicBezTo>
                  <a:pt x="71" y="49"/>
                  <a:pt x="72" y="50"/>
                  <a:pt x="72" y="51"/>
                </a:cubicBezTo>
                <a:cubicBezTo>
                  <a:pt x="72" y="52"/>
                  <a:pt x="71" y="53"/>
                  <a:pt x="70" y="53"/>
                </a:cubicBezTo>
                <a:cubicBezTo>
                  <a:pt x="60" y="53"/>
                  <a:pt x="60" y="53"/>
                  <a:pt x="60" y="53"/>
                </a:cubicBezTo>
                <a:close/>
                <a:moveTo>
                  <a:pt x="24" y="22"/>
                </a:moveTo>
                <a:cubicBezTo>
                  <a:pt x="24" y="22"/>
                  <a:pt x="24" y="22"/>
                  <a:pt x="24" y="22"/>
                </a:cubicBezTo>
                <a:cubicBezTo>
                  <a:pt x="25" y="23"/>
                  <a:pt x="25" y="24"/>
                  <a:pt x="24" y="24"/>
                </a:cubicBezTo>
                <a:cubicBezTo>
                  <a:pt x="24" y="25"/>
                  <a:pt x="22" y="25"/>
                  <a:pt x="22" y="24"/>
                </a:cubicBezTo>
                <a:cubicBezTo>
                  <a:pt x="15" y="17"/>
                  <a:pt x="15" y="17"/>
                  <a:pt x="15" y="17"/>
                </a:cubicBezTo>
                <a:cubicBezTo>
                  <a:pt x="14" y="17"/>
                  <a:pt x="14" y="15"/>
                  <a:pt x="15" y="15"/>
                </a:cubicBezTo>
                <a:cubicBezTo>
                  <a:pt x="15" y="14"/>
                  <a:pt x="16" y="14"/>
                  <a:pt x="17" y="15"/>
                </a:cubicBezTo>
                <a:cubicBezTo>
                  <a:pt x="24" y="22"/>
                  <a:pt x="24" y="22"/>
                  <a:pt x="24" y="22"/>
                </a:cubicBezTo>
                <a:close/>
                <a:moveTo>
                  <a:pt x="56" y="59"/>
                </a:moveTo>
                <a:cubicBezTo>
                  <a:pt x="56" y="59"/>
                  <a:pt x="56" y="59"/>
                  <a:pt x="56" y="59"/>
                </a:cubicBezTo>
                <a:cubicBezTo>
                  <a:pt x="55" y="58"/>
                  <a:pt x="55" y="57"/>
                  <a:pt x="56" y="56"/>
                </a:cubicBezTo>
                <a:cubicBezTo>
                  <a:pt x="57" y="55"/>
                  <a:pt x="58" y="55"/>
                  <a:pt x="59" y="56"/>
                </a:cubicBezTo>
                <a:cubicBezTo>
                  <a:pt x="66" y="63"/>
                  <a:pt x="66" y="63"/>
                  <a:pt x="66" y="63"/>
                </a:cubicBezTo>
                <a:cubicBezTo>
                  <a:pt x="67" y="64"/>
                  <a:pt x="67" y="65"/>
                  <a:pt x="66" y="66"/>
                </a:cubicBezTo>
                <a:cubicBezTo>
                  <a:pt x="65" y="67"/>
                  <a:pt x="64" y="67"/>
                  <a:pt x="63" y="66"/>
                </a:cubicBezTo>
                <a:cubicBezTo>
                  <a:pt x="56" y="59"/>
                  <a:pt x="56" y="59"/>
                  <a:pt x="56" y="59"/>
                </a:cubicBezTo>
                <a:close/>
                <a:moveTo>
                  <a:pt x="31" y="20"/>
                </a:moveTo>
                <a:cubicBezTo>
                  <a:pt x="31" y="20"/>
                  <a:pt x="31" y="20"/>
                  <a:pt x="31" y="20"/>
                </a:cubicBezTo>
                <a:cubicBezTo>
                  <a:pt x="31" y="21"/>
                  <a:pt x="31" y="22"/>
                  <a:pt x="30" y="22"/>
                </a:cubicBezTo>
                <a:cubicBezTo>
                  <a:pt x="29" y="22"/>
                  <a:pt x="28" y="21"/>
                  <a:pt x="28" y="20"/>
                </a:cubicBezTo>
                <a:cubicBezTo>
                  <a:pt x="28" y="10"/>
                  <a:pt x="28" y="10"/>
                  <a:pt x="28" y="10"/>
                </a:cubicBezTo>
                <a:cubicBezTo>
                  <a:pt x="28" y="9"/>
                  <a:pt x="29" y="9"/>
                  <a:pt x="30" y="9"/>
                </a:cubicBezTo>
                <a:cubicBezTo>
                  <a:pt x="31" y="9"/>
                  <a:pt x="31" y="9"/>
                  <a:pt x="31" y="10"/>
                </a:cubicBezTo>
                <a:cubicBezTo>
                  <a:pt x="31" y="20"/>
                  <a:pt x="31" y="20"/>
                  <a:pt x="31" y="20"/>
                </a:cubicBezTo>
                <a:close/>
                <a:moveTo>
                  <a:pt x="49" y="60"/>
                </a:moveTo>
                <a:cubicBezTo>
                  <a:pt x="49" y="60"/>
                  <a:pt x="49" y="60"/>
                  <a:pt x="49" y="60"/>
                </a:cubicBezTo>
                <a:cubicBezTo>
                  <a:pt x="49" y="59"/>
                  <a:pt x="50" y="58"/>
                  <a:pt x="51" y="58"/>
                </a:cubicBezTo>
                <a:cubicBezTo>
                  <a:pt x="52" y="58"/>
                  <a:pt x="53" y="59"/>
                  <a:pt x="53" y="60"/>
                </a:cubicBezTo>
                <a:cubicBezTo>
                  <a:pt x="53" y="70"/>
                  <a:pt x="53" y="70"/>
                  <a:pt x="53" y="70"/>
                </a:cubicBezTo>
                <a:cubicBezTo>
                  <a:pt x="53" y="71"/>
                  <a:pt x="52" y="72"/>
                  <a:pt x="51" y="72"/>
                </a:cubicBezTo>
                <a:cubicBezTo>
                  <a:pt x="50" y="72"/>
                  <a:pt x="49" y="71"/>
                  <a:pt x="49" y="70"/>
                </a:cubicBezTo>
                <a:cubicBezTo>
                  <a:pt x="49" y="60"/>
                  <a:pt x="49" y="60"/>
                  <a:pt x="49" y="60"/>
                </a:cubicBezTo>
                <a:close/>
                <a:moveTo>
                  <a:pt x="20" y="28"/>
                </a:moveTo>
                <a:cubicBezTo>
                  <a:pt x="20" y="28"/>
                  <a:pt x="20" y="28"/>
                  <a:pt x="20" y="28"/>
                </a:cubicBezTo>
                <a:cubicBezTo>
                  <a:pt x="21" y="28"/>
                  <a:pt x="22" y="29"/>
                  <a:pt x="22" y="30"/>
                </a:cubicBezTo>
                <a:cubicBezTo>
                  <a:pt x="22" y="31"/>
                  <a:pt x="21" y="32"/>
                  <a:pt x="20" y="32"/>
                </a:cubicBezTo>
                <a:cubicBezTo>
                  <a:pt x="10" y="32"/>
                  <a:pt x="10" y="32"/>
                  <a:pt x="10" y="32"/>
                </a:cubicBezTo>
                <a:cubicBezTo>
                  <a:pt x="9" y="32"/>
                  <a:pt x="8" y="31"/>
                  <a:pt x="8" y="30"/>
                </a:cubicBezTo>
                <a:cubicBezTo>
                  <a:pt x="8" y="29"/>
                  <a:pt x="9" y="28"/>
                  <a:pt x="10" y="28"/>
                </a:cubicBezTo>
                <a:cubicBezTo>
                  <a:pt x="20" y="28"/>
                  <a:pt x="20" y="28"/>
                  <a:pt x="20" y="28"/>
                </a:cubicBezTo>
                <a:close/>
                <a:moveTo>
                  <a:pt x="39" y="55"/>
                </a:moveTo>
                <a:cubicBezTo>
                  <a:pt x="39" y="55"/>
                  <a:pt x="39" y="55"/>
                  <a:pt x="39" y="55"/>
                </a:cubicBezTo>
                <a:cubicBezTo>
                  <a:pt x="39" y="56"/>
                  <a:pt x="39" y="57"/>
                  <a:pt x="38" y="58"/>
                </a:cubicBezTo>
                <a:cubicBezTo>
                  <a:pt x="38" y="59"/>
                  <a:pt x="37" y="60"/>
                  <a:pt x="37" y="61"/>
                </a:cubicBezTo>
                <a:cubicBezTo>
                  <a:pt x="31" y="67"/>
                  <a:pt x="31" y="67"/>
                  <a:pt x="31" y="67"/>
                </a:cubicBezTo>
                <a:cubicBezTo>
                  <a:pt x="31" y="67"/>
                  <a:pt x="31" y="67"/>
                  <a:pt x="31" y="67"/>
                </a:cubicBezTo>
                <a:cubicBezTo>
                  <a:pt x="25" y="72"/>
                  <a:pt x="25" y="72"/>
                  <a:pt x="25" y="72"/>
                </a:cubicBezTo>
                <a:cubicBezTo>
                  <a:pt x="25" y="72"/>
                  <a:pt x="25" y="72"/>
                  <a:pt x="25" y="72"/>
                </a:cubicBezTo>
                <a:cubicBezTo>
                  <a:pt x="24" y="73"/>
                  <a:pt x="23" y="74"/>
                  <a:pt x="23" y="74"/>
                </a:cubicBezTo>
                <a:cubicBezTo>
                  <a:pt x="21" y="74"/>
                  <a:pt x="20" y="75"/>
                  <a:pt x="19" y="75"/>
                </a:cubicBezTo>
                <a:cubicBezTo>
                  <a:pt x="18" y="75"/>
                  <a:pt x="17" y="74"/>
                  <a:pt x="16" y="74"/>
                </a:cubicBezTo>
                <a:cubicBezTo>
                  <a:pt x="15" y="74"/>
                  <a:pt x="14" y="73"/>
                  <a:pt x="14" y="72"/>
                </a:cubicBezTo>
                <a:cubicBezTo>
                  <a:pt x="14" y="72"/>
                  <a:pt x="14" y="72"/>
                  <a:pt x="14" y="72"/>
                </a:cubicBezTo>
                <a:cubicBezTo>
                  <a:pt x="14" y="72"/>
                  <a:pt x="14" y="72"/>
                  <a:pt x="14" y="72"/>
                </a:cubicBezTo>
                <a:cubicBezTo>
                  <a:pt x="11" y="70"/>
                  <a:pt x="11" y="70"/>
                  <a:pt x="11" y="70"/>
                </a:cubicBezTo>
                <a:cubicBezTo>
                  <a:pt x="8" y="67"/>
                  <a:pt x="8" y="67"/>
                  <a:pt x="8" y="67"/>
                </a:cubicBezTo>
                <a:cubicBezTo>
                  <a:pt x="8" y="67"/>
                  <a:pt x="8" y="67"/>
                  <a:pt x="8" y="67"/>
                </a:cubicBezTo>
                <a:cubicBezTo>
                  <a:pt x="7" y="66"/>
                  <a:pt x="7" y="65"/>
                  <a:pt x="6" y="64"/>
                </a:cubicBezTo>
                <a:cubicBezTo>
                  <a:pt x="6" y="63"/>
                  <a:pt x="6" y="62"/>
                  <a:pt x="6" y="61"/>
                </a:cubicBezTo>
                <a:cubicBezTo>
                  <a:pt x="6" y="60"/>
                  <a:pt x="6" y="59"/>
                  <a:pt x="6" y="58"/>
                </a:cubicBezTo>
                <a:cubicBezTo>
                  <a:pt x="7" y="57"/>
                  <a:pt x="7" y="56"/>
                  <a:pt x="8" y="55"/>
                </a:cubicBezTo>
                <a:cubicBezTo>
                  <a:pt x="14" y="50"/>
                  <a:pt x="14" y="50"/>
                  <a:pt x="14" y="50"/>
                </a:cubicBezTo>
                <a:cubicBezTo>
                  <a:pt x="20" y="44"/>
                  <a:pt x="20" y="44"/>
                  <a:pt x="20" y="44"/>
                </a:cubicBezTo>
                <a:cubicBezTo>
                  <a:pt x="20" y="44"/>
                  <a:pt x="20" y="44"/>
                  <a:pt x="20" y="44"/>
                </a:cubicBezTo>
                <a:cubicBezTo>
                  <a:pt x="21" y="43"/>
                  <a:pt x="21" y="43"/>
                  <a:pt x="22" y="42"/>
                </a:cubicBezTo>
                <a:cubicBezTo>
                  <a:pt x="23" y="42"/>
                  <a:pt x="24" y="42"/>
                  <a:pt x="25" y="42"/>
                </a:cubicBezTo>
                <a:cubicBezTo>
                  <a:pt x="27" y="42"/>
                  <a:pt x="29" y="40"/>
                  <a:pt x="29" y="39"/>
                </a:cubicBezTo>
                <a:cubicBezTo>
                  <a:pt x="29" y="37"/>
                  <a:pt x="27" y="35"/>
                  <a:pt x="25" y="35"/>
                </a:cubicBezTo>
                <a:cubicBezTo>
                  <a:pt x="24" y="35"/>
                  <a:pt x="22" y="36"/>
                  <a:pt x="20" y="37"/>
                </a:cubicBezTo>
                <a:cubicBezTo>
                  <a:pt x="18" y="37"/>
                  <a:pt x="17" y="38"/>
                  <a:pt x="15" y="39"/>
                </a:cubicBezTo>
                <a:cubicBezTo>
                  <a:pt x="15" y="40"/>
                  <a:pt x="15" y="40"/>
                  <a:pt x="15" y="40"/>
                </a:cubicBezTo>
                <a:cubicBezTo>
                  <a:pt x="10" y="45"/>
                  <a:pt x="10" y="45"/>
                  <a:pt x="10" y="45"/>
                </a:cubicBezTo>
                <a:cubicBezTo>
                  <a:pt x="4" y="51"/>
                  <a:pt x="4" y="51"/>
                  <a:pt x="4" y="51"/>
                </a:cubicBezTo>
                <a:cubicBezTo>
                  <a:pt x="2" y="52"/>
                  <a:pt x="1" y="54"/>
                  <a:pt x="1" y="56"/>
                </a:cubicBezTo>
                <a:cubicBezTo>
                  <a:pt x="0" y="57"/>
                  <a:pt x="0" y="59"/>
                  <a:pt x="0" y="61"/>
                </a:cubicBezTo>
                <a:cubicBezTo>
                  <a:pt x="0" y="63"/>
                  <a:pt x="0" y="65"/>
                  <a:pt x="1" y="67"/>
                </a:cubicBezTo>
                <a:cubicBezTo>
                  <a:pt x="1" y="68"/>
                  <a:pt x="2" y="70"/>
                  <a:pt x="4" y="71"/>
                </a:cubicBezTo>
                <a:cubicBezTo>
                  <a:pt x="4" y="71"/>
                  <a:pt x="4" y="71"/>
                  <a:pt x="4" y="71"/>
                </a:cubicBezTo>
                <a:cubicBezTo>
                  <a:pt x="7" y="74"/>
                  <a:pt x="7" y="74"/>
                  <a:pt x="7" y="74"/>
                </a:cubicBezTo>
                <a:cubicBezTo>
                  <a:pt x="9" y="77"/>
                  <a:pt x="9" y="77"/>
                  <a:pt x="9" y="77"/>
                </a:cubicBezTo>
                <a:cubicBezTo>
                  <a:pt x="9" y="77"/>
                  <a:pt x="9" y="77"/>
                  <a:pt x="9" y="77"/>
                </a:cubicBezTo>
                <a:cubicBezTo>
                  <a:pt x="11" y="78"/>
                  <a:pt x="12" y="79"/>
                  <a:pt x="14" y="80"/>
                </a:cubicBezTo>
                <a:cubicBezTo>
                  <a:pt x="16" y="81"/>
                  <a:pt x="17" y="81"/>
                  <a:pt x="19" y="81"/>
                </a:cubicBezTo>
                <a:cubicBezTo>
                  <a:pt x="21" y="81"/>
                  <a:pt x="23" y="81"/>
                  <a:pt x="25" y="80"/>
                </a:cubicBezTo>
                <a:cubicBezTo>
                  <a:pt x="27" y="79"/>
                  <a:pt x="28" y="78"/>
                  <a:pt x="29" y="77"/>
                </a:cubicBezTo>
                <a:cubicBezTo>
                  <a:pt x="29" y="77"/>
                  <a:pt x="29" y="77"/>
                  <a:pt x="29" y="77"/>
                </a:cubicBezTo>
                <a:cubicBezTo>
                  <a:pt x="35" y="71"/>
                  <a:pt x="35" y="71"/>
                  <a:pt x="35" y="71"/>
                </a:cubicBezTo>
                <a:cubicBezTo>
                  <a:pt x="35" y="71"/>
                  <a:pt x="35" y="71"/>
                  <a:pt x="35" y="71"/>
                </a:cubicBezTo>
                <a:cubicBezTo>
                  <a:pt x="41" y="65"/>
                  <a:pt x="41" y="65"/>
                  <a:pt x="41" y="65"/>
                </a:cubicBezTo>
                <a:cubicBezTo>
                  <a:pt x="42" y="64"/>
                  <a:pt x="43" y="62"/>
                  <a:pt x="44" y="61"/>
                </a:cubicBezTo>
                <a:cubicBezTo>
                  <a:pt x="45" y="59"/>
                  <a:pt x="45" y="57"/>
                  <a:pt x="45" y="55"/>
                </a:cubicBezTo>
                <a:cubicBezTo>
                  <a:pt x="45" y="53"/>
                  <a:pt x="44" y="52"/>
                  <a:pt x="42" y="52"/>
                </a:cubicBezTo>
                <a:cubicBezTo>
                  <a:pt x="40" y="52"/>
                  <a:pt x="39" y="53"/>
                  <a:pt x="39" y="5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798" name="Freeform 30"/>
          <p:cNvSpPr>
            <a:spLocks noEditPoints="1"/>
          </p:cNvSpPr>
          <p:nvPr/>
        </p:nvSpPr>
        <p:spPr bwMode="auto">
          <a:xfrm>
            <a:off x="4908550" y="3555206"/>
            <a:ext cx="304800" cy="303212"/>
          </a:xfrm>
          <a:custGeom>
            <a:avLst/>
            <a:gdLst>
              <a:gd name="T0" fmla="*/ 9 w 81"/>
              <a:gd name="T1" fmla="*/ 72 h 81"/>
              <a:gd name="T2" fmla="*/ 0 w 81"/>
              <a:gd name="T3" fmla="*/ 48 h 81"/>
              <a:gd name="T4" fmla="*/ 9 w 81"/>
              <a:gd name="T5" fmla="*/ 25 h 81"/>
              <a:gd name="T6" fmla="*/ 9 w 81"/>
              <a:gd name="T7" fmla="*/ 25 h 81"/>
              <a:gd name="T8" fmla="*/ 9 w 81"/>
              <a:gd name="T9" fmla="*/ 25 h 81"/>
              <a:gd name="T10" fmla="*/ 34 w 81"/>
              <a:gd name="T11" fmla="*/ 1 h 81"/>
              <a:gd name="T12" fmla="*/ 38 w 81"/>
              <a:gd name="T13" fmla="*/ 1 h 81"/>
              <a:gd name="T14" fmla="*/ 50 w 81"/>
              <a:gd name="T15" fmla="*/ 13 h 81"/>
              <a:gd name="T16" fmla="*/ 50 w 81"/>
              <a:gd name="T17" fmla="*/ 17 h 81"/>
              <a:gd name="T18" fmla="*/ 50 w 81"/>
              <a:gd name="T19" fmla="*/ 17 h 81"/>
              <a:gd name="T20" fmla="*/ 26 w 81"/>
              <a:gd name="T21" fmla="*/ 42 h 81"/>
              <a:gd name="T22" fmla="*/ 26 w 81"/>
              <a:gd name="T23" fmla="*/ 42 h 81"/>
              <a:gd name="T24" fmla="*/ 23 w 81"/>
              <a:gd name="T25" fmla="*/ 48 h 81"/>
              <a:gd name="T26" fmla="*/ 26 w 81"/>
              <a:gd name="T27" fmla="*/ 55 h 81"/>
              <a:gd name="T28" fmla="*/ 33 w 81"/>
              <a:gd name="T29" fmla="*/ 58 h 81"/>
              <a:gd name="T30" fmla="*/ 39 w 81"/>
              <a:gd name="T31" fmla="*/ 55 h 81"/>
              <a:gd name="T32" fmla="*/ 64 w 81"/>
              <a:gd name="T33" fmla="*/ 31 h 81"/>
              <a:gd name="T34" fmla="*/ 68 w 81"/>
              <a:gd name="T35" fmla="*/ 31 h 81"/>
              <a:gd name="T36" fmla="*/ 68 w 81"/>
              <a:gd name="T37" fmla="*/ 31 h 81"/>
              <a:gd name="T38" fmla="*/ 80 w 81"/>
              <a:gd name="T39" fmla="*/ 43 h 81"/>
              <a:gd name="T40" fmla="*/ 80 w 81"/>
              <a:gd name="T41" fmla="*/ 48 h 81"/>
              <a:gd name="T42" fmla="*/ 80 w 81"/>
              <a:gd name="T43" fmla="*/ 48 h 81"/>
              <a:gd name="T44" fmla="*/ 56 w 81"/>
              <a:gd name="T45" fmla="*/ 72 h 81"/>
              <a:gd name="T46" fmla="*/ 33 w 81"/>
              <a:gd name="T47" fmla="*/ 81 h 81"/>
              <a:gd name="T48" fmla="*/ 9 w 81"/>
              <a:gd name="T49" fmla="*/ 72 h 81"/>
              <a:gd name="T50" fmla="*/ 32 w 81"/>
              <a:gd name="T51" fmla="*/ 26 h 81"/>
              <a:gd name="T52" fmla="*/ 32 w 81"/>
              <a:gd name="T53" fmla="*/ 26 h 81"/>
              <a:gd name="T54" fmla="*/ 25 w 81"/>
              <a:gd name="T55" fmla="*/ 19 h 81"/>
              <a:gd name="T56" fmla="*/ 14 w 81"/>
              <a:gd name="T57" fmla="*/ 30 h 81"/>
              <a:gd name="T58" fmla="*/ 14 w 81"/>
              <a:gd name="T59" fmla="*/ 30 h 81"/>
              <a:gd name="T60" fmla="*/ 6 w 81"/>
              <a:gd name="T61" fmla="*/ 48 h 81"/>
              <a:gd name="T62" fmla="*/ 14 w 81"/>
              <a:gd name="T63" fmla="*/ 67 h 81"/>
              <a:gd name="T64" fmla="*/ 33 w 81"/>
              <a:gd name="T65" fmla="*/ 75 h 81"/>
              <a:gd name="T66" fmla="*/ 51 w 81"/>
              <a:gd name="T67" fmla="*/ 67 h 81"/>
              <a:gd name="T68" fmla="*/ 62 w 81"/>
              <a:gd name="T69" fmla="*/ 56 h 81"/>
              <a:gd name="T70" fmla="*/ 55 w 81"/>
              <a:gd name="T71" fmla="*/ 49 h 81"/>
              <a:gd name="T72" fmla="*/ 44 w 81"/>
              <a:gd name="T73" fmla="*/ 60 h 81"/>
              <a:gd name="T74" fmla="*/ 33 w 81"/>
              <a:gd name="T75" fmla="*/ 64 h 81"/>
              <a:gd name="T76" fmla="*/ 21 w 81"/>
              <a:gd name="T77" fmla="*/ 60 h 81"/>
              <a:gd name="T78" fmla="*/ 17 w 81"/>
              <a:gd name="T79" fmla="*/ 48 h 81"/>
              <a:gd name="T80" fmla="*/ 21 w 81"/>
              <a:gd name="T81" fmla="*/ 37 h 81"/>
              <a:gd name="T82" fmla="*/ 21 w 81"/>
              <a:gd name="T83" fmla="*/ 37 h 81"/>
              <a:gd name="T84" fmla="*/ 32 w 81"/>
              <a:gd name="T85" fmla="*/ 26 h 81"/>
              <a:gd name="T86" fmla="*/ 27 w 81"/>
              <a:gd name="T87" fmla="*/ 16 h 81"/>
              <a:gd name="T88" fmla="*/ 27 w 81"/>
              <a:gd name="T89" fmla="*/ 16 h 81"/>
              <a:gd name="T90" fmla="*/ 35 w 81"/>
              <a:gd name="T91" fmla="*/ 23 h 81"/>
              <a:gd name="T92" fmla="*/ 43 w 81"/>
              <a:gd name="T93" fmla="*/ 15 h 81"/>
              <a:gd name="T94" fmla="*/ 36 w 81"/>
              <a:gd name="T95" fmla="*/ 8 h 81"/>
              <a:gd name="T96" fmla="*/ 27 w 81"/>
              <a:gd name="T97" fmla="*/ 16 h 81"/>
              <a:gd name="T98" fmla="*/ 65 w 81"/>
              <a:gd name="T99" fmla="*/ 54 h 81"/>
              <a:gd name="T100" fmla="*/ 65 w 81"/>
              <a:gd name="T101" fmla="*/ 54 h 81"/>
              <a:gd name="T102" fmla="*/ 73 w 81"/>
              <a:gd name="T103" fmla="*/ 45 h 81"/>
              <a:gd name="T104" fmla="*/ 66 w 81"/>
              <a:gd name="T105" fmla="*/ 38 h 81"/>
              <a:gd name="T106" fmla="*/ 58 w 81"/>
              <a:gd name="T107" fmla="*/ 46 h 81"/>
              <a:gd name="T108" fmla="*/ 65 w 81"/>
              <a:gd name="T109" fmla="*/ 5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1" h="81">
                <a:moveTo>
                  <a:pt x="9" y="72"/>
                </a:moveTo>
                <a:cubicBezTo>
                  <a:pt x="3" y="65"/>
                  <a:pt x="0" y="57"/>
                  <a:pt x="0" y="48"/>
                </a:cubicBezTo>
                <a:cubicBezTo>
                  <a:pt x="0" y="40"/>
                  <a:pt x="3" y="32"/>
                  <a:pt x="9" y="25"/>
                </a:cubicBezTo>
                <a:cubicBezTo>
                  <a:pt x="9" y="25"/>
                  <a:pt x="9" y="25"/>
                  <a:pt x="9" y="25"/>
                </a:cubicBezTo>
                <a:cubicBezTo>
                  <a:pt x="9" y="25"/>
                  <a:pt x="9" y="25"/>
                  <a:pt x="9" y="25"/>
                </a:cubicBezTo>
                <a:cubicBezTo>
                  <a:pt x="34" y="1"/>
                  <a:pt x="34" y="1"/>
                  <a:pt x="34" y="1"/>
                </a:cubicBezTo>
                <a:cubicBezTo>
                  <a:pt x="35" y="0"/>
                  <a:pt x="37" y="0"/>
                  <a:pt x="38" y="1"/>
                </a:cubicBezTo>
                <a:cubicBezTo>
                  <a:pt x="50" y="13"/>
                  <a:pt x="50" y="13"/>
                  <a:pt x="50" y="13"/>
                </a:cubicBezTo>
                <a:cubicBezTo>
                  <a:pt x="51" y="14"/>
                  <a:pt x="51" y="16"/>
                  <a:pt x="50" y="17"/>
                </a:cubicBezTo>
                <a:cubicBezTo>
                  <a:pt x="50" y="17"/>
                  <a:pt x="50" y="17"/>
                  <a:pt x="50" y="17"/>
                </a:cubicBezTo>
                <a:cubicBezTo>
                  <a:pt x="26" y="42"/>
                  <a:pt x="26" y="42"/>
                  <a:pt x="26" y="42"/>
                </a:cubicBezTo>
                <a:cubicBezTo>
                  <a:pt x="26" y="42"/>
                  <a:pt x="26" y="42"/>
                  <a:pt x="26" y="42"/>
                </a:cubicBezTo>
                <a:cubicBezTo>
                  <a:pt x="24" y="44"/>
                  <a:pt x="23" y="46"/>
                  <a:pt x="23" y="48"/>
                </a:cubicBezTo>
                <a:cubicBezTo>
                  <a:pt x="23" y="51"/>
                  <a:pt x="24" y="53"/>
                  <a:pt x="26" y="55"/>
                </a:cubicBezTo>
                <a:cubicBezTo>
                  <a:pt x="28" y="57"/>
                  <a:pt x="30" y="58"/>
                  <a:pt x="33" y="58"/>
                </a:cubicBezTo>
                <a:cubicBezTo>
                  <a:pt x="35" y="58"/>
                  <a:pt x="38" y="57"/>
                  <a:pt x="39" y="55"/>
                </a:cubicBezTo>
                <a:cubicBezTo>
                  <a:pt x="64" y="31"/>
                  <a:pt x="64" y="31"/>
                  <a:pt x="64" y="31"/>
                </a:cubicBezTo>
                <a:cubicBezTo>
                  <a:pt x="65" y="30"/>
                  <a:pt x="67" y="30"/>
                  <a:pt x="68" y="31"/>
                </a:cubicBezTo>
                <a:cubicBezTo>
                  <a:pt x="68" y="31"/>
                  <a:pt x="68" y="31"/>
                  <a:pt x="68" y="31"/>
                </a:cubicBezTo>
                <a:cubicBezTo>
                  <a:pt x="80" y="43"/>
                  <a:pt x="80" y="43"/>
                  <a:pt x="80" y="43"/>
                </a:cubicBezTo>
                <a:cubicBezTo>
                  <a:pt x="81" y="44"/>
                  <a:pt x="81" y="46"/>
                  <a:pt x="80" y="48"/>
                </a:cubicBezTo>
                <a:cubicBezTo>
                  <a:pt x="80" y="48"/>
                  <a:pt x="80" y="48"/>
                  <a:pt x="80" y="48"/>
                </a:cubicBezTo>
                <a:cubicBezTo>
                  <a:pt x="56" y="72"/>
                  <a:pt x="56" y="72"/>
                  <a:pt x="56" y="72"/>
                </a:cubicBezTo>
                <a:cubicBezTo>
                  <a:pt x="49" y="78"/>
                  <a:pt x="41" y="81"/>
                  <a:pt x="33" y="81"/>
                </a:cubicBezTo>
                <a:cubicBezTo>
                  <a:pt x="24" y="81"/>
                  <a:pt x="16" y="78"/>
                  <a:pt x="9" y="72"/>
                </a:cubicBezTo>
                <a:close/>
                <a:moveTo>
                  <a:pt x="32" y="26"/>
                </a:moveTo>
                <a:cubicBezTo>
                  <a:pt x="32" y="26"/>
                  <a:pt x="32" y="26"/>
                  <a:pt x="32" y="26"/>
                </a:cubicBezTo>
                <a:cubicBezTo>
                  <a:pt x="25" y="19"/>
                  <a:pt x="25" y="19"/>
                  <a:pt x="25" y="19"/>
                </a:cubicBezTo>
                <a:cubicBezTo>
                  <a:pt x="14" y="30"/>
                  <a:pt x="14" y="30"/>
                  <a:pt x="14" y="30"/>
                </a:cubicBezTo>
                <a:cubicBezTo>
                  <a:pt x="14" y="30"/>
                  <a:pt x="14" y="30"/>
                  <a:pt x="14" y="30"/>
                </a:cubicBezTo>
                <a:cubicBezTo>
                  <a:pt x="9" y="35"/>
                  <a:pt x="6" y="42"/>
                  <a:pt x="6" y="48"/>
                </a:cubicBezTo>
                <a:cubicBezTo>
                  <a:pt x="6" y="55"/>
                  <a:pt x="9" y="62"/>
                  <a:pt x="14" y="67"/>
                </a:cubicBezTo>
                <a:cubicBezTo>
                  <a:pt x="19" y="72"/>
                  <a:pt x="26" y="75"/>
                  <a:pt x="33" y="75"/>
                </a:cubicBezTo>
                <a:cubicBezTo>
                  <a:pt x="39" y="75"/>
                  <a:pt x="46" y="72"/>
                  <a:pt x="51" y="67"/>
                </a:cubicBezTo>
                <a:cubicBezTo>
                  <a:pt x="62" y="56"/>
                  <a:pt x="62" y="56"/>
                  <a:pt x="62" y="56"/>
                </a:cubicBezTo>
                <a:cubicBezTo>
                  <a:pt x="55" y="49"/>
                  <a:pt x="55" y="49"/>
                  <a:pt x="55" y="49"/>
                </a:cubicBezTo>
                <a:cubicBezTo>
                  <a:pt x="44" y="60"/>
                  <a:pt x="44" y="60"/>
                  <a:pt x="44" y="60"/>
                </a:cubicBezTo>
                <a:cubicBezTo>
                  <a:pt x="41" y="63"/>
                  <a:pt x="37" y="64"/>
                  <a:pt x="33" y="64"/>
                </a:cubicBezTo>
                <a:cubicBezTo>
                  <a:pt x="29" y="64"/>
                  <a:pt x="24" y="63"/>
                  <a:pt x="21" y="60"/>
                </a:cubicBezTo>
                <a:cubicBezTo>
                  <a:pt x="18" y="57"/>
                  <a:pt x="17" y="52"/>
                  <a:pt x="17" y="48"/>
                </a:cubicBezTo>
                <a:cubicBezTo>
                  <a:pt x="17" y="44"/>
                  <a:pt x="18" y="40"/>
                  <a:pt x="21" y="37"/>
                </a:cubicBezTo>
                <a:cubicBezTo>
                  <a:pt x="21" y="37"/>
                  <a:pt x="21" y="37"/>
                  <a:pt x="21" y="37"/>
                </a:cubicBezTo>
                <a:cubicBezTo>
                  <a:pt x="32" y="26"/>
                  <a:pt x="32" y="26"/>
                  <a:pt x="32" y="26"/>
                </a:cubicBezTo>
                <a:close/>
                <a:moveTo>
                  <a:pt x="27" y="16"/>
                </a:moveTo>
                <a:cubicBezTo>
                  <a:pt x="27" y="16"/>
                  <a:pt x="27" y="16"/>
                  <a:pt x="27" y="16"/>
                </a:cubicBezTo>
                <a:cubicBezTo>
                  <a:pt x="35" y="23"/>
                  <a:pt x="35" y="23"/>
                  <a:pt x="35" y="23"/>
                </a:cubicBezTo>
                <a:cubicBezTo>
                  <a:pt x="43" y="15"/>
                  <a:pt x="43" y="15"/>
                  <a:pt x="43" y="15"/>
                </a:cubicBezTo>
                <a:cubicBezTo>
                  <a:pt x="36" y="8"/>
                  <a:pt x="36" y="8"/>
                  <a:pt x="36" y="8"/>
                </a:cubicBezTo>
                <a:cubicBezTo>
                  <a:pt x="27" y="16"/>
                  <a:pt x="27" y="16"/>
                  <a:pt x="27" y="16"/>
                </a:cubicBezTo>
                <a:close/>
                <a:moveTo>
                  <a:pt x="65" y="54"/>
                </a:moveTo>
                <a:cubicBezTo>
                  <a:pt x="65" y="54"/>
                  <a:pt x="65" y="54"/>
                  <a:pt x="65" y="54"/>
                </a:cubicBezTo>
                <a:cubicBezTo>
                  <a:pt x="73" y="45"/>
                  <a:pt x="73" y="45"/>
                  <a:pt x="73" y="45"/>
                </a:cubicBezTo>
                <a:cubicBezTo>
                  <a:pt x="66" y="38"/>
                  <a:pt x="66" y="38"/>
                  <a:pt x="66" y="38"/>
                </a:cubicBezTo>
                <a:cubicBezTo>
                  <a:pt x="58" y="46"/>
                  <a:pt x="58" y="46"/>
                  <a:pt x="58" y="46"/>
                </a:cubicBezTo>
                <a:cubicBezTo>
                  <a:pt x="65" y="54"/>
                  <a:pt x="65" y="54"/>
                  <a:pt x="65" y="5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799" name="Freeform 31"/>
          <p:cNvSpPr>
            <a:spLocks noEditPoints="1"/>
          </p:cNvSpPr>
          <p:nvPr/>
        </p:nvSpPr>
        <p:spPr bwMode="auto">
          <a:xfrm>
            <a:off x="3946525" y="3520281"/>
            <a:ext cx="325438" cy="327025"/>
          </a:xfrm>
          <a:custGeom>
            <a:avLst/>
            <a:gdLst>
              <a:gd name="T0" fmla="*/ 21 w 87"/>
              <a:gd name="T1" fmla="*/ 19 h 87"/>
              <a:gd name="T2" fmla="*/ 27 w 87"/>
              <a:gd name="T3" fmla="*/ 11 h 87"/>
              <a:gd name="T4" fmla="*/ 8 w 87"/>
              <a:gd name="T5" fmla="*/ 24 h 87"/>
              <a:gd name="T6" fmla="*/ 39 w 87"/>
              <a:gd name="T7" fmla="*/ 24 h 87"/>
              <a:gd name="T8" fmla="*/ 34 w 87"/>
              <a:gd name="T9" fmla="*/ 24 h 87"/>
              <a:gd name="T10" fmla="*/ 31 w 87"/>
              <a:gd name="T11" fmla="*/ 21 h 87"/>
              <a:gd name="T12" fmla="*/ 29 w 87"/>
              <a:gd name="T13" fmla="*/ 14 h 87"/>
              <a:gd name="T14" fmla="*/ 68 w 87"/>
              <a:gd name="T15" fmla="*/ 44 h 87"/>
              <a:gd name="T16" fmla="*/ 86 w 87"/>
              <a:gd name="T17" fmla="*/ 62 h 87"/>
              <a:gd name="T18" fmla="*/ 66 w 87"/>
              <a:gd name="T19" fmla="*/ 86 h 87"/>
              <a:gd name="T20" fmla="*/ 62 w 87"/>
              <a:gd name="T21" fmla="*/ 86 h 87"/>
              <a:gd name="T22" fmla="*/ 27 w 87"/>
              <a:gd name="T23" fmla="*/ 86 h 87"/>
              <a:gd name="T24" fmla="*/ 4 w 87"/>
              <a:gd name="T25" fmla="*/ 87 h 87"/>
              <a:gd name="T26" fmla="*/ 1 w 87"/>
              <a:gd name="T27" fmla="*/ 63 h 87"/>
              <a:gd name="T28" fmla="*/ 19 w 87"/>
              <a:gd name="T29" fmla="*/ 43 h 87"/>
              <a:gd name="T30" fmla="*/ 2 w 87"/>
              <a:gd name="T31" fmla="*/ 21 h 87"/>
              <a:gd name="T32" fmla="*/ 26 w 87"/>
              <a:gd name="T33" fmla="*/ 2 h 87"/>
              <a:gd name="T34" fmla="*/ 59 w 87"/>
              <a:gd name="T35" fmla="*/ 3 h 87"/>
              <a:gd name="T36" fmla="*/ 86 w 87"/>
              <a:gd name="T37" fmla="*/ 18 h 87"/>
              <a:gd name="T38" fmla="*/ 68 w 87"/>
              <a:gd name="T39" fmla="*/ 44 h 87"/>
              <a:gd name="T40" fmla="*/ 48 w 87"/>
              <a:gd name="T41" fmla="*/ 64 h 87"/>
              <a:gd name="T42" fmla="*/ 79 w 87"/>
              <a:gd name="T43" fmla="*/ 64 h 87"/>
              <a:gd name="T44" fmla="*/ 71 w 87"/>
              <a:gd name="T45" fmla="*/ 67 h 87"/>
              <a:gd name="T46" fmla="*/ 68 w 87"/>
              <a:gd name="T47" fmla="*/ 64 h 87"/>
              <a:gd name="T48" fmla="*/ 69 w 87"/>
              <a:gd name="T49" fmla="*/ 54 h 87"/>
              <a:gd name="T50" fmla="*/ 64 w 87"/>
              <a:gd name="T51" fmla="*/ 57 h 87"/>
              <a:gd name="T52" fmla="*/ 67 w 87"/>
              <a:gd name="T53" fmla="*/ 51 h 87"/>
              <a:gd name="T54" fmla="*/ 48 w 87"/>
              <a:gd name="T55" fmla="*/ 64 h 87"/>
              <a:gd name="T56" fmla="*/ 18 w 87"/>
              <a:gd name="T57" fmla="*/ 75 h 87"/>
              <a:gd name="T58" fmla="*/ 60 w 87"/>
              <a:gd name="T59" fmla="*/ 21 h 87"/>
              <a:gd name="T60" fmla="*/ 18 w 87"/>
              <a:gd name="T61" fmla="*/ 75 h 87"/>
              <a:gd name="T62" fmla="*/ 70 w 87"/>
              <a:gd name="T63" fmla="*/ 26 h 87"/>
              <a:gd name="T64" fmla="*/ 71 w 87"/>
              <a:gd name="T65" fmla="*/ 26 h 87"/>
              <a:gd name="T66" fmla="*/ 71 w 87"/>
              <a:gd name="T67" fmla="*/ 26 h 87"/>
              <a:gd name="T68" fmla="*/ 80 w 87"/>
              <a:gd name="T69" fmla="*/ 24 h 87"/>
              <a:gd name="T70" fmla="*/ 67 w 87"/>
              <a:gd name="T71" fmla="*/ 8 h 87"/>
              <a:gd name="T72" fmla="*/ 58 w 87"/>
              <a:gd name="T73" fmla="*/ 13 h 87"/>
              <a:gd name="T74" fmla="*/ 62 w 87"/>
              <a:gd name="T75" fmla="*/ 17 h 87"/>
              <a:gd name="T76" fmla="*/ 62 w 87"/>
              <a:gd name="T77" fmla="*/ 17 h 87"/>
              <a:gd name="T78" fmla="*/ 62 w 87"/>
              <a:gd name="T79" fmla="*/ 17 h 87"/>
              <a:gd name="T80" fmla="*/ 70 w 87"/>
              <a:gd name="T81" fmla="*/ 26 h 87"/>
              <a:gd name="T82" fmla="*/ 70 w 87"/>
              <a:gd name="T83" fmla="*/ 26 h 87"/>
              <a:gd name="T84" fmla="*/ 69 w 87"/>
              <a:gd name="T85" fmla="*/ 30 h 87"/>
              <a:gd name="T86" fmla="*/ 23 w 87"/>
              <a:gd name="T87" fmla="*/ 80 h 87"/>
              <a:gd name="T88" fmla="*/ 69 w 87"/>
              <a:gd name="T89" fmla="*/ 30 h 87"/>
              <a:gd name="T90" fmla="*/ 10 w 87"/>
              <a:gd name="T91" fmla="*/ 66 h 87"/>
              <a:gd name="T92" fmla="*/ 55 w 87"/>
              <a:gd name="T93" fmla="*/ 16 h 87"/>
              <a:gd name="T94" fmla="*/ 10 w 87"/>
              <a:gd name="T95" fmla="*/ 66 h 87"/>
              <a:gd name="T96" fmla="*/ 7 w 87"/>
              <a:gd name="T97" fmla="*/ 69 h 87"/>
              <a:gd name="T98" fmla="*/ 19 w 87"/>
              <a:gd name="T99" fmla="*/ 8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7" h="87">
                <a:moveTo>
                  <a:pt x="24" y="19"/>
                </a:moveTo>
                <a:cubicBezTo>
                  <a:pt x="23" y="20"/>
                  <a:pt x="22" y="20"/>
                  <a:pt x="21" y="19"/>
                </a:cubicBezTo>
                <a:cubicBezTo>
                  <a:pt x="20" y="19"/>
                  <a:pt x="20" y="17"/>
                  <a:pt x="21" y="17"/>
                </a:cubicBezTo>
                <a:cubicBezTo>
                  <a:pt x="27" y="11"/>
                  <a:pt x="27" y="11"/>
                  <a:pt x="27" y="11"/>
                </a:cubicBezTo>
                <a:cubicBezTo>
                  <a:pt x="24" y="8"/>
                  <a:pt x="24" y="8"/>
                  <a:pt x="24" y="8"/>
                </a:cubicBezTo>
                <a:cubicBezTo>
                  <a:pt x="8" y="24"/>
                  <a:pt x="8" y="24"/>
                  <a:pt x="8" y="24"/>
                </a:cubicBezTo>
                <a:cubicBezTo>
                  <a:pt x="24" y="39"/>
                  <a:pt x="24" y="39"/>
                  <a:pt x="24" y="39"/>
                </a:cubicBezTo>
                <a:cubicBezTo>
                  <a:pt x="39" y="24"/>
                  <a:pt x="39" y="24"/>
                  <a:pt x="39" y="24"/>
                </a:cubicBezTo>
                <a:cubicBezTo>
                  <a:pt x="36" y="21"/>
                  <a:pt x="36" y="21"/>
                  <a:pt x="36" y="21"/>
                </a:cubicBezTo>
                <a:cubicBezTo>
                  <a:pt x="34" y="24"/>
                  <a:pt x="34" y="24"/>
                  <a:pt x="34" y="24"/>
                </a:cubicBezTo>
                <a:cubicBezTo>
                  <a:pt x="33" y="24"/>
                  <a:pt x="32" y="24"/>
                  <a:pt x="31" y="24"/>
                </a:cubicBezTo>
                <a:cubicBezTo>
                  <a:pt x="30" y="23"/>
                  <a:pt x="30" y="22"/>
                  <a:pt x="31" y="21"/>
                </a:cubicBezTo>
                <a:cubicBezTo>
                  <a:pt x="34" y="18"/>
                  <a:pt x="34" y="18"/>
                  <a:pt x="34" y="18"/>
                </a:cubicBezTo>
                <a:cubicBezTo>
                  <a:pt x="29" y="14"/>
                  <a:pt x="29" y="14"/>
                  <a:pt x="29" y="14"/>
                </a:cubicBezTo>
                <a:cubicBezTo>
                  <a:pt x="24" y="19"/>
                  <a:pt x="24" y="19"/>
                  <a:pt x="24" y="19"/>
                </a:cubicBezTo>
                <a:close/>
                <a:moveTo>
                  <a:pt x="68" y="44"/>
                </a:moveTo>
                <a:cubicBezTo>
                  <a:pt x="68" y="44"/>
                  <a:pt x="68" y="44"/>
                  <a:pt x="68" y="44"/>
                </a:cubicBezTo>
                <a:cubicBezTo>
                  <a:pt x="86" y="62"/>
                  <a:pt x="86" y="62"/>
                  <a:pt x="86" y="62"/>
                </a:cubicBezTo>
                <a:cubicBezTo>
                  <a:pt x="87" y="63"/>
                  <a:pt x="87" y="65"/>
                  <a:pt x="86" y="66"/>
                </a:cubicBezTo>
                <a:cubicBezTo>
                  <a:pt x="66" y="86"/>
                  <a:pt x="66" y="86"/>
                  <a:pt x="66" y="86"/>
                </a:cubicBezTo>
                <a:cubicBezTo>
                  <a:pt x="65" y="87"/>
                  <a:pt x="63" y="87"/>
                  <a:pt x="62" y="86"/>
                </a:cubicBezTo>
                <a:cubicBezTo>
                  <a:pt x="62" y="86"/>
                  <a:pt x="62" y="86"/>
                  <a:pt x="62" y="86"/>
                </a:cubicBezTo>
                <a:cubicBezTo>
                  <a:pt x="44" y="68"/>
                  <a:pt x="44" y="68"/>
                  <a:pt x="44" y="68"/>
                </a:cubicBezTo>
                <a:cubicBezTo>
                  <a:pt x="27" y="86"/>
                  <a:pt x="27" y="86"/>
                  <a:pt x="27" y="86"/>
                </a:cubicBezTo>
                <a:cubicBezTo>
                  <a:pt x="26" y="86"/>
                  <a:pt x="25" y="87"/>
                  <a:pt x="24" y="87"/>
                </a:cubicBezTo>
                <a:cubicBezTo>
                  <a:pt x="4" y="87"/>
                  <a:pt x="4" y="87"/>
                  <a:pt x="4" y="87"/>
                </a:cubicBezTo>
                <a:cubicBezTo>
                  <a:pt x="2" y="87"/>
                  <a:pt x="1" y="85"/>
                  <a:pt x="1" y="83"/>
                </a:cubicBezTo>
                <a:cubicBezTo>
                  <a:pt x="1" y="77"/>
                  <a:pt x="1" y="70"/>
                  <a:pt x="1" y="63"/>
                </a:cubicBezTo>
                <a:cubicBezTo>
                  <a:pt x="1" y="62"/>
                  <a:pt x="1" y="61"/>
                  <a:pt x="2" y="61"/>
                </a:cubicBezTo>
                <a:cubicBezTo>
                  <a:pt x="19" y="43"/>
                  <a:pt x="19" y="43"/>
                  <a:pt x="19" y="43"/>
                </a:cubicBezTo>
                <a:cubicBezTo>
                  <a:pt x="2" y="26"/>
                  <a:pt x="2" y="26"/>
                  <a:pt x="2" y="26"/>
                </a:cubicBezTo>
                <a:cubicBezTo>
                  <a:pt x="0" y="25"/>
                  <a:pt x="0" y="23"/>
                  <a:pt x="2" y="21"/>
                </a:cubicBezTo>
                <a:cubicBezTo>
                  <a:pt x="21" y="2"/>
                  <a:pt x="21" y="2"/>
                  <a:pt x="21" y="2"/>
                </a:cubicBezTo>
                <a:cubicBezTo>
                  <a:pt x="23" y="0"/>
                  <a:pt x="25" y="0"/>
                  <a:pt x="26" y="2"/>
                </a:cubicBezTo>
                <a:cubicBezTo>
                  <a:pt x="43" y="19"/>
                  <a:pt x="43" y="19"/>
                  <a:pt x="43" y="19"/>
                </a:cubicBezTo>
                <a:cubicBezTo>
                  <a:pt x="59" y="3"/>
                  <a:pt x="59" y="3"/>
                  <a:pt x="59" y="3"/>
                </a:cubicBezTo>
                <a:cubicBezTo>
                  <a:pt x="63" y="0"/>
                  <a:pt x="68" y="0"/>
                  <a:pt x="72" y="3"/>
                </a:cubicBezTo>
                <a:cubicBezTo>
                  <a:pt x="76" y="7"/>
                  <a:pt x="84" y="14"/>
                  <a:pt x="86" y="18"/>
                </a:cubicBezTo>
                <a:cubicBezTo>
                  <a:pt x="87" y="22"/>
                  <a:pt x="87" y="25"/>
                  <a:pt x="84" y="28"/>
                </a:cubicBezTo>
                <a:cubicBezTo>
                  <a:pt x="68" y="44"/>
                  <a:pt x="68" y="44"/>
                  <a:pt x="68" y="44"/>
                </a:cubicBezTo>
                <a:close/>
                <a:moveTo>
                  <a:pt x="48" y="64"/>
                </a:moveTo>
                <a:cubicBezTo>
                  <a:pt x="48" y="64"/>
                  <a:pt x="48" y="64"/>
                  <a:pt x="48" y="64"/>
                </a:cubicBezTo>
                <a:cubicBezTo>
                  <a:pt x="64" y="79"/>
                  <a:pt x="64" y="79"/>
                  <a:pt x="64" y="79"/>
                </a:cubicBezTo>
                <a:cubicBezTo>
                  <a:pt x="79" y="64"/>
                  <a:pt x="79" y="64"/>
                  <a:pt x="79" y="64"/>
                </a:cubicBezTo>
                <a:cubicBezTo>
                  <a:pt x="76" y="61"/>
                  <a:pt x="76" y="61"/>
                  <a:pt x="76" y="61"/>
                </a:cubicBezTo>
                <a:cubicBezTo>
                  <a:pt x="71" y="67"/>
                  <a:pt x="71" y="67"/>
                  <a:pt x="71" y="67"/>
                </a:cubicBezTo>
                <a:cubicBezTo>
                  <a:pt x="70" y="67"/>
                  <a:pt x="69" y="67"/>
                  <a:pt x="68" y="67"/>
                </a:cubicBezTo>
                <a:cubicBezTo>
                  <a:pt x="68" y="66"/>
                  <a:pt x="68" y="65"/>
                  <a:pt x="68" y="64"/>
                </a:cubicBezTo>
                <a:cubicBezTo>
                  <a:pt x="74" y="58"/>
                  <a:pt x="74" y="58"/>
                  <a:pt x="74" y="58"/>
                </a:cubicBezTo>
                <a:cubicBezTo>
                  <a:pt x="69" y="54"/>
                  <a:pt x="69" y="54"/>
                  <a:pt x="69" y="54"/>
                </a:cubicBezTo>
                <a:cubicBezTo>
                  <a:pt x="67" y="57"/>
                  <a:pt x="67" y="57"/>
                  <a:pt x="67" y="57"/>
                </a:cubicBezTo>
                <a:cubicBezTo>
                  <a:pt x="66" y="57"/>
                  <a:pt x="65" y="57"/>
                  <a:pt x="64" y="57"/>
                </a:cubicBezTo>
                <a:cubicBezTo>
                  <a:pt x="63" y="56"/>
                  <a:pt x="63" y="55"/>
                  <a:pt x="64" y="54"/>
                </a:cubicBezTo>
                <a:cubicBezTo>
                  <a:pt x="67" y="51"/>
                  <a:pt x="67" y="51"/>
                  <a:pt x="67" y="51"/>
                </a:cubicBezTo>
                <a:cubicBezTo>
                  <a:pt x="64" y="48"/>
                  <a:pt x="64" y="48"/>
                  <a:pt x="64" y="48"/>
                </a:cubicBezTo>
                <a:cubicBezTo>
                  <a:pt x="48" y="64"/>
                  <a:pt x="48" y="64"/>
                  <a:pt x="48" y="64"/>
                </a:cubicBezTo>
                <a:close/>
                <a:moveTo>
                  <a:pt x="18" y="75"/>
                </a:moveTo>
                <a:cubicBezTo>
                  <a:pt x="18" y="75"/>
                  <a:pt x="18" y="75"/>
                  <a:pt x="18" y="75"/>
                </a:cubicBezTo>
                <a:cubicBezTo>
                  <a:pt x="34" y="59"/>
                  <a:pt x="50" y="43"/>
                  <a:pt x="67" y="27"/>
                </a:cubicBezTo>
                <a:cubicBezTo>
                  <a:pt x="64" y="25"/>
                  <a:pt x="62" y="23"/>
                  <a:pt x="60" y="21"/>
                </a:cubicBezTo>
                <a:cubicBezTo>
                  <a:pt x="12" y="69"/>
                  <a:pt x="12" y="69"/>
                  <a:pt x="12" y="69"/>
                </a:cubicBezTo>
                <a:cubicBezTo>
                  <a:pt x="18" y="75"/>
                  <a:pt x="18" y="75"/>
                  <a:pt x="18" y="75"/>
                </a:cubicBezTo>
                <a:close/>
                <a:moveTo>
                  <a:pt x="70" y="26"/>
                </a:moveTo>
                <a:cubicBezTo>
                  <a:pt x="70" y="26"/>
                  <a:pt x="70" y="26"/>
                  <a:pt x="70" y="26"/>
                </a:cubicBezTo>
                <a:cubicBezTo>
                  <a:pt x="70" y="26"/>
                  <a:pt x="70" y="26"/>
                  <a:pt x="70" y="26"/>
                </a:cubicBezTo>
                <a:cubicBezTo>
                  <a:pt x="71" y="26"/>
                  <a:pt x="71" y="26"/>
                  <a:pt x="71" y="26"/>
                </a:cubicBezTo>
                <a:cubicBezTo>
                  <a:pt x="71" y="26"/>
                  <a:pt x="71" y="26"/>
                  <a:pt x="71" y="26"/>
                </a:cubicBezTo>
                <a:cubicBezTo>
                  <a:pt x="71" y="26"/>
                  <a:pt x="71" y="26"/>
                  <a:pt x="71" y="26"/>
                </a:cubicBezTo>
                <a:cubicBezTo>
                  <a:pt x="74" y="29"/>
                  <a:pt x="74" y="29"/>
                  <a:pt x="74" y="29"/>
                </a:cubicBezTo>
                <a:cubicBezTo>
                  <a:pt x="80" y="24"/>
                  <a:pt x="80" y="24"/>
                  <a:pt x="80" y="24"/>
                </a:cubicBezTo>
                <a:cubicBezTo>
                  <a:pt x="81" y="23"/>
                  <a:pt x="81" y="21"/>
                  <a:pt x="80" y="20"/>
                </a:cubicBezTo>
                <a:cubicBezTo>
                  <a:pt x="76" y="16"/>
                  <a:pt x="72" y="12"/>
                  <a:pt x="67" y="8"/>
                </a:cubicBezTo>
                <a:cubicBezTo>
                  <a:pt x="66" y="7"/>
                  <a:pt x="65" y="7"/>
                  <a:pt x="64" y="8"/>
                </a:cubicBezTo>
                <a:cubicBezTo>
                  <a:pt x="58" y="13"/>
                  <a:pt x="58" y="13"/>
                  <a:pt x="58" y="13"/>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62" y="17"/>
                  <a:pt x="62" y="17"/>
                  <a:pt x="62" y="17"/>
                </a:cubicBezTo>
                <a:cubicBezTo>
                  <a:pt x="70" y="26"/>
                  <a:pt x="70" y="26"/>
                  <a:pt x="70" y="26"/>
                </a:cubicBezTo>
                <a:cubicBezTo>
                  <a:pt x="70" y="26"/>
                  <a:pt x="70" y="26"/>
                  <a:pt x="70" y="26"/>
                </a:cubicBezTo>
                <a:cubicBezTo>
                  <a:pt x="70" y="26"/>
                  <a:pt x="70" y="26"/>
                  <a:pt x="70" y="26"/>
                </a:cubicBezTo>
                <a:close/>
                <a:moveTo>
                  <a:pt x="69" y="30"/>
                </a:moveTo>
                <a:cubicBezTo>
                  <a:pt x="69" y="30"/>
                  <a:pt x="69" y="30"/>
                  <a:pt x="69" y="30"/>
                </a:cubicBezTo>
                <a:cubicBezTo>
                  <a:pt x="53" y="46"/>
                  <a:pt x="37" y="62"/>
                  <a:pt x="21" y="78"/>
                </a:cubicBezTo>
                <a:cubicBezTo>
                  <a:pt x="23" y="80"/>
                  <a:pt x="23" y="80"/>
                  <a:pt x="23" y="80"/>
                </a:cubicBezTo>
                <a:cubicBezTo>
                  <a:pt x="71" y="32"/>
                  <a:pt x="71" y="32"/>
                  <a:pt x="71" y="32"/>
                </a:cubicBezTo>
                <a:cubicBezTo>
                  <a:pt x="69" y="30"/>
                  <a:pt x="69" y="30"/>
                  <a:pt x="69" y="30"/>
                </a:cubicBezTo>
                <a:close/>
                <a:moveTo>
                  <a:pt x="10" y="66"/>
                </a:moveTo>
                <a:cubicBezTo>
                  <a:pt x="10" y="66"/>
                  <a:pt x="10" y="66"/>
                  <a:pt x="10" y="66"/>
                </a:cubicBezTo>
                <a:cubicBezTo>
                  <a:pt x="58" y="18"/>
                  <a:pt x="58" y="18"/>
                  <a:pt x="58" y="18"/>
                </a:cubicBezTo>
                <a:cubicBezTo>
                  <a:pt x="55" y="16"/>
                  <a:pt x="55" y="16"/>
                  <a:pt x="55" y="16"/>
                </a:cubicBezTo>
                <a:cubicBezTo>
                  <a:pt x="7" y="64"/>
                  <a:pt x="7" y="64"/>
                  <a:pt x="7" y="64"/>
                </a:cubicBezTo>
                <a:cubicBezTo>
                  <a:pt x="10" y="66"/>
                  <a:pt x="10" y="66"/>
                  <a:pt x="10" y="66"/>
                </a:cubicBezTo>
                <a:close/>
                <a:moveTo>
                  <a:pt x="7" y="69"/>
                </a:moveTo>
                <a:cubicBezTo>
                  <a:pt x="7" y="69"/>
                  <a:pt x="7" y="69"/>
                  <a:pt x="7" y="69"/>
                </a:cubicBezTo>
                <a:cubicBezTo>
                  <a:pt x="7" y="73"/>
                  <a:pt x="7" y="77"/>
                  <a:pt x="7" y="80"/>
                </a:cubicBezTo>
                <a:cubicBezTo>
                  <a:pt x="19" y="80"/>
                  <a:pt x="19" y="80"/>
                  <a:pt x="19" y="80"/>
                </a:cubicBezTo>
                <a:cubicBezTo>
                  <a:pt x="7" y="69"/>
                  <a:pt x="7" y="69"/>
                  <a:pt x="7" y="6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800" name="Freeform 32"/>
          <p:cNvSpPr>
            <a:spLocks noEditPoints="1"/>
          </p:cNvSpPr>
          <p:nvPr/>
        </p:nvSpPr>
        <p:spPr bwMode="auto">
          <a:xfrm>
            <a:off x="4905375" y="1901031"/>
            <a:ext cx="307975" cy="236537"/>
          </a:xfrm>
          <a:custGeom>
            <a:avLst/>
            <a:gdLst>
              <a:gd name="T0" fmla="*/ 1 w 82"/>
              <a:gd name="T1" fmla="*/ 21 h 63"/>
              <a:gd name="T2" fmla="*/ 13 w 82"/>
              <a:gd name="T3" fmla="*/ 1 h 63"/>
              <a:gd name="T4" fmla="*/ 16 w 82"/>
              <a:gd name="T5" fmla="*/ 0 h 63"/>
              <a:gd name="T6" fmla="*/ 67 w 82"/>
              <a:gd name="T7" fmla="*/ 0 h 63"/>
              <a:gd name="T8" fmla="*/ 70 w 82"/>
              <a:gd name="T9" fmla="*/ 1 h 63"/>
              <a:gd name="T10" fmla="*/ 81 w 82"/>
              <a:gd name="T11" fmla="*/ 21 h 63"/>
              <a:gd name="T12" fmla="*/ 81 w 82"/>
              <a:gd name="T13" fmla="*/ 25 h 63"/>
              <a:gd name="T14" fmla="*/ 81 w 82"/>
              <a:gd name="T15" fmla="*/ 25 h 63"/>
              <a:gd name="T16" fmla="*/ 44 w 82"/>
              <a:gd name="T17" fmla="*/ 62 h 63"/>
              <a:gd name="T18" fmla="*/ 39 w 82"/>
              <a:gd name="T19" fmla="*/ 62 h 63"/>
              <a:gd name="T20" fmla="*/ 39 w 82"/>
              <a:gd name="T21" fmla="*/ 62 h 63"/>
              <a:gd name="T22" fmla="*/ 2 w 82"/>
              <a:gd name="T23" fmla="*/ 25 h 63"/>
              <a:gd name="T24" fmla="*/ 1 w 82"/>
              <a:gd name="T25" fmla="*/ 21 h 63"/>
              <a:gd name="T26" fmla="*/ 9 w 82"/>
              <a:gd name="T27" fmla="*/ 21 h 63"/>
              <a:gd name="T28" fmla="*/ 9 w 82"/>
              <a:gd name="T29" fmla="*/ 21 h 63"/>
              <a:gd name="T30" fmla="*/ 24 w 82"/>
              <a:gd name="T31" fmla="*/ 21 h 63"/>
              <a:gd name="T32" fmla="*/ 16 w 82"/>
              <a:gd name="T33" fmla="*/ 8 h 63"/>
              <a:gd name="T34" fmla="*/ 9 w 82"/>
              <a:gd name="T35" fmla="*/ 21 h 63"/>
              <a:gd name="T36" fmla="*/ 66 w 82"/>
              <a:gd name="T37" fmla="*/ 8 h 63"/>
              <a:gd name="T38" fmla="*/ 66 w 82"/>
              <a:gd name="T39" fmla="*/ 8 h 63"/>
              <a:gd name="T40" fmla="*/ 58 w 82"/>
              <a:gd name="T41" fmla="*/ 21 h 63"/>
              <a:gd name="T42" fmla="*/ 74 w 82"/>
              <a:gd name="T43" fmla="*/ 21 h 63"/>
              <a:gd name="T44" fmla="*/ 66 w 82"/>
              <a:gd name="T45" fmla="*/ 8 h 63"/>
              <a:gd name="T46" fmla="*/ 73 w 82"/>
              <a:gd name="T47" fmla="*/ 24 h 63"/>
              <a:gd name="T48" fmla="*/ 73 w 82"/>
              <a:gd name="T49" fmla="*/ 24 h 63"/>
              <a:gd name="T50" fmla="*/ 56 w 82"/>
              <a:gd name="T51" fmla="*/ 24 h 63"/>
              <a:gd name="T52" fmla="*/ 47 w 82"/>
              <a:gd name="T53" fmla="*/ 50 h 63"/>
              <a:gd name="T54" fmla="*/ 73 w 82"/>
              <a:gd name="T55" fmla="*/ 24 h 63"/>
              <a:gd name="T56" fmla="*/ 36 w 82"/>
              <a:gd name="T57" fmla="*/ 50 h 63"/>
              <a:gd name="T58" fmla="*/ 36 w 82"/>
              <a:gd name="T59" fmla="*/ 50 h 63"/>
              <a:gd name="T60" fmla="*/ 26 w 82"/>
              <a:gd name="T61" fmla="*/ 24 h 63"/>
              <a:gd name="T62" fmla="*/ 10 w 82"/>
              <a:gd name="T63" fmla="*/ 24 h 63"/>
              <a:gd name="T64" fmla="*/ 36 w 82"/>
              <a:gd name="T65" fmla="*/ 50 h 63"/>
              <a:gd name="T66" fmla="*/ 63 w 82"/>
              <a:gd name="T67" fmla="*/ 6 h 63"/>
              <a:gd name="T68" fmla="*/ 63 w 82"/>
              <a:gd name="T69" fmla="*/ 6 h 63"/>
              <a:gd name="T70" fmla="*/ 46 w 82"/>
              <a:gd name="T71" fmla="*/ 6 h 63"/>
              <a:gd name="T72" fmla="*/ 55 w 82"/>
              <a:gd name="T73" fmla="*/ 19 h 63"/>
              <a:gd name="T74" fmla="*/ 63 w 82"/>
              <a:gd name="T75" fmla="*/ 6 h 63"/>
              <a:gd name="T76" fmla="*/ 37 w 82"/>
              <a:gd name="T77" fmla="*/ 6 h 63"/>
              <a:gd name="T78" fmla="*/ 37 w 82"/>
              <a:gd name="T79" fmla="*/ 6 h 63"/>
              <a:gd name="T80" fmla="*/ 20 w 82"/>
              <a:gd name="T81" fmla="*/ 6 h 63"/>
              <a:gd name="T82" fmla="*/ 28 w 82"/>
              <a:gd name="T83" fmla="*/ 19 h 63"/>
              <a:gd name="T84" fmla="*/ 37 w 82"/>
              <a:gd name="T85" fmla="*/ 6 h 63"/>
              <a:gd name="T86" fmla="*/ 31 w 82"/>
              <a:gd name="T87" fmla="*/ 21 h 63"/>
              <a:gd name="T88" fmla="*/ 31 w 82"/>
              <a:gd name="T89" fmla="*/ 21 h 63"/>
              <a:gd name="T90" fmla="*/ 52 w 82"/>
              <a:gd name="T91" fmla="*/ 21 h 63"/>
              <a:gd name="T92" fmla="*/ 41 w 82"/>
              <a:gd name="T93" fmla="*/ 6 h 63"/>
              <a:gd name="T94" fmla="*/ 31 w 82"/>
              <a:gd name="T95" fmla="*/ 21 h 63"/>
              <a:gd name="T96" fmla="*/ 52 w 82"/>
              <a:gd name="T97" fmla="*/ 24 h 63"/>
              <a:gd name="T98" fmla="*/ 52 w 82"/>
              <a:gd name="T99" fmla="*/ 24 h 63"/>
              <a:gd name="T100" fmla="*/ 30 w 82"/>
              <a:gd name="T101" fmla="*/ 24 h 63"/>
              <a:gd name="T102" fmla="*/ 41 w 82"/>
              <a:gd name="T103" fmla="*/ 55 h 63"/>
              <a:gd name="T104" fmla="*/ 52 w 82"/>
              <a:gd name="T105" fmla="*/ 24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2" h="63">
                <a:moveTo>
                  <a:pt x="1" y="21"/>
                </a:moveTo>
                <a:cubicBezTo>
                  <a:pt x="13" y="1"/>
                  <a:pt x="13" y="1"/>
                  <a:pt x="13" y="1"/>
                </a:cubicBezTo>
                <a:cubicBezTo>
                  <a:pt x="14" y="0"/>
                  <a:pt x="15" y="0"/>
                  <a:pt x="16" y="0"/>
                </a:cubicBezTo>
                <a:cubicBezTo>
                  <a:pt x="67" y="0"/>
                  <a:pt x="67" y="0"/>
                  <a:pt x="67" y="0"/>
                </a:cubicBezTo>
                <a:cubicBezTo>
                  <a:pt x="68" y="0"/>
                  <a:pt x="69" y="0"/>
                  <a:pt x="70" y="1"/>
                </a:cubicBezTo>
                <a:cubicBezTo>
                  <a:pt x="81" y="21"/>
                  <a:pt x="81" y="21"/>
                  <a:pt x="81" y="21"/>
                </a:cubicBezTo>
                <a:cubicBezTo>
                  <a:pt x="82" y="22"/>
                  <a:pt x="82" y="24"/>
                  <a:pt x="81" y="25"/>
                </a:cubicBezTo>
                <a:cubicBezTo>
                  <a:pt x="81" y="25"/>
                  <a:pt x="81" y="25"/>
                  <a:pt x="81" y="25"/>
                </a:cubicBezTo>
                <a:cubicBezTo>
                  <a:pt x="44" y="62"/>
                  <a:pt x="44" y="62"/>
                  <a:pt x="44" y="62"/>
                </a:cubicBezTo>
                <a:cubicBezTo>
                  <a:pt x="42" y="63"/>
                  <a:pt x="40" y="63"/>
                  <a:pt x="39" y="62"/>
                </a:cubicBezTo>
                <a:cubicBezTo>
                  <a:pt x="39" y="62"/>
                  <a:pt x="39" y="62"/>
                  <a:pt x="39" y="62"/>
                </a:cubicBezTo>
                <a:cubicBezTo>
                  <a:pt x="2" y="25"/>
                  <a:pt x="2" y="25"/>
                  <a:pt x="2" y="25"/>
                </a:cubicBezTo>
                <a:cubicBezTo>
                  <a:pt x="1" y="24"/>
                  <a:pt x="0" y="22"/>
                  <a:pt x="1" y="21"/>
                </a:cubicBezTo>
                <a:close/>
                <a:moveTo>
                  <a:pt x="9" y="21"/>
                </a:moveTo>
                <a:cubicBezTo>
                  <a:pt x="9" y="21"/>
                  <a:pt x="9" y="21"/>
                  <a:pt x="9" y="21"/>
                </a:cubicBezTo>
                <a:cubicBezTo>
                  <a:pt x="24" y="21"/>
                  <a:pt x="24" y="21"/>
                  <a:pt x="24" y="21"/>
                </a:cubicBezTo>
                <a:cubicBezTo>
                  <a:pt x="16" y="8"/>
                  <a:pt x="16" y="8"/>
                  <a:pt x="16" y="8"/>
                </a:cubicBezTo>
                <a:cubicBezTo>
                  <a:pt x="9" y="21"/>
                  <a:pt x="9" y="21"/>
                  <a:pt x="9" y="21"/>
                </a:cubicBezTo>
                <a:close/>
                <a:moveTo>
                  <a:pt x="66" y="8"/>
                </a:moveTo>
                <a:cubicBezTo>
                  <a:pt x="66" y="8"/>
                  <a:pt x="66" y="8"/>
                  <a:pt x="66" y="8"/>
                </a:cubicBezTo>
                <a:cubicBezTo>
                  <a:pt x="58" y="21"/>
                  <a:pt x="58" y="21"/>
                  <a:pt x="58" y="21"/>
                </a:cubicBezTo>
                <a:cubicBezTo>
                  <a:pt x="74" y="21"/>
                  <a:pt x="74" y="21"/>
                  <a:pt x="74" y="21"/>
                </a:cubicBezTo>
                <a:cubicBezTo>
                  <a:pt x="66" y="8"/>
                  <a:pt x="66" y="8"/>
                  <a:pt x="66" y="8"/>
                </a:cubicBezTo>
                <a:close/>
                <a:moveTo>
                  <a:pt x="73" y="24"/>
                </a:moveTo>
                <a:cubicBezTo>
                  <a:pt x="73" y="24"/>
                  <a:pt x="73" y="24"/>
                  <a:pt x="73" y="24"/>
                </a:cubicBezTo>
                <a:cubicBezTo>
                  <a:pt x="56" y="24"/>
                  <a:pt x="56" y="24"/>
                  <a:pt x="56" y="24"/>
                </a:cubicBezTo>
                <a:cubicBezTo>
                  <a:pt x="47" y="50"/>
                  <a:pt x="47" y="50"/>
                  <a:pt x="47" y="50"/>
                </a:cubicBezTo>
                <a:cubicBezTo>
                  <a:pt x="73" y="24"/>
                  <a:pt x="73" y="24"/>
                  <a:pt x="73" y="24"/>
                </a:cubicBezTo>
                <a:close/>
                <a:moveTo>
                  <a:pt x="36" y="50"/>
                </a:moveTo>
                <a:cubicBezTo>
                  <a:pt x="36" y="50"/>
                  <a:pt x="36" y="50"/>
                  <a:pt x="36" y="50"/>
                </a:cubicBezTo>
                <a:cubicBezTo>
                  <a:pt x="26" y="24"/>
                  <a:pt x="26" y="24"/>
                  <a:pt x="26" y="24"/>
                </a:cubicBezTo>
                <a:cubicBezTo>
                  <a:pt x="10" y="24"/>
                  <a:pt x="10" y="24"/>
                  <a:pt x="10" y="24"/>
                </a:cubicBezTo>
                <a:cubicBezTo>
                  <a:pt x="36" y="50"/>
                  <a:pt x="36" y="50"/>
                  <a:pt x="36" y="50"/>
                </a:cubicBezTo>
                <a:close/>
                <a:moveTo>
                  <a:pt x="63" y="6"/>
                </a:moveTo>
                <a:cubicBezTo>
                  <a:pt x="63" y="6"/>
                  <a:pt x="63" y="6"/>
                  <a:pt x="63" y="6"/>
                </a:cubicBezTo>
                <a:cubicBezTo>
                  <a:pt x="46" y="6"/>
                  <a:pt x="46" y="6"/>
                  <a:pt x="46" y="6"/>
                </a:cubicBezTo>
                <a:cubicBezTo>
                  <a:pt x="55" y="19"/>
                  <a:pt x="55" y="19"/>
                  <a:pt x="55" y="19"/>
                </a:cubicBezTo>
                <a:cubicBezTo>
                  <a:pt x="63" y="6"/>
                  <a:pt x="63" y="6"/>
                  <a:pt x="63" y="6"/>
                </a:cubicBezTo>
                <a:close/>
                <a:moveTo>
                  <a:pt x="37" y="6"/>
                </a:moveTo>
                <a:cubicBezTo>
                  <a:pt x="37" y="6"/>
                  <a:pt x="37" y="6"/>
                  <a:pt x="37" y="6"/>
                </a:cubicBezTo>
                <a:cubicBezTo>
                  <a:pt x="20" y="6"/>
                  <a:pt x="20" y="6"/>
                  <a:pt x="20" y="6"/>
                </a:cubicBezTo>
                <a:cubicBezTo>
                  <a:pt x="28" y="19"/>
                  <a:pt x="28" y="19"/>
                  <a:pt x="28" y="19"/>
                </a:cubicBezTo>
                <a:cubicBezTo>
                  <a:pt x="37" y="6"/>
                  <a:pt x="37" y="6"/>
                  <a:pt x="37" y="6"/>
                </a:cubicBezTo>
                <a:close/>
                <a:moveTo>
                  <a:pt x="31" y="21"/>
                </a:moveTo>
                <a:cubicBezTo>
                  <a:pt x="31" y="21"/>
                  <a:pt x="31" y="21"/>
                  <a:pt x="31" y="21"/>
                </a:cubicBezTo>
                <a:cubicBezTo>
                  <a:pt x="52" y="21"/>
                  <a:pt x="52" y="21"/>
                  <a:pt x="52" y="21"/>
                </a:cubicBezTo>
                <a:cubicBezTo>
                  <a:pt x="41" y="6"/>
                  <a:pt x="41" y="6"/>
                  <a:pt x="41" y="6"/>
                </a:cubicBezTo>
                <a:cubicBezTo>
                  <a:pt x="31" y="21"/>
                  <a:pt x="31" y="21"/>
                  <a:pt x="31" y="21"/>
                </a:cubicBezTo>
                <a:close/>
                <a:moveTo>
                  <a:pt x="52" y="24"/>
                </a:moveTo>
                <a:cubicBezTo>
                  <a:pt x="52" y="24"/>
                  <a:pt x="52" y="24"/>
                  <a:pt x="52" y="24"/>
                </a:cubicBezTo>
                <a:cubicBezTo>
                  <a:pt x="30" y="24"/>
                  <a:pt x="30" y="24"/>
                  <a:pt x="30" y="24"/>
                </a:cubicBezTo>
                <a:cubicBezTo>
                  <a:pt x="41" y="55"/>
                  <a:pt x="41" y="55"/>
                  <a:pt x="41" y="55"/>
                </a:cubicBezTo>
                <a:cubicBezTo>
                  <a:pt x="52" y="24"/>
                  <a:pt x="52" y="24"/>
                  <a:pt x="52" y="2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32801" name="Rectangle 33"/>
          <p:cNvSpPr>
            <a:spLocks noChangeArrowheads="1"/>
          </p:cNvSpPr>
          <p:nvPr/>
        </p:nvSpPr>
        <p:spPr bwMode="auto">
          <a:xfrm>
            <a:off x="4171890" y="2432843"/>
            <a:ext cx="80021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rgbClr val="EA5514"/>
                </a:solidFill>
                <a:latin typeface="微软雅黑" panose="020B0503020204020204" pitchFamily="34" charset="-122"/>
                <a:ea typeface="微软雅黑" panose="020B0503020204020204" pitchFamily="34" charset="-122"/>
              </a:rPr>
              <a:t>开发</a:t>
            </a:r>
            <a:endParaRPr lang="en-US" altLang="zh-CN" sz="2400" b="1" dirty="0">
              <a:solidFill>
                <a:srgbClr val="EA5514"/>
              </a:solidFill>
              <a:latin typeface="微软雅黑" panose="020B0503020204020204" pitchFamily="34" charset="-122"/>
              <a:ea typeface="微软雅黑" panose="020B0503020204020204" pitchFamily="34" charset="-122"/>
            </a:endParaRPr>
          </a:p>
          <a:p>
            <a:pPr algn="ctr"/>
            <a:r>
              <a:rPr lang="zh-CN" altLang="en-US" sz="2400" b="1" dirty="0">
                <a:solidFill>
                  <a:srgbClr val="EA5514"/>
                </a:solidFill>
                <a:latin typeface="微软雅黑" panose="020B0503020204020204" pitchFamily="34" charset="-122"/>
                <a:ea typeface="微软雅黑" panose="020B0503020204020204" pitchFamily="34" charset="-122"/>
              </a:rPr>
              <a:t>工具</a:t>
            </a:r>
            <a:endParaRPr lang="zh-CN" altLang="zh-CN" sz="2400" b="1" dirty="0">
              <a:solidFill>
                <a:srgbClr val="EA5514"/>
              </a:solidFill>
              <a:latin typeface="微软雅黑" panose="020B0503020204020204" pitchFamily="34" charset="-122"/>
              <a:ea typeface="微软雅黑" panose="020B0503020204020204" pitchFamily="34" charset="-122"/>
            </a:endParaRPr>
          </a:p>
        </p:txBody>
      </p:sp>
      <p:sp>
        <p:nvSpPr>
          <p:cNvPr id="82" name="Oval 6">
            <a:extLst>
              <a:ext uri="{FF2B5EF4-FFF2-40B4-BE49-F238E27FC236}">
                <a16:creationId xmlns:a16="http://schemas.microsoft.com/office/drawing/2014/main" id="{CD3E7CFB-BEBC-4C38-AD6B-A89628DCA20A}"/>
              </a:ext>
            </a:extLst>
          </p:cNvPr>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83" name="Oval 3">
            <a:extLst>
              <a:ext uri="{FF2B5EF4-FFF2-40B4-BE49-F238E27FC236}">
                <a16:creationId xmlns:a16="http://schemas.microsoft.com/office/drawing/2014/main" id="{130E5512-58F5-4464-B100-AAF5D632DE70}"/>
              </a:ext>
            </a:extLst>
          </p:cNvPr>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84" name="Oval 4">
            <a:extLst>
              <a:ext uri="{FF2B5EF4-FFF2-40B4-BE49-F238E27FC236}">
                <a16:creationId xmlns:a16="http://schemas.microsoft.com/office/drawing/2014/main" id="{0AED8891-D308-4469-AE3F-A82C13A13CF0}"/>
              </a:ext>
            </a:extLst>
          </p:cNvPr>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85" name="Oval 5">
            <a:extLst>
              <a:ext uri="{FF2B5EF4-FFF2-40B4-BE49-F238E27FC236}">
                <a16:creationId xmlns:a16="http://schemas.microsoft.com/office/drawing/2014/main" id="{0307C35D-8AF6-45D4-9F5F-6305D8FA41E2}"/>
              </a:ext>
            </a:extLst>
          </p:cNvPr>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86" name="Rectangle 39">
            <a:extLst>
              <a:ext uri="{FF2B5EF4-FFF2-40B4-BE49-F238E27FC236}">
                <a16:creationId xmlns:a16="http://schemas.microsoft.com/office/drawing/2014/main" id="{3D184705-B9FC-44EB-9928-7985FC931C8B}"/>
              </a:ext>
            </a:extLst>
          </p:cNvPr>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05</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87" name="Rectangle 39">
            <a:extLst>
              <a:ext uri="{FF2B5EF4-FFF2-40B4-BE49-F238E27FC236}">
                <a16:creationId xmlns:a16="http://schemas.microsoft.com/office/drawing/2014/main" id="{E3669FB9-1852-4F92-9030-43E4ACFAED1F}"/>
              </a:ext>
            </a:extLst>
          </p:cNvPr>
          <p:cNvSpPr>
            <a:spLocks noChangeArrowheads="1"/>
          </p:cNvSpPr>
          <p:nvPr/>
        </p:nvSpPr>
        <p:spPr bwMode="auto">
          <a:xfrm>
            <a:off x="915988" y="338497"/>
            <a:ext cx="135175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技术架构</a:t>
            </a:r>
            <a:endParaRPr lang="en-US" altLang="zh-CN" sz="1600" b="1" dirty="0">
              <a:solidFill>
                <a:srgbClr val="EA5514"/>
              </a:solidFill>
              <a:latin typeface="微软雅黑" pitchFamily="34" charset="-122"/>
              <a:ea typeface="微软雅黑" pitchFamily="34" charset="-122"/>
              <a:cs typeface="宋体" pitchFamily="2" charset="-122"/>
            </a:endParaRPr>
          </a:p>
        </p:txBody>
      </p:sp>
      <p:grpSp>
        <p:nvGrpSpPr>
          <p:cNvPr id="5" name="组合 4">
            <a:extLst>
              <a:ext uri="{FF2B5EF4-FFF2-40B4-BE49-F238E27FC236}">
                <a16:creationId xmlns:a16="http://schemas.microsoft.com/office/drawing/2014/main" id="{AFA134BA-CD26-481B-9716-15E121112249}"/>
              </a:ext>
            </a:extLst>
          </p:cNvPr>
          <p:cNvGrpSpPr/>
          <p:nvPr/>
        </p:nvGrpSpPr>
        <p:grpSpPr>
          <a:xfrm>
            <a:off x="675409" y="891626"/>
            <a:ext cx="8136554" cy="4263721"/>
            <a:chOff x="675409" y="891626"/>
            <a:chExt cx="8136554" cy="4263721"/>
          </a:xfrm>
        </p:grpSpPr>
        <p:grpSp>
          <p:nvGrpSpPr>
            <p:cNvPr id="37" name="组合 36">
              <a:extLst>
                <a:ext uri="{FF2B5EF4-FFF2-40B4-BE49-F238E27FC236}">
                  <a16:creationId xmlns:a16="http://schemas.microsoft.com/office/drawing/2014/main" id="{4CA6F3F4-AD9D-4891-A54C-57B14286CC1A}"/>
                </a:ext>
              </a:extLst>
            </p:cNvPr>
            <p:cNvGrpSpPr/>
            <p:nvPr/>
          </p:nvGrpSpPr>
          <p:grpSpPr>
            <a:xfrm>
              <a:off x="675409" y="891626"/>
              <a:ext cx="8136554" cy="4263721"/>
              <a:chOff x="608960" y="945051"/>
              <a:chExt cx="8136554" cy="4263721"/>
            </a:xfrm>
          </p:grpSpPr>
          <p:sp>
            <p:nvSpPr>
              <p:cNvPr id="32805" name="Rectangle 37"/>
              <p:cNvSpPr>
                <a:spLocks noChangeArrowheads="1"/>
              </p:cNvSpPr>
              <p:nvPr/>
            </p:nvSpPr>
            <p:spPr bwMode="auto">
              <a:xfrm>
                <a:off x="1220752" y="3240851"/>
                <a:ext cx="151878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2000" b="1" dirty="0">
                    <a:solidFill>
                      <a:srgbClr val="FF6B00"/>
                    </a:solidFill>
                  </a:rPr>
                  <a:t>Alibaba Cloud</a:t>
                </a:r>
                <a:endParaRPr lang="zh-CN" altLang="en-US" sz="2000" b="1" dirty="0">
                  <a:solidFill>
                    <a:srgbClr val="FF6B00"/>
                  </a:solidFill>
                </a:endParaRPr>
              </a:p>
            </p:txBody>
          </p:sp>
          <p:pic>
            <p:nvPicPr>
              <p:cNvPr id="2" name="Picture 4" descr="https://img.alicdn.com/tfs/TB1Ly5oS3HqK1RjSZFPXXcwapXa-238-54.png">
                <a:extLst>
                  <a:ext uri="{FF2B5EF4-FFF2-40B4-BE49-F238E27FC236}">
                    <a16:creationId xmlns:a16="http://schemas.microsoft.com/office/drawing/2014/main" id="{1CF923B2-A90D-4373-8C44-F645E88E6B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5207" y="2949346"/>
                <a:ext cx="1119339" cy="2539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E9DA03A3-AD34-488B-855C-3E1D90A051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4712" y="945051"/>
                <a:ext cx="485024" cy="48502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B795FED5-E799-467C-94CB-AA61700BF1B7}"/>
                  </a:ext>
                </a:extLst>
              </p:cNvPr>
              <p:cNvSpPr txBox="1"/>
              <p:nvPr/>
            </p:nvSpPr>
            <p:spPr>
              <a:xfrm>
                <a:off x="4886753" y="1301981"/>
                <a:ext cx="844348" cy="461665"/>
              </a:xfrm>
              <a:prstGeom prst="rect">
                <a:avLst/>
              </a:prstGeom>
              <a:noFill/>
            </p:spPr>
            <p:txBody>
              <a:bodyPr wrap="square" rtlCol="0">
                <a:spAutoFit/>
              </a:bodyPr>
              <a:lstStyle/>
              <a:p>
                <a:r>
                  <a:rPr lang="en-US" altLang="zh-CN" sz="2400" b="1" dirty="0">
                    <a:solidFill>
                      <a:srgbClr val="00B050"/>
                    </a:solidFill>
                  </a:rPr>
                  <a:t>Vue</a:t>
                </a:r>
                <a:endParaRPr lang="zh-CN" altLang="en-US" sz="2400" b="1" dirty="0"/>
              </a:p>
            </p:txBody>
          </p:sp>
          <p:sp>
            <p:nvSpPr>
              <p:cNvPr id="8" name="文本框 7">
                <a:extLst>
                  <a:ext uri="{FF2B5EF4-FFF2-40B4-BE49-F238E27FC236}">
                    <a16:creationId xmlns:a16="http://schemas.microsoft.com/office/drawing/2014/main" id="{3EC707BA-6E62-4503-9685-F74772ADCC64}"/>
                  </a:ext>
                </a:extLst>
              </p:cNvPr>
              <p:cNvSpPr txBox="1"/>
              <p:nvPr/>
            </p:nvSpPr>
            <p:spPr>
              <a:xfrm>
                <a:off x="5629501" y="1890494"/>
                <a:ext cx="984030" cy="461665"/>
              </a:xfrm>
              <a:prstGeom prst="rect">
                <a:avLst/>
              </a:prstGeom>
              <a:noFill/>
            </p:spPr>
            <p:txBody>
              <a:bodyPr wrap="square" rtlCol="0">
                <a:spAutoFit/>
              </a:bodyPr>
              <a:lstStyle/>
              <a:p>
                <a:r>
                  <a:rPr lang="en-US" altLang="zh-CN" sz="2400" b="1" dirty="0">
                    <a:solidFill>
                      <a:srgbClr val="EA2485"/>
                    </a:solidFill>
                  </a:rPr>
                  <a:t>Axure</a:t>
                </a:r>
                <a:endParaRPr lang="zh-CN" altLang="en-US" sz="2400" b="1" dirty="0">
                  <a:solidFill>
                    <a:srgbClr val="EA2485"/>
                  </a:solidFill>
                </a:endParaRPr>
              </a:p>
            </p:txBody>
          </p:sp>
          <p:pic>
            <p:nvPicPr>
              <p:cNvPr id="9" name="Picture 8" descr="https://bkimg.cdn.bcebos.com/pic/95eef01f3a292df5e0fe7a1027784b6034a85edfd5d6?x-bce-process=image/resize,m_lfit,w_268,limit_1/format,f_jpg">
                <a:extLst>
                  <a:ext uri="{FF2B5EF4-FFF2-40B4-BE49-F238E27FC236}">
                    <a16:creationId xmlns:a16="http://schemas.microsoft.com/office/drawing/2014/main" id="{9000F108-7C2F-44B9-A832-4ADF4936DDA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4775" t="11707" r="12947" b="14922"/>
              <a:stretch/>
            </p:blipFill>
            <p:spPr bwMode="auto">
              <a:xfrm>
                <a:off x="5710867" y="1392239"/>
                <a:ext cx="576063" cy="584775"/>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CE48C661-39D9-430B-B1E4-3C87AEE4BF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89479" y="2648591"/>
                <a:ext cx="567983" cy="567983"/>
              </a:xfrm>
              <a:prstGeom prst="rect">
                <a:avLst/>
              </a:prstGeom>
            </p:spPr>
          </p:pic>
          <p:sp>
            <p:nvSpPr>
              <p:cNvPr id="11" name="文本框 10">
                <a:extLst>
                  <a:ext uri="{FF2B5EF4-FFF2-40B4-BE49-F238E27FC236}">
                    <a16:creationId xmlns:a16="http://schemas.microsoft.com/office/drawing/2014/main" id="{AE049315-C9DE-4924-B5DD-1FD007C97B71}"/>
                  </a:ext>
                </a:extLst>
              </p:cNvPr>
              <p:cNvSpPr txBox="1"/>
              <p:nvPr/>
            </p:nvSpPr>
            <p:spPr>
              <a:xfrm>
                <a:off x="6034533" y="3161352"/>
                <a:ext cx="1842384" cy="461665"/>
              </a:xfrm>
              <a:prstGeom prst="rect">
                <a:avLst/>
              </a:prstGeom>
              <a:noFill/>
            </p:spPr>
            <p:txBody>
              <a:bodyPr wrap="square" rtlCol="0">
                <a:spAutoFit/>
              </a:bodyPr>
              <a:lstStyle/>
              <a:p>
                <a:r>
                  <a:rPr lang="en-US" altLang="zh-CN" sz="2400" b="1" dirty="0">
                    <a:solidFill>
                      <a:srgbClr val="92D050"/>
                    </a:solidFill>
                  </a:rPr>
                  <a:t>Spring Boot</a:t>
                </a:r>
                <a:endParaRPr lang="zh-CN" altLang="en-US" sz="2400" b="1" dirty="0"/>
              </a:p>
            </p:txBody>
          </p:sp>
          <p:pic>
            <p:nvPicPr>
              <p:cNvPr id="12" name="图片 11">
                <a:extLst>
                  <a:ext uri="{FF2B5EF4-FFF2-40B4-BE49-F238E27FC236}">
                    <a16:creationId xmlns:a16="http://schemas.microsoft.com/office/drawing/2014/main" id="{4ECE49A0-369A-4D47-A4B1-54FA442EA59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64030" y="2109465"/>
                <a:ext cx="814434" cy="514916"/>
              </a:xfrm>
              <a:prstGeom prst="rect">
                <a:avLst/>
              </a:prstGeom>
            </p:spPr>
          </p:pic>
          <p:sp>
            <p:nvSpPr>
              <p:cNvPr id="13" name="文本框 12">
                <a:extLst>
                  <a:ext uri="{FF2B5EF4-FFF2-40B4-BE49-F238E27FC236}">
                    <a16:creationId xmlns:a16="http://schemas.microsoft.com/office/drawing/2014/main" id="{066228A4-84E7-46E7-A98B-C16ABA78F830}"/>
                  </a:ext>
                </a:extLst>
              </p:cNvPr>
              <p:cNvSpPr txBox="1"/>
              <p:nvPr/>
            </p:nvSpPr>
            <p:spPr>
              <a:xfrm>
                <a:off x="1975024" y="2530627"/>
                <a:ext cx="1123082" cy="461665"/>
              </a:xfrm>
              <a:prstGeom prst="rect">
                <a:avLst/>
              </a:prstGeom>
              <a:noFill/>
            </p:spPr>
            <p:txBody>
              <a:bodyPr wrap="square" rtlCol="0">
                <a:spAutoFit/>
              </a:bodyPr>
              <a:lstStyle/>
              <a:p>
                <a:r>
                  <a:rPr lang="en-US" altLang="zh-CN" sz="2400" b="1" dirty="0">
                    <a:solidFill>
                      <a:srgbClr val="FFC000"/>
                    </a:solidFill>
                  </a:rPr>
                  <a:t>Tomcat</a:t>
                </a:r>
                <a:endParaRPr lang="zh-CN" altLang="en-US" sz="2400" b="1" dirty="0"/>
              </a:p>
            </p:txBody>
          </p:sp>
          <p:pic>
            <p:nvPicPr>
              <p:cNvPr id="14" name="Picture 2">
                <a:extLst>
                  <a:ext uri="{FF2B5EF4-FFF2-40B4-BE49-F238E27FC236}">
                    <a16:creationId xmlns:a16="http://schemas.microsoft.com/office/drawing/2014/main" id="{233B5E12-124B-4A71-8147-0EB51396AD4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96180" y="4014399"/>
                <a:ext cx="763143" cy="487292"/>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70DAFDD8-F3A5-4D1F-B996-799DBD90AB07}"/>
                  </a:ext>
                </a:extLst>
              </p:cNvPr>
              <p:cNvSpPr txBox="1"/>
              <p:nvPr/>
            </p:nvSpPr>
            <p:spPr>
              <a:xfrm>
                <a:off x="5150451" y="4456356"/>
                <a:ext cx="1156243" cy="461665"/>
              </a:xfrm>
              <a:prstGeom prst="rect">
                <a:avLst/>
              </a:prstGeom>
              <a:noFill/>
            </p:spPr>
            <p:txBody>
              <a:bodyPr wrap="square" rtlCol="0">
                <a:spAutoFit/>
              </a:bodyPr>
              <a:lstStyle/>
              <a:p>
                <a:r>
                  <a:rPr lang="en-US" altLang="zh-CN" sz="2400" b="1" dirty="0">
                    <a:solidFill>
                      <a:srgbClr val="00B0F0"/>
                    </a:solidFill>
                  </a:rPr>
                  <a:t>MySQL</a:t>
                </a:r>
                <a:endParaRPr lang="zh-CN" altLang="en-US" sz="2400" b="1" dirty="0"/>
              </a:p>
            </p:txBody>
          </p:sp>
          <p:pic>
            <p:nvPicPr>
              <p:cNvPr id="19" name="Picture 6" descr="EclipseLOGO">
                <a:extLst>
                  <a:ext uri="{FF2B5EF4-FFF2-40B4-BE49-F238E27FC236}">
                    <a16:creationId xmlns:a16="http://schemas.microsoft.com/office/drawing/2014/main" id="{0D6E387A-4CC0-4E18-AB8F-0917D2F3D0B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13942" y="3823059"/>
                <a:ext cx="552017" cy="538722"/>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65CE97D7-AF7A-48D5-B3A6-4CBD529DECB9}"/>
                  </a:ext>
                </a:extLst>
              </p:cNvPr>
              <p:cNvSpPr txBox="1"/>
              <p:nvPr/>
            </p:nvSpPr>
            <p:spPr>
              <a:xfrm>
                <a:off x="2480398" y="4265206"/>
                <a:ext cx="1430916" cy="461665"/>
              </a:xfrm>
              <a:prstGeom prst="rect">
                <a:avLst/>
              </a:prstGeom>
              <a:noFill/>
            </p:spPr>
            <p:txBody>
              <a:bodyPr wrap="square" rtlCol="0">
                <a:spAutoFit/>
              </a:bodyPr>
              <a:lstStyle/>
              <a:p>
                <a:r>
                  <a:rPr lang="en-US" altLang="zh-CN" sz="2400" b="1" dirty="0">
                    <a:solidFill>
                      <a:schemeClr val="accent4">
                        <a:lumMod val="75000"/>
                      </a:schemeClr>
                    </a:solidFill>
                  </a:rPr>
                  <a:t>Eclipse</a:t>
                </a:r>
                <a:endParaRPr lang="zh-CN" altLang="en-US" sz="2400" b="1" dirty="0">
                  <a:solidFill>
                    <a:schemeClr val="accent4">
                      <a:lumMod val="75000"/>
                    </a:schemeClr>
                  </a:solidFill>
                </a:endParaRPr>
              </a:p>
            </p:txBody>
          </p:sp>
          <p:pic>
            <p:nvPicPr>
              <p:cNvPr id="22" name="图片 21">
                <a:extLst>
                  <a:ext uri="{FF2B5EF4-FFF2-40B4-BE49-F238E27FC236}">
                    <a16:creationId xmlns:a16="http://schemas.microsoft.com/office/drawing/2014/main" id="{8CB2B3F2-D183-4D94-9617-C838820A6E0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691515" y="4282095"/>
                <a:ext cx="526132" cy="526132"/>
              </a:xfrm>
              <a:prstGeom prst="rect">
                <a:avLst/>
              </a:prstGeom>
            </p:spPr>
          </p:pic>
          <p:sp>
            <p:nvSpPr>
              <p:cNvPr id="23" name="文本框 22">
                <a:extLst>
                  <a:ext uri="{FF2B5EF4-FFF2-40B4-BE49-F238E27FC236}">
                    <a16:creationId xmlns:a16="http://schemas.microsoft.com/office/drawing/2014/main" id="{53741173-07CF-478B-BECB-C4B19684FB11}"/>
                  </a:ext>
                </a:extLst>
              </p:cNvPr>
              <p:cNvSpPr txBox="1"/>
              <p:nvPr/>
            </p:nvSpPr>
            <p:spPr>
              <a:xfrm>
                <a:off x="3541145" y="4747107"/>
                <a:ext cx="886908" cy="461665"/>
              </a:xfrm>
              <a:prstGeom prst="rect">
                <a:avLst/>
              </a:prstGeom>
              <a:noFill/>
            </p:spPr>
            <p:txBody>
              <a:bodyPr wrap="square" rtlCol="0">
                <a:spAutoFit/>
              </a:bodyPr>
              <a:lstStyle/>
              <a:p>
                <a:r>
                  <a:rPr lang="en-US" altLang="zh-CN" sz="2400" b="1" dirty="0">
                    <a:solidFill>
                      <a:srgbClr val="2287F2"/>
                    </a:solidFill>
                  </a:rPr>
                  <a:t>IDEA</a:t>
                </a:r>
                <a:endParaRPr lang="zh-CN" altLang="en-US" sz="2400" b="1" dirty="0">
                  <a:solidFill>
                    <a:srgbClr val="2287F2"/>
                  </a:solidFill>
                </a:endParaRPr>
              </a:p>
            </p:txBody>
          </p:sp>
          <p:sp>
            <p:nvSpPr>
              <p:cNvPr id="24" name="文本框 23">
                <a:extLst>
                  <a:ext uri="{FF2B5EF4-FFF2-40B4-BE49-F238E27FC236}">
                    <a16:creationId xmlns:a16="http://schemas.microsoft.com/office/drawing/2014/main" id="{55B0C701-29E4-4F50-8BCB-DF8916D0E1FA}"/>
                  </a:ext>
                </a:extLst>
              </p:cNvPr>
              <p:cNvSpPr txBox="1"/>
              <p:nvPr/>
            </p:nvSpPr>
            <p:spPr>
              <a:xfrm>
                <a:off x="6453615" y="1301674"/>
                <a:ext cx="1574662" cy="584775"/>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前端开发</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网页原型设计</a:t>
                </a:r>
              </a:p>
            </p:txBody>
          </p:sp>
          <p:sp>
            <p:nvSpPr>
              <p:cNvPr id="26" name="文本框 25">
                <a:extLst>
                  <a:ext uri="{FF2B5EF4-FFF2-40B4-BE49-F238E27FC236}">
                    <a16:creationId xmlns:a16="http://schemas.microsoft.com/office/drawing/2014/main" id="{6ED5D87C-0750-4537-842B-0851C3218302}"/>
                  </a:ext>
                </a:extLst>
              </p:cNvPr>
              <p:cNvSpPr txBox="1"/>
              <p:nvPr/>
            </p:nvSpPr>
            <p:spPr>
              <a:xfrm>
                <a:off x="7170852" y="2763305"/>
                <a:ext cx="1574662" cy="338554"/>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后端框架</a:t>
                </a:r>
              </a:p>
            </p:txBody>
          </p:sp>
          <p:sp>
            <p:nvSpPr>
              <p:cNvPr id="27" name="文本框 26">
                <a:extLst>
                  <a:ext uri="{FF2B5EF4-FFF2-40B4-BE49-F238E27FC236}">
                    <a16:creationId xmlns:a16="http://schemas.microsoft.com/office/drawing/2014/main" id="{E2982F4B-726F-4F36-932A-61BA0B7165A9}"/>
                  </a:ext>
                </a:extLst>
              </p:cNvPr>
              <p:cNvSpPr txBox="1"/>
              <p:nvPr/>
            </p:nvSpPr>
            <p:spPr>
              <a:xfrm>
                <a:off x="6168394" y="4456356"/>
                <a:ext cx="1574662" cy="338554"/>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数据库</a:t>
                </a:r>
              </a:p>
            </p:txBody>
          </p:sp>
          <p:sp>
            <p:nvSpPr>
              <p:cNvPr id="29" name="文本框 28">
                <a:extLst>
                  <a:ext uri="{FF2B5EF4-FFF2-40B4-BE49-F238E27FC236}">
                    <a16:creationId xmlns:a16="http://schemas.microsoft.com/office/drawing/2014/main" id="{292DFFC6-0177-4F38-ACAD-420A9C552DB5}"/>
                  </a:ext>
                </a:extLst>
              </p:cNvPr>
              <p:cNvSpPr txBox="1"/>
              <p:nvPr/>
            </p:nvSpPr>
            <p:spPr>
              <a:xfrm>
                <a:off x="675479" y="4241504"/>
                <a:ext cx="1200300" cy="584775"/>
              </a:xfrm>
              <a:prstGeom prst="rect">
                <a:avLst/>
              </a:prstGeom>
              <a:noFill/>
            </p:spPr>
            <p:txBody>
              <a:bodyPr wrap="square" rtlCol="0">
                <a:spAutoFit/>
              </a:bodyPr>
              <a:lstStyle/>
              <a:p>
                <a:pPr algn="ct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Java</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集成开发环境</a:t>
                </a:r>
              </a:p>
            </p:txBody>
          </p:sp>
          <p:sp>
            <p:nvSpPr>
              <p:cNvPr id="32" name="文本框 31">
                <a:extLst>
                  <a:ext uri="{FF2B5EF4-FFF2-40B4-BE49-F238E27FC236}">
                    <a16:creationId xmlns:a16="http://schemas.microsoft.com/office/drawing/2014/main" id="{396A8E35-3DEE-40A3-AD6B-D69F1BA7542F}"/>
                  </a:ext>
                </a:extLst>
              </p:cNvPr>
              <p:cNvSpPr txBox="1"/>
              <p:nvPr/>
            </p:nvSpPr>
            <p:spPr>
              <a:xfrm>
                <a:off x="608960" y="2362233"/>
                <a:ext cx="1200300" cy="338554"/>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服务器</a:t>
                </a:r>
              </a:p>
            </p:txBody>
          </p:sp>
        </p:grpSp>
        <p:pic>
          <p:nvPicPr>
            <p:cNvPr id="1026" name="Picture 2">
              <a:extLst>
                <a:ext uri="{FF2B5EF4-FFF2-40B4-BE49-F238E27FC236}">
                  <a16:creationId xmlns:a16="http://schemas.microsoft.com/office/drawing/2014/main" id="{B2FFE135-755E-4A37-9C2F-06B693D69F8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074917" y="896365"/>
              <a:ext cx="532677" cy="53267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7">
              <a:extLst>
                <a:ext uri="{FF2B5EF4-FFF2-40B4-BE49-F238E27FC236}">
                  <a16:creationId xmlns:a16="http://schemas.microsoft.com/office/drawing/2014/main" id="{927ECB79-DF42-4630-BE75-EB766182F01B}"/>
                </a:ext>
              </a:extLst>
            </p:cNvPr>
            <p:cNvSpPr>
              <a:spLocks noChangeArrowheads="1"/>
            </p:cNvSpPr>
            <p:nvPr/>
          </p:nvSpPr>
          <p:spPr bwMode="auto">
            <a:xfrm>
              <a:off x="3156818" y="1440186"/>
              <a:ext cx="38629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2400" b="1" dirty="0">
                  <a:solidFill>
                    <a:srgbClr val="FF6B00"/>
                  </a:solidFill>
                </a:rPr>
                <a:t>git</a:t>
              </a:r>
              <a:endParaRPr lang="zh-CN" altLang="en-US" sz="2400" b="1" dirty="0">
                <a:solidFill>
                  <a:srgbClr val="FF6B00"/>
                </a:solidFill>
              </a:endParaRPr>
            </a:p>
          </p:txBody>
        </p:sp>
        <p:sp>
          <p:nvSpPr>
            <p:cNvPr id="4" name="文本框 3">
              <a:extLst>
                <a:ext uri="{FF2B5EF4-FFF2-40B4-BE49-F238E27FC236}">
                  <a16:creationId xmlns:a16="http://schemas.microsoft.com/office/drawing/2014/main" id="{59F046B8-C43F-4FF2-9F0C-133D2FEF02CB}"/>
                </a:ext>
              </a:extLst>
            </p:cNvPr>
            <p:cNvSpPr txBox="1"/>
            <p:nvPr/>
          </p:nvSpPr>
          <p:spPr>
            <a:xfrm>
              <a:off x="1287201" y="1169537"/>
              <a:ext cx="1518782" cy="338554"/>
            </a:xfrm>
            <a:prstGeom prst="rect">
              <a:avLst/>
            </a:prstGeom>
            <a:noFill/>
          </p:spPr>
          <p:txBody>
            <a:bodyPr wrap="square"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配置管理工具</a:t>
              </a:r>
            </a:p>
          </p:txBody>
        </p:sp>
      </p:grpSp>
    </p:spTree>
    <p:extLst>
      <p:ext uri="{BB962C8B-B14F-4D97-AF65-F5344CB8AC3E}">
        <p14:creationId xmlns:p14="http://schemas.microsoft.com/office/powerpoint/2010/main" val="254021270"/>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50000">
                                      <p:stCondLst>
                                        <p:cond delay="800"/>
                                      </p:stCondLst>
                                      <p:childTnLst>
                                        <p:set>
                                          <p:cBhvr>
                                            <p:cTn id="6" dur="1" fill="hold">
                                              <p:stCondLst>
                                                <p:cond delay="0"/>
                                              </p:stCondLst>
                                            </p:cTn>
                                            <p:tgtEl>
                                              <p:spTgt spid="32801"/>
                                            </p:tgtEl>
                                            <p:attrNameLst>
                                              <p:attrName>style.visibility</p:attrName>
                                            </p:attrNameLst>
                                          </p:cBhvr>
                                          <p:to>
                                            <p:strVal val="visible"/>
                                          </p:to>
                                        </p:set>
                                        <p:anim calcmode="lin" valueType="num" p14:bounceEnd="50000">
                                          <p:cBhvr additive="base">
                                            <p:cTn id="7" dur="500" fill="hold"/>
                                            <p:tgtEl>
                                              <p:spTgt spid="32801"/>
                                            </p:tgtEl>
                                            <p:attrNameLst>
                                              <p:attrName>ppt_x</p:attrName>
                                            </p:attrNameLst>
                                          </p:cBhvr>
                                          <p:tavLst>
                                            <p:tav tm="0">
                                              <p:val>
                                                <p:strVal val="#ppt_x"/>
                                              </p:val>
                                            </p:tav>
                                            <p:tav tm="100000">
                                              <p:val>
                                                <p:strVal val="#ppt_x"/>
                                              </p:val>
                                            </p:tav>
                                          </p:tavLst>
                                        </p:anim>
                                        <p:anim calcmode="lin" valueType="num" p14:bounceEnd="50000">
                                          <p:cBhvr additive="base">
                                            <p:cTn id="8" dur="500" fill="hold"/>
                                            <p:tgtEl>
                                              <p:spTgt spid="32801"/>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14:presetBounceEnd="50000">
                                      <p:stCondLst>
                                        <p:cond delay="900"/>
                                      </p:stCondLst>
                                      <p:childTnLst>
                                        <p:set>
                                          <p:cBhvr>
                                            <p:cTn id="10" dur="1" fill="hold">
                                              <p:stCondLst>
                                                <p:cond delay="0"/>
                                              </p:stCondLst>
                                            </p:cTn>
                                            <p:tgtEl>
                                              <p:spTgt spid="32794"/>
                                            </p:tgtEl>
                                            <p:attrNameLst>
                                              <p:attrName>style.visibility</p:attrName>
                                            </p:attrNameLst>
                                          </p:cBhvr>
                                          <p:to>
                                            <p:strVal val="visible"/>
                                          </p:to>
                                        </p:set>
                                        <p:anim calcmode="lin" valueType="num" p14:bounceEnd="50000">
                                          <p:cBhvr additive="base">
                                            <p:cTn id="11" dur="500" fill="hold"/>
                                            <p:tgtEl>
                                              <p:spTgt spid="32794"/>
                                            </p:tgtEl>
                                            <p:attrNameLst>
                                              <p:attrName>ppt_x</p:attrName>
                                            </p:attrNameLst>
                                          </p:cBhvr>
                                          <p:tavLst>
                                            <p:tav tm="0">
                                              <p:val>
                                                <p:strVal val="1+#ppt_w/2"/>
                                              </p:val>
                                            </p:tav>
                                            <p:tav tm="100000">
                                              <p:val>
                                                <p:strVal val="#ppt_x"/>
                                              </p:val>
                                            </p:tav>
                                          </p:tavLst>
                                        </p:anim>
                                        <p:anim calcmode="lin" valueType="num" p14:bounceEnd="50000">
                                          <p:cBhvr additive="base">
                                            <p:cTn id="12" dur="500" fill="hold"/>
                                            <p:tgtEl>
                                              <p:spTgt spid="32794"/>
                                            </p:tgtEl>
                                            <p:attrNameLst>
                                              <p:attrName>ppt_y</p:attrName>
                                            </p:attrNameLst>
                                          </p:cBhvr>
                                          <p:tavLst>
                                            <p:tav tm="0">
                                              <p:val>
                                                <p:strVal val="0-#ppt_h/2"/>
                                              </p:val>
                                            </p:tav>
                                            <p:tav tm="100000">
                                              <p:val>
                                                <p:strVal val="#ppt_y"/>
                                              </p:val>
                                            </p:tav>
                                          </p:tavLst>
                                        </p:anim>
                                      </p:childTnLst>
                                    </p:cTn>
                                  </p:par>
                                  <p:par>
                                    <p:cTn id="13" presetID="53" presetClass="entr" presetSubtype="16" fill="hold" grpId="0" nodeType="withEffect">
                                      <p:stCondLst>
                                        <p:cond delay="1100"/>
                                      </p:stCondLst>
                                      <p:childTnLst>
                                        <p:set>
                                          <p:cBhvr>
                                            <p:cTn id="14" dur="1" fill="hold">
                                              <p:stCondLst>
                                                <p:cond delay="0"/>
                                              </p:stCondLst>
                                            </p:cTn>
                                            <p:tgtEl>
                                              <p:spTgt spid="32800"/>
                                            </p:tgtEl>
                                            <p:attrNameLst>
                                              <p:attrName>style.visibility</p:attrName>
                                            </p:attrNameLst>
                                          </p:cBhvr>
                                          <p:to>
                                            <p:strVal val="visible"/>
                                          </p:to>
                                        </p:set>
                                        <p:anim calcmode="lin" valueType="num">
                                          <p:cBhvr>
                                            <p:cTn id="15" dur="300" fill="hold"/>
                                            <p:tgtEl>
                                              <p:spTgt spid="32800"/>
                                            </p:tgtEl>
                                            <p:attrNameLst>
                                              <p:attrName>ppt_w</p:attrName>
                                            </p:attrNameLst>
                                          </p:cBhvr>
                                          <p:tavLst>
                                            <p:tav tm="0">
                                              <p:val>
                                                <p:fltVal val="0"/>
                                              </p:val>
                                            </p:tav>
                                            <p:tav tm="100000">
                                              <p:val>
                                                <p:strVal val="#ppt_w"/>
                                              </p:val>
                                            </p:tav>
                                          </p:tavLst>
                                        </p:anim>
                                        <p:anim calcmode="lin" valueType="num">
                                          <p:cBhvr>
                                            <p:cTn id="16" dur="300" fill="hold"/>
                                            <p:tgtEl>
                                              <p:spTgt spid="32800"/>
                                            </p:tgtEl>
                                            <p:attrNameLst>
                                              <p:attrName>ppt_h</p:attrName>
                                            </p:attrNameLst>
                                          </p:cBhvr>
                                          <p:tavLst>
                                            <p:tav tm="0">
                                              <p:val>
                                                <p:fltVal val="0"/>
                                              </p:val>
                                            </p:tav>
                                            <p:tav tm="100000">
                                              <p:val>
                                                <p:strVal val="#ppt_h"/>
                                              </p:val>
                                            </p:tav>
                                          </p:tavLst>
                                        </p:anim>
                                        <p:animEffect transition="in" filter="fade">
                                          <p:cBhvr>
                                            <p:cTn id="17" dur="300"/>
                                            <p:tgtEl>
                                              <p:spTgt spid="32800"/>
                                            </p:tgtEl>
                                          </p:cBhvr>
                                        </p:animEffect>
                                      </p:childTnLst>
                                    </p:cTn>
                                  </p:par>
                                  <p:par>
                                    <p:cTn id="18" presetID="6" presetClass="emph" presetSubtype="0" autoRev="1" fill="hold" grpId="1" nodeType="withEffect">
                                      <p:stCondLst>
                                        <p:cond delay="1400"/>
                                      </p:stCondLst>
                                      <p:childTnLst>
                                        <p:animScale>
                                          <p:cBhvr>
                                            <p:cTn id="19" dur="150" fill="hold"/>
                                            <p:tgtEl>
                                              <p:spTgt spid="32800"/>
                                            </p:tgtEl>
                                          </p:cBhvr>
                                          <p:by x="110000" y="110000"/>
                                        </p:animScale>
                                      </p:childTnLst>
                                    </p:cTn>
                                  </p:par>
                                  <p:par>
                                    <p:cTn id="20" presetID="2" presetClass="entr" presetSubtype="8" fill="hold" grpId="0" nodeType="withEffect" p14:presetBounceEnd="50000">
                                      <p:stCondLst>
                                        <p:cond delay="1000"/>
                                      </p:stCondLst>
                                      <p:childTnLst>
                                        <p:set>
                                          <p:cBhvr>
                                            <p:cTn id="21" dur="1" fill="hold">
                                              <p:stCondLst>
                                                <p:cond delay="0"/>
                                              </p:stCondLst>
                                            </p:cTn>
                                            <p:tgtEl>
                                              <p:spTgt spid="32790"/>
                                            </p:tgtEl>
                                            <p:attrNameLst>
                                              <p:attrName>style.visibility</p:attrName>
                                            </p:attrNameLst>
                                          </p:cBhvr>
                                          <p:to>
                                            <p:strVal val="visible"/>
                                          </p:to>
                                        </p:set>
                                        <p:anim calcmode="lin" valueType="num" p14:bounceEnd="50000">
                                          <p:cBhvr additive="base">
                                            <p:cTn id="22" dur="500" fill="hold"/>
                                            <p:tgtEl>
                                              <p:spTgt spid="32790"/>
                                            </p:tgtEl>
                                            <p:attrNameLst>
                                              <p:attrName>ppt_x</p:attrName>
                                            </p:attrNameLst>
                                          </p:cBhvr>
                                          <p:tavLst>
                                            <p:tav tm="0">
                                              <p:val>
                                                <p:strVal val="0-#ppt_w/2"/>
                                              </p:val>
                                            </p:tav>
                                            <p:tav tm="100000">
                                              <p:val>
                                                <p:strVal val="#ppt_x"/>
                                              </p:val>
                                            </p:tav>
                                          </p:tavLst>
                                        </p:anim>
                                        <p:anim calcmode="lin" valueType="num" p14:bounceEnd="50000">
                                          <p:cBhvr additive="base">
                                            <p:cTn id="23" dur="500" fill="hold"/>
                                            <p:tgtEl>
                                              <p:spTgt spid="32790"/>
                                            </p:tgtEl>
                                            <p:attrNameLst>
                                              <p:attrName>ppt_y</p:attrName>
                                            </p:attrNameLst>
                                          </p:cBhvr>
                                          <p:tavLst>
                                            <p:tav tm="0">
                                              <p:val>
                                                <p:strVal val="#ppt_y"/>
                                              </p:val>
                                            </p:tav>
                                            <p:tav tm="100000">
                                              <p:val>
                                                <p:strVal val="#ppt_y"/>
                                              </p:val>
                                            </p:tav>
                                          </p:tavLst>
                                        </p:anim>
                                      </p:childTnLst>
                                    </p:cTn>
                                  </p:par>
                                  <p:par>
                                    <p:cTn id="24" presetID="53" presetClass="entr" presetSubtype="16" fill="hold" grpId="0" nodeType="withEffect">
                                      <p:stCondLst>
                                        <p:cond delay="1200"/>
                                      </p:stCondLst>
                                      <p:childTnLst>
                                        <p:set>
                                          <p:cBhvr>
                                            <p:cTn id="25" dur="1" fill="hold">
                                              <p:stCondLst>
                                                <p:cond delay="0"/>
                                              </p:stCondLst>
                                            </p:cTn>
                                            <p:tgtEl>
                                              <p:spTgt spid="32795"/>
                                            </p:tgtEl>
                                            <p:attrNameLst>
                                              <p:attrName>style.visibility</p:attrName>
                                            </p:attrNameLst>
                                          </p:cBhvr>
                                          <p:to>
                                            <p:strVal val="visible"/>
                                          </p:to>
                                        </p:set>
                                        <p:anim calcmode="lin" valueType="num">
                                          <p:cBhvr>
                                            <p:cTn id="26" dur="300" fill="hold"/>
                                            <p:tgtEl>
                                              <p:spTgt spid="32795"/>
                                            </p:tgtEl>
                                            <p:attrNameLst>
                                              <p:attrName>ppt_w</p:attrName>
                                            </p:attrNameLst>
                                          </p:cBhvr>
                                          <p:tavLst>
                                            <p:tav tm="0">
                                              <p:val>
                                                <p:fltVal val="0"/>
                                              </p:val>
                                            </p:tav>
                                            <p:tav tm="100000">
                                              <p:val>
                                                <p:strVal val="#ppt_w"/>
                                              </p:val>
                                            </p:tav>
                                          </p:tavLst>
                                        </p:anim>
                                        <p:anim calcmode="lin" valueType="num">
                                          <p:cBhvr>
                                            <p:cTn id="27" dur="300" fill="hold"/>
                                            <p:tgtEl>
                                              <p:spTgt spid="32795"/>
                                            </p:tgtEl>
                                            <p:attrNameLst>
                                              <p:attrName>ppt_h</p:attrName>
                                            </p:attrNameLst>
                                          </p:cBhvr>
                                          <p:tavLst>
                                            <p:tav tm="0">
                                              <p:val>
                                                <p:fltVal val="0"/>
                                              </p:val>
                                            </p:tav>
                                            <p:tav tm="100000">
                                              <p:val>
                                                <p:strVal val="#ppt_h"/>
                                              </p:val>
                                            </p:tav>
                                          </p:tavLst>
                                        </p:anim>
                                        <p:animEffect transition="in" filter="fade">
                                          <p:cBhvr>
                                            <p:cTn id="28" dur="300"/>
                                            <p:tgtEl>
                                              <p:spTgt spid="32795"/>
                                            </p:tgtEl>
                                          </p:cBhvr>
                                        </p:animEffect>
                                      </p:childTnLst>
                                    </p:cTn>
                                  </p:par>
                                  <p:par>
                                    <p:cTn id="29" presetID="6" presetClass="emph" presetSubtype="0" autoRev="1" fill="hold" grpId="1" nodeType="withEffect">
                                      <p:stCondLst>
                                        <p:cond delay="1500"/>
                                      </p:stCondLst>
                                      <p:childTnLst>
                                        <p:animScale>
                                          <p:cBhvr>
                                            <p:cTn id="30" dur="150" fill="hold"/>
                                            <p:tgtEl>
                                              <p:spTgt spid="32795"/>
                                            </p:tgtEl>
                                          </p:cBhvr>
                                          <p:by x="110000" y="110000"/>
                                        </p:animScale>
                                      </p:childTnLst>
                                    </p:cTn>
                                  </p:par>
                                  <p:par>
                                    <p:cTn id="31" presetID="2" presetClass="entr" presetSubtype="6" fill="hold" grpId="0" nodeType="withEffect" p14:presetBounceEnd="50000">
                                      <p:stCondLst>
                                        <p:cond delay="1100"/>
                                      </p:stCondLst>
                                      <p:childTnLst>
                                        <p:set>
                                          <p:cBhvr>
                                            <p:cTn id="32" dur="1" fill="hold">
                                              <p:stCondLst>
                                                <p:cond delay="0"/>
                                              </p:stCondLst>
                                            </p:cTn>
                                            <p:tgtEl>
                                              <p:spTgt spid="32791"/>
                                            </p:tgtEl>
                                            <p:attrNameLst>
                                              <p:attrName>style.visibility</p:attrName>
                                            </p:attrNameLst>
                                          </p:cBhvr>
                                          <p:to>
                                            <p:strVal val="visible"/>
                                          </p:to>
                                        </p:set>
                                        <p:anim calcmode="lin" valueType="num" p14:bounceEnd="50000">
                                          <p:cBhvr additive="base">
                                            <p:cTn id="33" dur="500" fill="hold"/>
                                            <p:tgtEl>
                                              <p:spTgt spid="32791"/>
                                            </p:tgtEl>
                                            <p:attrNameLst>
                                              <p:attrName>ppt_x</p:attrName>
                                            </p:attrNameLst>
                                          </p:cBhvr>
                                          <p:tavLst>
                                            <p:tav tm="0">
                                              <p:val>
                                                <p:strVal val="1+#ppt_w/2"/>
                                              </p:val>
                                            </p:tav>
                                            <p:tav tm="100000">
                                              <p:val>
                                                <p:strVal val="#ppt_x"/>
                                              </p:val>
                                            </p:tav>
                                          </p:tavLst>
                                        </p:anim>
                                        <p:anim calcmode="lin" valueType="num" p14:bounceEnd="50000">
                                          <p:cBhvr additive="base">
                                            <p:cTn id="34" dur="500" fill="hold"/>
                                            <p:tgtEl>
                                              <p:spTgt spid="32791"/>
                                            </p:tgtEl>
                                            <p:attrNameLst>
                                              <p:attrName>ppt_y</p:attrName>
                                            </p:attrNameLst>
                                          </p:cBhvr>
                                          <p:tavLst>
                                            <p:tav tm="0">
                                              <p:val>
                                                <p:strVal val="1+#ppt_h/2"/>
                                              </p:val>
                                            </p:tav>
                                            <p:tav tm="100000">
                                              <p:val>
                                                <p:strVal val="#ppt_y"/>
                                              </p:val>
                                            </p:tav>
                                          </p:tavLst>
                                        </p:anim>
                                      </p:childTnLst>
                                    </p:cTn>
                                  </p:par>
                                  <p:par>
                                    <p:cTn id="35" presetID="53" presetClass="entr" presetSubtype="16" fill="hold" grpId="0" nodeType="withEffect">
                                      <p:stCondLst>
                                        <p:cond delay="1300"/>
                                      </p:stCondLst>
                                      <p:childTnLst>
                                        <p:set>
                                          <p:cBhvr>
                                            <p:cTn id="36" dur="1" fill="hold">
                                              <p:stCondLst>
                                                <p:cond delay="0"/>
                                              </p:stCondLst>
                                            </p:cTn>
                                            <p:tgtEl>
                                              <p:spTgt spid="32798"/>
                                            </p:tgtEl>
                                            <p:attrNameLst>
                                              <p:attrName>style.visibility</p:attrName>
                                            </p:attrNameLst>
                                          </p:cBhvr>
                                          <p:to>
                                            <p:strVal val="visible"/>
                                          </p:to>
                                        </p:set>
                                        <p:anim calcmode="lin" valueType="num">
                                          <p:cBhvr>
                                            <p:cTn id="37" dur="300" fill="hold"/>
                                            <p:tgtEl>
                                              <p:spTgt spid="32798"/>
                                            </p:tgtEl>
                                            <p:attrNameLst>
                                              <p:attrName>ppt_w</p:attrName>
                                            </p:attrNameLst>
                                          </p:cBhvr>
                                          <p:tavLst>
                                            <p:tav tm="0">
                                              <p:val>
                                                <p:fltVal val="0"/>
                                              </p:val>
                                            </p:tav>
                                            <p:tav tm="100000">
                                              <p:val>
                                                <p:strVal val="#ppt_w"/>
                                              </p:val>
                                            </p:tav>
                                          </p:tavLst>
                                        </p:anim>
                                        <p:anim calcmode="lin" valueType="num">
                                          <p:cBhvr>
                                            <p:cTn id="38" dur="300" fill="hold"/>
                                            <p:tgtEl>
                                              <p:spTgt spid="32798"/>
                                            </p:tgtEl>
                                            <p:attrNameLst>
                                              <p:attrName>ppt_h</p:attrName>
                                            </p:attrNameLst>
                                          </p:cBhvr>
                                          <p:tavLst>
                                            <p:tav tm="0">
                                              <p:val>
                                                <p:fltVal val="0"/>
                                              </p:val>
                                            </p:tav>
                                            <p:tav tm="100000">
                                              <p:val>
                                                <p:strVal val="#ppt_h"/>
                                              </p:val>
                                            </p:tav>
                                          </p:tavLst>
                                        </p:anim>
                                        <p:animEffect transition="in" filter="fade">
                                          <p:cBhvr>
                                            <p:cTn id="39" dur="300"/>
                                            <p:tgtEl>
                                              <p:spTgt spid="32798"/>
                                            </p:tgtEl>
                                          </p:cBhvr>
                                        </p:animEffect>
                                      </p:childTnLst>
                                    </p:cTn>
                                  </p:par>
                                  <p:par>
                                    <p:cTn id="40" presetID="6" presetClass="emph" presetSubtype="0" autoRev="1" fill="hold" grpId="1" nodeType="withEffect">
                                      <p:stCondLst>
                                        <p:cond delay="1600"/>
                                      </p:stCondLst>
                                      <p:childTnLst>
                                        <p:animScale>
                                          <p:cBhvr>
                                            <p:cTn id="41" dur="150" fill="hold"/>
                                            <p:tgtEl>
                                              <p:spTgt spid="32798"/>
                                            </p:tgtEl>
                                          </p:cBhvr>
                                          <p:by x="110000" y="110000"/>
                                        </p:animScale>
                                      </p:childTnLst>
                                    </p:cTn>
                                  </p:par>
                                  <p:par>
                                    <p:cTn id="42" presetID="2" presetClass="entr" presetSubtype="9" fill="hold" grpId="0" nodeType="withEffect" p14:presetBounceEnd="50000">
                                      <p:stCondLst>
                                        <p:cond delay="1200"/>
                                      </p:stCondLst>
                                      <p:childTnLst>
                                        <p:set>
                                          <p:cBhvr>
                                            <p:cTn id="43" dur="1" fill="hold">
                                              <p:stCondLst>
                                                <p:cond delay="0"/>
                                              </p:stCondLst>
                                            </p:cTn>
                                            <p:tgtEl>
                                              <p:spTgt spid="32792"/>
                                            </p:tgtEl>
                                            <p:attrNameLst>
                                              <p:attrName>style.visibility</p:attrName>
                                            </p:attrNameLst>
                                          </p:cBhvr>
                                          <p:to>
                                            <p:strVal val="visible"/>
                                          </p:to>
                                        </p:set>
                                        <p:anim calcmode="lin" valueType="num" p14:bounceEnd="50000">
                                          <p:cBhvr additive="base">
                                            <p:cTn id="44" dur="500" fill="hold"/>
                                            <p:tgtEl>
                                              <p:spTgt spid="32792"/>
                                            </p:tgtEl>
                                            <p:attrNameLst>
                                              <p:attrName>ppt_x</p:attrName>
                                            </p:attrNameLst>
                                          </p:cBhvr>
                                          <p:tavLst>
                                            <p:tav tm="0">
                                              <p:val>
                                                <p:strVal val="0-#ppt_w/2"/>
                                              </p:val>
                                            </p:tav>
                                            <p:tav tm="100000">
                                              <p:val>
                                                <p:strVal val="#ppt_x"/>
                                              </p:val>
                                            </p:tav>
                                          </p:tavLst>
                                        </p:anim>
                                        <p:anim calcmode="lin" valueType="num" p14:bounceEnd="50000">
                                          <p:cBhvr additive="base">
                                            <p:cTn id="45" dur="500" fill="hold"/>
                                            <p:tgtEl>
                                              <p:spTgt spid="32792"/>
                                            </p:tgtEl>
                                            <p:attrNameLst>
                                              <p:attrName>ppt_y</p:attrName>
                                            </p:attrNameLst>
                                          </p:cBhvr>
                                          <p:tavLst>
                                            <p:tav tm="0">
                                              <p:val>
                                                <p:strVal val="0-#ppt_h/2"/>
                                              </p:val>
                                            </p:tav>
                                            <p:tav tm="100000">
                                              <p:val>
                                                <p:strVal val="#ppt_y"/>
                                              </p:val>
                                            </p:tav>
                                          </p:tavLst>
                                        </p:anim>
                                      </p:childTnLst>
                                    </p:cTn>
                                  </p:par>
                                  <p:par>
                                    <p:cTn id="46" presetID="53" presetClass="entr" presetSubtype="16" fill="hold" grpId="0" nodeType="withEffect">
                                      <p:stCondLst>
                                        <p:cond delay="1400"/>
                                      </p:stCondLst>
                                      <p:childTnLst>
                                        <p:set>
                                          <p:cBhvr>
                                            <p:cTn id="47" dur="1" fill="hold">
                                              <p:stCondLst>
                                                <p:cond delay="0"/>
                                              </p:stCondLst>
                                            </p:cTn>
                                            <p:tgtEl>
                                              <p:spTgt spid="32797"/>
                                            </p:tgtEl>
                                            <p:attrNameLst>
                                              <p:attrName>style.visibility</p:attrName>
                                            </p:attrNameLst>
                                          </p:cBhvr>
                                          <p:to>
                                            <p:strVal val="visible"/>
                                          </p:to>
                                        </p:set>
                                        <p:anim calcmode="lin" valueType="num">
                                          <p:cBhvr>
                                            <p:cTn id="48" dur="300" fill="hold"/>
                                            <p:tgtEl>
                                              <p:spTgt spid="32797"/>
                                            </p:tgtEl>
                                            <p:attrNameLst>
                                              <p:attrName>ppt_w</p:attrName>
                                            </p:attrNameLst>
                                          </p:cBhvr>
                                          <p:tavLst>
                                            <p:tav tm="0">
                                              <p:val>
                                                <p:fltVal val="0"/>
                                              </p:val>
                                            </p:tav>
                                            <p:tav tm="100000">
                                              <p:val>
                                                <p:strVal val="#ppt_w"/>
                                              </p:val>
                                            </p:tav>
                                          </p:tavLst>
                                        </p:anim>
                                        <p:anim calcmode="lin" valueType="num">
                                          <p:cBhvr>
                                            <p:cTn id="49" dur="300" fill="hold"/>
                                            <p:tgtEl>
                                              <p:spTgt spid="32797"/>
                                            </p:tgtEl>
                                            <p:attrNameLst>
                                              <p:attrName>ppt_h</p:attrName>
                                            </p:attrNameLst>
                                          </p:cBhvr>
                                          <p:tavLst>
                                            <p:tav tm="0">
                                              <p:val>
                                                <p:fltVal val="0"/>
                                              </p:val>
                                            </p:tav>
                                            <p:tav tm="100000">
                                              <p:val>
                                                <p:strVal val="#ppt_h"/>
                                              </p:val>
                                            </p:tav>
                                          </p:tavLst>
                                        </p:anim>
                                        <p:animEffect transition="in" filter="fade">
                                          <p:cBhvr>
                                            <p:cTn id="50" dur="300"/>
                                            <p:tgtEl>
                                              <p:spTgt spid="32797"/>
                                            </p:tgtEl>
                                          </p:cBhvr>
                                        </p:animEffect>
                                      </p:childTnLst>
                                    </p:cTn>
                                  </p:par>
                                  <p:par>
                                    <p:cTn id="51" presetID="6" presetClass="emph" presetSubtype="0" autoRev="1" fill="hold" grpId="1" nodeType="withEffect">
                                      <p:stCondLst>
                                        <p:cond delay="1700"/>
                                      </p:stCondLst>
                                      <p:childTnLst>
                                        <p:animScale>
                                          <p:cBhvr>
                                            <p:cTn id="52" dur="150" fill="hold"/>
                                            <p:tgtEl>
                                              <p:spTgt spid="32797"/>
                                            </p:tgtEl>
                                          </p:cBhvr>
                                          <p:by x="110000" y="110000"/>
                                        </p:animScale>
                                      </p:childTnLst>
                                    </p:cTn>
                                  </p:par>
                                  <p:par>
                                    <p:cTn id="53" presetID="2" presetClass="entr" presetSubtype="12" fill="hold" grpId="0" nodeType="withEffect" p14:presetBounceEnd="50000">
                                      <p:stCondLst>
                                        <p:cond delay="900"/>
                                      </p:stCondLst>
                                      <p:childTnLst>
                                        <p:set>
                                          <p:cBhvr>
                                            <p:cTn id="54" dur="1" fill="hold">
                                              <p:stCondLst>
                                                <p:cond delay="0"/>
                                              </p:stCondLst>
                                            </p:cTn>
                                            <p:tgtEl>
                                              <p:spTgt spid="32789"/>
                                            </p:tgtEl>
                                            <p:attrNameLst>
                                              <p:attrName>style.visibility</p:attrName>
                                            </p:attrNameLst>
                                          </p:cBhvr>
                                          <p:to>
                                            <p:strVal val="visible"/>
                                          </p:to>
                                        </p:set>
                                        <p:anim calcmode="lin" valueType="num" p14:bounceEnd="50000">
                                          <p:cBhvr additive="base">
                                            <p:cTn id="55" dur="500" fill="hold"/>
                                            <p:tgtEl>
                                              <p:spTgt spid="32789"/>
                                            </p:tgtEl>
                                            <p:attrNameLst>
                                              <p:attrName>ppt_x</p:attrName>
                                            </p:attrNameLst>
                                          </p:cBhvr>
                                          <p:tavLst>
                                            <p:tav tm="0">
                                              <p:val>
                                                <p:strVal val="0-#ppt_w/2"/>
                                              </p:val>
                                            </p:tav>
                                            <p:tav tm="100000">
                                              <p:val>
                                                <p:strVal val="#ppt_x"/>
                                              </p:val>
                                            </p:tav>
                                          </p:tavLst>
                                        </p:anim>
                                        <p:anim calcmode="lin" valueType="num" p14:bounceEnd="50000">
                                          <p:cBhvr additive="base">
                                            <p:cTn id="56" dur="500" fill="hold"/>
                                            <p:tgtEl>
                                              <p:spTgt spid="32789"/>
                                            </p:tgtEl>
                                            <p:attrNameLst>
                                              <p:attrName>ppt_y</p:attrName>
                                            </p:attrNameLst>
                                          </p:cBhvr>
                                          <p:tavLst>
                                            <p:tav tm="0">
                                              <p:val>
                                                <p:strVal val="1+#ppt_h/2"/>
                                              </p:val>
                                            </p:tav>
                                            <p:tav tm="100000">
                                              <p:val>
                                                <p:strVal val="#ppt_y"/>
                                              </p:val>
                                            </p:tav>
                                          </p:tavLst>
                                        </p:anim>
                                      </p:childTnLst>
                                    </p:cTn>
                                  </p:par>
                                  <p:par>
                                    <p:cTn id="57" presetID="53" presetClass="entr" presetSubtype="16" fill="hold" grpId="0" nodeType="withEffect">
                                      <p:stCondLst>
                                        <p:cond delay="1100"/>
                                      </p:stCondLst>
                                      <p:childTnLst>
                                        <p:set>
                                          <p:cBhvr>
                                            <p:cTn id="58" dur="1" fill="hold">
                                              <p:stCondLst>
                                                <p:cond delay="0"/>
                                              </p:stCondLst>
                                            </p:cTn>
                                            <p:tgtEl>
                                              <p:spTgt spid="32799"/>
                                            </p:tgtEl>
                                            <p:attrNameLst>
                                              <p:attrName>style.visibility</p:attrName>
                                            </p:attrNameLst>
                                          </p:cBhvr>
                                          <p:to>
                                            <p:strVal val="visible"/>
                                          </p:to>
                                        </p:set>
                                        <p:anim calcmode="lin" valueType="num">
                                          <p:cBhvr>
                                            <p:cTn id="59" dur="300" fill="hold"/>
                                            <p:tgtEl>
                                              <p:spTgt spid="32799"/>
                                            </p:tgtEl>
                                            <p:attrNameLst>
                                              <p:attrName>ppt_w</p:attrName>
                                            </p:attrNameLst>
                                          </p:cBhvr>
                                          <p:tavLst>
                                            <p:tav tm="0">
                                              <p:val>
                                                <p:fltVal val="0"/>
                                              </p:val>
                                            </p:tav>
                                            <p:tav tm="100000">
                                              <p:val>
                                                <p:strVal val="#ppt_w"/>
                                              </p:val>
                                            </p:tav>
                                          </p:tavLst>
                                        </p:anim>
                                        <p:anim calcmode="lin" valueType="num">
                                          <p:cBhvr>
                                            <p:cTn id="60" dur="300" fill="hold"/>
                                            <p:tgtEl>
                                              <p:spTgt spid="32799"/>
                                            </p:tgtEl>
                                            <p:attrNameLst>
                                              <p:attrName>ppt_h</p:attrName>
                                            </p:attrNameLst>
                                          </p:cBhvr>
                                          <p:tavLst>
                                            <p:tav tm="0">
                                              <p:val>
                                                <p:fltVal val="0"/>
                                              </p:val>
                                            </p:tav>
                                            <p:tav tm="100000">
                                              <p:val>
                                                <p:strVal val="#ppt_h"/>
                                              </p:val>
                                            </p:tav>
                                          </p:tavLst>
                                        </p:anim>
                                        <p:animEffect transition="in" filter="fade">
                                          <p:cBhvr>
                                            <p:cTn id="61" dur="300"/>
                                            <p:tgtEl>
                                              <p:spTgt spid="32799"/>
                                            </p:tgtEl>
                                          </p:cBhvr>
                                        </p:animEffect>
                                      </p:childTnLst>
                                    </p:cTn>
                                  </p:par>
                                  <p:par>
                                    <p:cTn id="62" presetID="6" presetClass="emph" presetSubtype="0" autoRev="1" fill="hold" grpId="1" nodeType="withEffect">
                                      <p:stCondLst>
                                        <p:cond delay="1400"/>
                                      </p:stCondLst>
                                      <p:childTnLst>
                                        <p:animScale>
                                          <p:cBhvr>
                                            <p:cTn id="63" dur="150" fill="hold"/>
                                            <p:tgtEl>
                                              <p:spTgt spid="32799"/>
                                            </p:tgtEl>
                                          </p:cBhvr>
                                          <p:by x="110000" y="110000"/>
                                        </p:animScale>
                                      </p:childTnLst>
                                    </p:cTn>
                                  </p:par>
                                  <p:par>
                                    <p:cTn id="64" presetID="2" presetClass="entr" presetSubtype="2" fill="hold" grpId="0" nodeType="withEffect" p14:presetBounceEnd="50000">
                                      <p:stCondLst>
                                        <p:cond delay="1200"/>
                                      </p:stCondLst>
                                      <p:childTnLst>
                                        <p:set>
                                          <p:cBhvr>
                                            <p:cTn id="65" dur="1" fill="hold">
                                              <p:stCondLst>
                                                <p:cond delay="0"/>
                                              </p:stCondLst>
                                            </p:cTn>
                                            <p:tgtEl>
                                              <p:spTgt spid="32793"/>
                                            </p:tgtEl>
                                            <p:attrNameLst>
                                              <p:attrName>style.visibility</p:attrName>
                                            </p:attrNameLst>
                                          </p:cBhvr>
                                          <p:to>
                                            <p:strVal val="visible"/>
                                          </p:to>
                                        </p:set>
                                        <p:anim calcmode="lin" valueType="num" p14:bounceEnd="50000">
                                          <p:cBhvr additive="base">
                                            <p:cTn id="66" dur="500" fill="hold"/>
                                            <p:tgtEl>
                                              <p:spTgt spid="32793"/>
                                            </p:tgtEl>
                                            <p:attrNameLst>
                                              <p:attrName>ppt_x</p:attrName>
                                            </p:attrNameLst>
                                          </p:cBhvr>
                                          <p:tavLst>
                                            <p:tav tm="0">
                                              <p:val>
                                                <p:strVal val="1+#ppt_w/2"/>
                                              </p:val>
                                            </p:tav>
                                            <p:tav tm="100000">
                                              <p:val>
                                                <p:strVal val="#ppt_x"/>
                                              </p:val>
                                            </p:tav>
                                          </p:tavLst>
                                        </p:anim>
                                        <p:anim calcmode="lin" valueType="num" p14:bounceEnd="50000">
                                          <p:cBhvr additive="base">
                                            <p:cTn id="67" dur="500" fill="hold"/>
                                            <p:tgtEl>
                                              <p:spTgt spid="32793"/>
                                            </p:tgtEl>
                                            <p:attrNameLst>
                                              <p:attrName>ppt_y</p:attrName>
                                            </p:attrNameLst>
                                          </p:cBhvr>
                                          <p:tavLst>
                                            <p:tav tm="0">
                                              <p:val>
                                                <p:strVal val="#ppt_y"/>
                                              </p:val>
                                            </p:tav>
                                            <p:tav tm="100000">
                                              <p:val>
                                                <p:strVal val="#ppt_y"/>
                                              </p:val>
                                            </p:tav>
                                          </p:tavLst>
                                        </p:anim>
                                      </p:childTnLst>
                                    </p:cTn>
                                  </p:par>
                                  <p:par>
                                    <p:cTn id="68" presetID="53" presetClass="entr" presetSubtype="16" fill="hold" grpId="0" nodeType="withEffect">
                                      <p:stCondLst>
                                        <p:cond delay="1400"/>
                                      </p:stCondLst>
                                      <p:childTnLst>
                                        <p:set>
                                          <p:cBhvr>
                                            <p:cTn id="69" dur="1" fill="hold">
                                              <p:stCondLst>
                                                <p:cond delay="0"/>
                                              </p:stCondLst>
                                            </p:cTn>
                                            <p:tgtEl>
                                              <p:spTgt spid="32796"/>
                                            </p:tgtEl>
                                            <p:attrNameLst>
                                              <p:attrName>style.visibility</p:attrName>
                                            </p:attrNameLst>
                                          </p:cBhvr>
                                          <p:to>
                                            <p:strVal val="visible"/>
                                          </p:to>
                                        </p:set>
                                        <p:anim calcmode="lin" valueType="num">
                                          <p:cBhvr>
                                            <p:cTn id="70" dur="300" fill="hold"/>
                                            <p:tgtEl>
                                              <p:spTgt spid="32796"/>
                                            </p:tgtEl>
                                            <p:attrNameLst>
                                              <p:attrName>ppt_w</p:attrName>
                                            </p:attrNameLst>
                                          </p:cBhvr>
                                          <p:tavLst>
                                            <p:tav tm="0">
                                              <p:val>
                                                <p:fltVal val="0"/>
                                              </p:val>
                                            </p:tav>
                                            <p:tav tm="100000">
                                              <p:val>
                                                <p:strVal val="#ppt_w"/>
                                              </p:val>
                                            </p:tav>
                                          </p:tavLst>
                                        </p:anim>
                                        <p:anim calcmode="lin" valueType="num">
                                          <p:cBhvr>
                                            <p:cTn id="71" dur="300" fill="hold"/>
                                            <p:tgtEl>
                                              <p:spTgt spid="32796"/>
                                            </p:tgtEl>
                                            <p:attrNameLst>
                                              <p:attrName>ppt_h</p:attrName>
                                            </p:attrNameLst>
                                          </p:cBhvr>
                                          <p:tavLst>
                                            <p:tav tm="0">
                                              <p:val>
                                                <p:fltVal val="0"/>
                                              </p:val>
                                            </p:tav>
                                            <p:tav tm="100000">
                                              <p:val>
                                                <p:strVal val="#ppt_h"/>
                                              </p:val>
                                            </p:tav>
                                          </p:tavLst>
                                        </p:anim>
                                        <p:animEffect transition="in" filter="fade">
                                          <p:cBhvr>
                                            <p:cTn id="72" dur="300"/>
                                            <p:tgtEl>
                                              <p:spTgt spid="32796"/>
                                            </p:tgtEl>
                                          </p:cBhvr>
                                        </p:animEffect>
                                      </p:childTnLst>
                                    </p:cTn>
                                  </p:par>
                                  <p:par>
                                    <p:cTn id="73" presetID="6" presetClass="emph" presetSubtype="0" autoRev="1" fill="hold" grpId="1" nodeType="withEffect">
                                      <p:stCondLst>
                                        <p:cond delay="1700"/>
                                      </p:stCondLst>
                                      <p:childTnLst>
                                        <p:animScale>
                                          <p:cBhvr>
                                            <p:cTn id="74" dur="150" fill="hold"/>
                                            <p:tgtEl>
                                              <p:spTgt spid="32796"/>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85"/>
                                            </p:tgtEl>
                                            <p:attrNameLst>
                                              <p:attrName>style.visibility</p:attrName>
                                            </p:attrNameLst>
                                          </p:cBhvr>
                                          <p:to>
                                            <p:strVal val="visible"/>
                                          </p:to>
                                        </p:set>
                                        <p:anim calcmode="lin" valueType="num">
                                          <p:cBhvr>
                                            <p:cTn id="77" dur="300" fill="hold"/>
                                            <p:tgtEl>
                                              <p:spTgt spid="85"/>
                                            </p:tgtEl>
                                            <p:attrNameLst>
                                              <p:attrName>ppt_w</p:attrName>
                                            </p:attrNameLst>
                                          </p:cBhvr>
                                          <p:tavLst>
                                            <p:tav tm="0">
                                              <p:val>
                                                <p:fltVal val="0"/>
                                              </p:val>
                                            </p:tav>
                                            <p:tav tm="100000">
                                              <p:val>
                                                <p:strVal val="#ppt_w"/>
                                              </p:val>
                                            </p:tav>
                                          </p:tavLst>
                                        </p:anim>
                                        <p:anim calcmode="lin" valueType="num">
                                          <p:cBhvr>
                                            <p:cTn id="78" dur="300" fill="hold"/>
                                            <p:tgtEl>
                                              <p:spTgt spid="85"/>
                                            </p:tgtEl>
                                            <p:attrNameLst>
                                              <p:attrName>ppt_h</p:attrName>
                                            </p:attrNameLst>
                                          </p:cBhvr>
                                          <p:tavLst>
                                            <p:tav tm="0">
                                              <p:val>
                                                <p:fltVal val="0"/>
                                              </p:val>
                                            </p:tav>
                                            <p:tav tm="100000">
                                              <p:val>
                                                <p:strVal val="#ppt_h"/>
                                              </p:val>
                                            </p:tav>
                                          </p:tavLst>
                                        </p:anim>
                                        <p:animEffect transition="in" filter="fade">
                                          <p:cBhvr>
                                            <p:cTn id="79" dur="300"/>
                                            <p:tgtEl>
                                              <p:spTgt spid="85"/>
                                            </p:tgtEl>
                                          </p:cBhvr>
                                        </p:animEffect>
                                      </p:childTnLst>
                                    </p:cTn>
                                  </p:par>
                                  <p:par>
                                    <p:cTn id="80" presetID="6" presetClass="emph" presetSubtype="0" autoRev="1" fill="hold" grpId="1" nodeType="withEffect">
                                      <p:stCondLst>
                                        <p:cond delay="300"/>
                                      </p:stCondLst>
                                      <p:childTnLst>
                                        <p:animScale>
                                          <p:cBhvr>
                                            <p:cTn id="81" dur="150" fill="hold"/>
                                            <p:tgtEl>
                                              <p:spTgt spid="85"/>
                                            </p:tgtEl>
                                          </p:cBhvr>
                                          <p:by x="110000" y="110000"/>
                                        </p:animScale>
                                      </p:childTnLst>
                                    </p:cTn>
                                  </p:par>
                                  <p:par>
                                    <p:cTn id="82" presetID="53" presetClass="entr" presetSubtype="16" fill="hold" grpId="0" nodeType="withEffect">
                                      <p:stCondLst>
                                        <p:cond delay="300"/>
                                      </p:stCondLst>
                                      <p:childTnLst>
                                        <p:set>
                                          <p:cBhvr>
                                            <p:cTn id="83" dur="1" fill="hold">
                                              <p:stCondLst>
                                                <p:cond delay="0"/>
                                              </p:stCondLst>
                                            </p:cTn>
                                            <p:tgtEl>
                                              <p:spTgt spid="84"/>
                                            </p:tgtEl>
                                            <p:attrNameLst>
                                              <p:attrName>style.visibility</p:attrName>
                                            </p:attrNameLst>
                                          </p:cBhvr>
                                          <p:to>
                                            <p:strVal val="visible"/>
                                          </p:to>
                                        </p:set>
                                        <p:anim calcmode="lin" valueType="num">
                                          <p:cBhvr>
                                            <p:cTn id="84" dur="300" fill="hold"/>
                                            <p:tgtEl>
                                              <p:spTgt spid="84"/>
                                            </p:tgtEl>
                                            <p:attrNameLst>
                                              <p:attrName>ppt_w</p:attrName>
                                            </p:attrNameLst>
                                          </p:cBhvr>
                                          <p:tavLst>
                                            <p:tav tm="0">
                                              <p:val>
                                                <p:fltVal val="0"/>
                                              </p:val>
                                            </p:tav>
                                            <p:tav tm="100000">
                                              <p:val>
                                                <p:strVal val="#ppt_w"/>
                                              </p:val>
                                            </p:tav>
                                          </p:tavLst>
                                        </p:anim>
                                        <p:anim calcmode="lin" valueType="num">
                                          <p:cBhvr>
                                            <p:cTn id="85" dur="300" fill="hold"/>
                                            <p:tgtEl>
                                              <p:spTgt spid="84"/>
                                            </p:tgtEl>
                                            <p:attrNameLst>
                                              <p:attrName>ppt_h</p:attrName>
                                            </p:attrNameLst>
                                          </p:cBhvr>
                                          <p:tavLst>
                                            <p:tav tm="0">
                                              <p:val>
                                                <p:fltVal val="0"/>
                                              </p:val>
                                            </p:tav>
                                            <p:tav tm="100000">
                                              <p:val>
                                                <p:strVal val="#ppt_h"/>
                                              </p:val>
                                            </p:tav>
                                          </p:tavLst>
                                        </p:anim>
                                        <p:animEffect transition="in" filter="fade">
                                          <p:cBhvr>
                                            <p:cTn id="86" dur="300"/>
                                            <p:tgtEl>
                                              <p:spTgt spid="84"/>
                                            </p:tgtEl>
                                          </p:cBhvr>
                                        </p:animEffect>
                                      </p:childTnLst>
                                    </p:cTn>
                                  </p:par>
                                  <p:par>
                                    <p:cTn id="87" presetID="6" presetClass="emph" presetSubtype="0" autoRev="1" fill="hold" grpId="1" nodeType="withEffect">
                                      <p:stCondLst>
                                        <p:cond delay="600"/>
                                      </p:stCondLst>
                                      <p:childTnLst>
                                        <p:animScale>
                                          <p:cBhvr>
                                            <p:cTn id="88" dur="150" fill="hold"/>
                                            <p:tgtEl>
                                              <p:spTgt spid="84"/>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83"/>
                                            </p:tgtEl>
                                            <p:attrNameLst>
                                              <p:attrName>style.visibility</p:attrName>
                                            </p:attrNameLst>
                                          </p:cBhvr>
                                          <p:to>
                                            <p:strVal val="visible"/>
                                          </p:to>
                                        </p:set>
                                        <p:anim calcmode="lin" valueType="num">
                                          <p:cBhvr>
                                            <p:cTn id="91" dur="300" fill="hold"/>
                                            <p:tgtEl>
                                              <p:spTgt spid="83"/>
                                            </p:tgtEl>
                                            <p:attrNameLst>
                                              <p:attrName>ppt_w</p:attrName>
                                            </p:attrNameLst>
                                          </p:cBhvr>
                                          <p:tavLst>
                                            <p:tav tm="0">
                                              <p:val>
                                                <p:fltVal val="0"/>
                                              </p:val>
                                            </p:tav>
                                            <p:tav tm="100000">
                                              <p:val>
                                                <p:strVal val="#ppt_w"/>
                                              </p:val>
                                            </p:tav>
                                          </p:tavLst>
                                        </p:anim>
                                        <p:anim calcmode="lin" valueType="num">
                                          <p:cBhvr>
                                            <p:cTn id="92" dur="300" fill="hold"/>
                                            <p:tgtEl>
                                              <p:spTgt spid="83"/>
                                            </p:tgtEl>
                                            <p:attrNameLst>
                                              <p:attrName>ppt_h</p:attrName>
                                            </p:attrNameLst>
                                          </p:cBhvr>
                                          <p:tavLst>
                                            <p:tav tm="0">
                                              <p:val>
                                                <p:fltVal val="0"/>
                                              </p:val>
                                            </p:tav>
                                            <p:tav tm="100000">
                                              <p:val>
                                                <p:strVal val="#ppt_h"/>
                                              </p:val>
                                            </p:tav>
                                          </p:tavLst>
                                        </p:anim>
                                        <p:animEffect transition="in" filter="fade">
                                          <p:cBhvr>
                                            <p:cTn id="93" dur="300"/>
                                            <p:tgtEl>
                                              <p:spTgt spid="83"/>
                                            </p:tgtEl>
                                          </p:cBhvr>
                                        </p:animEffect>
                                      </p:childTnLst>
                                    </p:cTn>
                                  </p:par>
                                  <p:par>
                                    <p:cTn id="94" presetID="6" presetClass="emph" presetSubtype="0" autoRev="1" fill="hold" grpId="1" nodeType="withEffect">
                                      <p:stCondLst>
                                        <p:cond delay="900"/>
                                      </p:stCondLst>
                                      <p:childTnLst>
                                        <p:animScale>
                                          <p:cBhvr>
                                            <p:cTn id="95" dur="150" fill="hold"/>
                                            <p:tgtEl>
                                              <p:spTgt spid="83"/>
                                            </p:tgtEl>
                                          </p:cBhvr>
                                          <p:by x="110000" y="110000"/>
                                        </p:animScale>
                                      </p:childTnLst>
                                    </p:cTn>
                                  </p:par>
                                  <p:par>
                                    <p:cTn id="96" presetID="53" presetClass="entr" presetSubtype="16" fill="hold" grpId="0" nodeType="withEffect">
                                      <p:stCondLst>
                                        <p:cond delay="900"/>
                                      </p:stCondLst>
                                      <p:childTnLst>
                                        <p:set>
                                          <p:cBhvr>
                                            <p:cTn id="97" dur="1" fill="hold">
                                              <p:stCondLst>
                                                <p:cond delay="0"/>
                                              </p:stCondLst>
                                            </p:cTn>
                                            <p:tgtEl>
                                              <p:spTgt spid="82"/>
                                            </p:tgtEl>
                                            <p:attrNameLst>
                                              <p:attrName>style.visibility</p:attrName>
                                            </p:attrNameLst>
                                          </p:cBhvr>
                                          <p:to>
                                            <p:strVal val="visible"/>
                                          </p:to>
                                        </p:set>
                                        <p:anim calcmode="lin" valueType="num">
                                          <p:cBhvr>
                                            <p:cTn id="98" dur="300" fill="hold"/>
                                            <p:tgtEl>
                                              <p:spTgt spid="82"/>
                                            </p:tgtEl>
                                            <p:attrNameLst>
                                              <p:attrName>ppt_w</p:attrName>
                                            </p:attrNameLst>
                                          </p:cBhvr>
                                          <p:tavLst>
                                            <p:tav tm="0">
                                              <p:val>
                                                <p:fltVal val="0"/>
                                              </p:val>
                                            </p:tav>
                                            <p:tav tm="100000">
                                              <p:val>
                                                <p:strVal val="#ppt_w"/>
                                              </p:val>
                                            </p:tav>
                                          </p:tavLst>
                                        </p:anim>
                                        <p:anim calcmode="lin" valueType="num">
                                          <p:cBhvr>
                                            <p:cTn id="99" dur="300" fill="hold"/>
                                            <p:tgtEl>
                                              <p:spTgt spid="82"/>
                                            </p:tgtEl>
                                            <p:attrNameLst>
                                              <p:attrName>ppt_h</p:attrName>
                                            </p:attrNameLst>
                                          </p:cBhvr>
                                          <p:tavLst>
                                            <p:tav tm="0">
                                              <p:val>
                                                <p:fltVal val="0"/>
                                              </p:val>
                                            </p:tav>
                                            <p:tav tm="100000">
                                              <p:val>
                                                <p:strVal val="#ppt_h"/>
                                              </p:val>
                                            </p:tav>
                                          </p:tavLst>
                                        </p:anim>
                                        <p:animEffect transition="in" filter="fade">
                                          <p:cBhvr>
                                            <p:cTn id="100" dur="300"/>
                                            <p:tgtEl>
                                              <p:spTgt spid="82"/>
                                            </p:tgtEl>
                                          </p:cBhvr>
                                        </p:animEffect>
                                      </p:childTnLst>
                                    </p:cTn>
                                  </p:par>
                                  <p:par>
                                    <p:cTn id="101" presetID="6" presetClass="emph" presetSubtype="0" autoRev="1" fill="hold" grpId="1" nodeType="withEffect">
                                      <p:stCondLst>
                                        <p:cond delay="1200"/>
                                      </p:stCondLst>
                                      <p:childTnLst>
                                        <p:animScale>
                                          <p:cBhvr>
                                            <p:cTn id="102" dur="150" fill="hold"/>
                                            <p:tgtEl>
                                              <p:spTgt spid="82"/>
                                            </p:tgtEl>
                                          </p:cBhvr>
                                          <p:by x="110000" y="110000"/>
                                        </p:animScale>
                                      </p:childTnLst>
                                    </p:cTn>
                                  </p:par>
                                  <p:par>
                                    <p:cTn id="103" presetID="53" presetClass="entr" presetSubtype="16" fill="hold" grpId="0" nodeType="withEffect">
                                      <p:stCondLst>
                                        <p:cond delay="500"/>
                                      </p:stCondLst>
                                      <p:childTnLst>
                                        <p:set>
                                          <p:cBhvr>
                                            <p:cTn id="104" dur="1" fill="hold">
                                              <p:stCondLst>
                                                <p:cond delay="0"/>
                                              </p:stCondLst>
                                            </p:cTn>
                                            <p:tgtEl>
                                              <p:spTgt spid="86"/>
                                            </p:tgtEl>
                                            <p:attrNameLst>
                                              <p:attrName>style.visibility</p:attrName>
                                            </p:attrNameLst>
                                          </p:cBhvr>
                                          <p:to>
                                            <p:strVal val="visible"/>
                                          </p:to>
                                        </p:set>
                                        <p:anim calcmode="lin" valueType="num">
                                          <p:cBhvr>
                                            <p:cTn id="105" dur="300" fill="hold"/>
                                            <p:tgtEl>
                                              <p:spTgt spid="86"/>
                                            </p:tgtEl>
                                            <p:attrNameLst>
                                              <p:attrName>ppt_w</p:attrName>
                                            </p:attrNameLst>
                                          </p:cBhvr>
                                          <p:tavLst>
                                            <p:tav tm="0">
                                              <p:val>
                                                <p:fltVal val="0"/>
                                              </p:val>
                                            </p:tav>
                                            <p:tav tm="100000">
                                              <p:val>
                                                <p:strVal val="#ppt_w"/>
                                              </p:val>
                                            </p:tav>
                                          </p:tavLst>
                                        </p:anim>
                                        <p:anim calcmode="lin" valueType="num">
                                          <p:cBhvr>
                                            <p:cTn id="106" dur="300" fill="hold"/>
                                            <p:tgtEl>
                                              <p:spTgt spid="86"/>
                                            </p:tgtEl>
                                            <p:attrNameLst>
                                              <p:attrName>ppt_h</p:attrName>
                                            </p:attrNameLst>
                                          </p:cBhvr>
                                          <p:tavLst>
                                            <p:tav tm="0">
                                              <p:val>
                                                <p:fltVal val="0"/>
                                              </p:val>
                                            </p:tav>
                                            <p:tav tm="100000">
                                              <p:val>
                                                <p:strVal val="#ppt_h"/>
                                              </p:val>
                                            </p:tav>
                                          </p:tavLst>
                                        </p:anim>
                                        <p:animEffect transition="in" filter="fade">
                                          <p:cBhvr>
                                            <p:cTn id="107" dur="300"/>
                                            <p:tgtEl>
                                              <p:spTgt spid="86"/>
                                            </p:tgtEl>
                                          </p:cBhvr>
                                        </p:animEffect>
                                      </p:childTnLst>
                                    </p:cTn>
                                  </p:par>
                                  <p:par>
                                    <p:cTn id="108" presetID="22" presetClass="entr" presetSubtype="8" fill="hold" grpId="0" nodeType="withEffect">
                                      <p:stCondLst>
                                        <p:cond delay="500"/>
                                      </p:stCondLst>
                                      <p:childTnLst>
                                        <p:set>
                                          <p:cBhvr>
                                            <p:cTn id="109" dur="1" fill="hold">
                                              <p:stCondLst>
                                                <p:cond delay="0"/>
                                              </p:stCondLst>
                                            </p:cTn>
                                            <p:tgtEl>
                                              <p:spTgt spid="87"/>
                                            </p:tgtEl>
                                            <p:attrNameLst>
                                              <p:attrName>style.visibility</p:attrName>
                                            </p:attrNameLst>
                                          </p:cBhvr>
                                          <p:to>
                                            <p:strVal val="visible"/>
                                          </p:to>
                                        </p:set>
                                        <p:animEffect transition="in" filter="wipe(left)">
                                          <p:cBhvr>
                                            <p:cTn id="110" dur="500"/>
                                            <p:tgtEl>
                                              <p:spTgt spid="87"/>
                                            </p:tgtEl>
                                          </p:cBhvr>
                                        </p:animEffect>
                                      </p:childTnLst>
                                    </p:cTn>
                                  </p:par>
                                  <p:par>
                                    <p:cTn id="111" presetID="6" presetClass="emph" presetSubtype="0" autoRev="1" fill="hold" grpId="1" nodeType="withEffect">
                                      <p:stCondLst>
                                        <p:cond delay="800"/>
                                      </p:stCondLst>
                                      <p:childTnLst>
                                        <p:animScale>
                                          <p:cBhvr>
                                            <p:cTn id="112" dur="150" fill="hold"/>
                                            <p:tgtEl>
                                              <p:spTgt spid="86"/>
                                            </p:tgtEl>
                                          </p:cBhvr>
                                          <p:by x="110000" y="110000"/>
                                        </p:animScale>
                                      </p:childTnLst>
                                    </p:cTn>
                                  </p:par>
                                  <p:par>
                                    <p:cTn id="113" presetID="47" presetClass="entr" presetSubtype="0" fill="hold" nodeType="withEffect">
                                      <p:stCondLst>
                                        <p:cond delay="1300"/>
                                      </p:stCondLst>
                                      <p:childTnLst>
                                        <p:set>
                                          <p:cBhvr>
                                            <p:cTn id="114" dur="1" fill="hold">
                                              <p:stCondLst>
                                                <p:cond delay="0"/>
                                              </p:stCondLst>
                                            </p:cTn>
                                            <p:tgtEl>
                                              <p:spTgt spid="5"/>
                                            </p:tgtEl>
                                            <p:attrNameLst>
                                              <p:attrName>style.visibility</p:attrName>
                                            </p:attrNameLst>
                                          </p:cBhvr>
                                          <p:to>
                                            <p:strVal val="visible"/>
                                          </p:to>
                                        </p:set>
                                        <p:animEffect transition="in" filter="fade">
                                          <p:cBhvr>
                                            <p:cTn id="115" dur="400"/>
                                            <p:tgtEl>
                                              <p:spTgt spid="5"/>
                                            </p:tgtEl>
                                          </p:cBhvr>
                                        </p:animEffect>
                                        <p:anim calcmode="lin" valueType="num">
                                          <p:cBhvr>
                                            <p:cTn id="116" dur="400" fill="hold"/>
                                            <p:tgtEl>
                                              <p:spTgt spid="5"/>
                                            </p:tgtEl>
                                            <p:attrNameLst>
                                              <p:attrName>ppt_x</p:attrName>
                                            </p:attrNameLst>
                                          </p:cBhvr>
                                          <p:tavLst>
                                            <p:tav tm="0">
                                              <p:val>
                                                <p:strVal val="#ppt_x"/>
                                              </p:val>
                                            </p:tav>
                                            <p:tav tm="100000">
                                              <p:val>
                                                <p:strVal val="#ppt_x"/>
                                              </p:val>
                                            </p:tav>
                                          </p:tavLst>
                                        </p:anim>
                                        <p:anim calcmode="lin" valueType="num">
                                          <p:cBhvr>
                                            <p:cTn id="117" dur="4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9" grpId="0" animBg="1"/>
          <p:bldP spid="32790" grpId="0" animBg="1"/>
          <p:bldP spid="32791" grpId="0" animBg="1"/>
          <p:bldP spid="32792" grpId="0" animBg="1"/>
          <p:bldP spid="32793" grpId="0" animBg="1"/>
          <p:bldP spid="32794" grpId="0" animBg="1"/>
          <p:bldP spid="32795" grpId="0" animBg="1"/>
          <p:bldP spid="32795" grpId="1" animBg="1"/>
          <p:bldP spid="32796" grpId="0" animBg="1"/>
          <p:bldP spid="32796" grpId="1" animBg="1"/>
          <p:bldP spid="32797" grpId="0" animBg="1"/>
          <p:bldP spid="32797" grpId="1" animBg="1"/>
          <p:bldP spid="32798" grpId="0" animBg="1"/>
          <p:bldP spid="32798" grpId="1" animBg="1"/>
          <p:bldP spid="32799" grpId="0" animBg="1"/>
          <p:bldP spid="32799" grpId="1" animBg="1"/>
          <p:bldP spid="32800" grpId="0" animBg="1"/>
          <p:bldP spid="32800" grpId="1" animBg="1"/>
          <p:bldP spid="32801" grpId="0"/>
          <p:bldP spid="82" grpId="0" animBg="1"/>
          <p:bldP spid="82" grpId="1" animBg="1"/>
          <p:bldP spid="83" grpId="0" animBg="1"/>
          <p:bldP spid="83" grpId="1" animBg="1"/>
          <p:bldP spid="84" grpId="0" animBg="1"/>
          <p:bldP spid="84" grpId="1" animBg="1"/>
          <p:bldP spid="85" grpId="0" animBg="1"/>
          <p:bldP spid="85" grpId="1" animBg="1"/>
          <p:bldP spid="86" grpId="0"/>
          <p:bldP spid="86" grpId="1"/>
          <p:bldP spid="8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800"/>
                                      </p:stCondLst>
                                      <p:childTnLst>
                                        <p:set>
                                          <p:cBhvr>
                                            <p:cTn id="6" dur="1" fill="hold">
                                              <p:stCondLst>
                                                <p:cond delay="0"/>
                                              </p:stCondLst>
                                            </p:cTn>
                                            <p:tgtEl>
                                              <p:spTgt spid="32801"/>
                                            </p:tgtEl>
                                            <p:attrNameLst>
                                              <p:attrName>style.visibility</p:attrName>
                                            </p:attrNameLst>
                                          </p:cBhvr>
                                          <p:to>
                                            <p:strVal val="visible"/>
                                          </p:to>
                                        </p:set>
                                        <p:anim calcmode="lin" valueType="num">
                                          <p:cBhvr additive="base">
                                            <p:cTn id="7" dur="500" fill="hold"/>
                                            <p:tgtEl>
                                              <p:spTgt spid="32801"/>
                                            </p:tgtEl>
                                            <p:attrNameLst>
                                              <p:attrName>ppt_x</p:attrName>
                                            </p:attrNameLst>
                                          </p:cBhvr>
                                          <p:tavLst>
                                            <p:tav tm="0">
                                              <p:val>
                                                <p:strVal val="#ppt_x"/>
                                              </p:val>
                                            </p:tav>
                                            <p:tav tm="100000">
                                              <p:val>
                                                <p:strVal val="#ppt_x"/>
                                              </p:val>
                                            </p:tav>
                                          </p:tavLst>
                                        </p:anim>
                                        <p:anim calcmode="lin" valueType="num">
                                          <p:cBhvr additive="base">
                                            <p:cTn id="8" dur="500" fill="hold"/>
                                            <p:tgtEl>
                                              <p:spTgt spid="32801"/>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900"/>
                                      </p:stCondLst>
                                      <p:childTnLst>
                                        <p:set>
                                          <p:cBhvr>
                                            <p:cTn id="10" dur="1" fill="hold">
                                              <p:stCondLst>
                                                <p:cond delay="0"/>
                                              </p:stCondLst>
                                            </p:cTn>
                                            <p:tgtEl>
                                              <p:spTgt spid="32794"/>
                                            </p:tgtEl>
                                            <p:attrNameLst>
                                              <p:attrName>style.visibility</p:attrName>
                                            </p:attrNameLst>
                                          </p:cBhvr>
                                          <p:to>
                                            <p:strVal val="visible"/>
                                          </p:to>
                                        </p:set>
                                        <p:anim calcmode="lin" valueType="num">
                                          <p:cBhvr additive="base">
                                            <p:cTn id="11" dur="500" fill="hold"/>
                                            <p:tgtEl>
                                              <p:spTgt spid="32794"/>
                                            </p:tgtEl>
                                            <p:attrNameLst>
                                              <p:attrName>ppt_x</p:attrName>
                                            </p:attrNameLst>
                                          </p:cBhvr>
                                          <p:tavLst>
                                            <p:tav tm="0">
                                              <p:val>
                                                <p:strVal val="1+#ppt_w/2"/>
                                              </p:val>
                                            </p:tav>
                                            <p:tav tm="100000">
                                              <p:val>
                                                <p:strVal val="#ppt_x"/>
                                              </p:val>
                                            </p:tav>
                                          </p:tavLst>
                                        </p:anim>
                                        <p:anim calcmode="lin" valueType="num">
                                          <p:cBhvr additive="base">
                                            <p:cTn id="12" dur="500" fill="hold"/>
                                            <p:tgtEl>
                                              <p:spTgt spid="32794"/>
                                            </p:tgtEl>
                                            <p:attrNameLst>
                                              <p:attrName>ppt_y</p:attrName>
                                            </p:attrNameLst>
                                          </p:cBhvr>
                                          <p:tavLst>
                                            <p:tav tm="0">
                                              <p:val>
                                                <p:strVal val="0-#ppt_h/2"/>
                                              </p:val>
                                            </p:tav>
                                            <p:tav tm="100000">
                                              <p:val>
                                                <p:strVal val="#ppt_y"/>
                                              </p:val>
                                            </p:tav>
                                          </p:tavLst>
                                        </p:anim>
                                      </p:childTnLst>
                                    </p:cTn>
                                  </p:par>
                                  <p:par>
                                    <p:cTn id="13" presetID="53" presetClass="entr" presetSubtype="16" fill="hold" grpId="0" nodeType="withEffect">
                                      <p:stCondLst>
                                        <p:cond delay="1100"/>
                                      </p:stCondLst>
                                      <p:childTnLst>
                                        <p:set>
                                          <p:cBhvr>
                                            <p:cTn id="14" dur="1" fill="hold">
                                              <p:stCondLst>
                                                <p:cond delay="0"/>
                                              </p:stCondLst>
                                            </p:cTn>
                                            <p:tgtEl>
                                              <p:spTgt spid="32800"/>
                                            </p:tgtEl>
                                            <p:attrNameLst>
                                              <p:attrName>style.visibility</p:attrName>
                                            </p:attrNameLst>
                                          </p:cBhvr>
                                          <p:to>
                                            <p:strVal val="visible"/>
                                          </p:to>
                                        </p:set>
                                        <p:anim calcmode="lin" valueType="num">
                                          <p:cBhvr>
                                            <p:cTn id="15" dur="300" fill="hold"/>
                                            <p:tgtEl>
                                              <p:spTgt spid="32800"/>
                                            </p:tgtEl>
                                            <p:attrNameLst>
                                              <p:attrName>ppt_w</p:attrName>
                                            </p:attrNameLst>
                                          </p:cBhvr>
                                          <p:tavLst>
                                            <p:tav tm="0">
                                              <p:val>
                                                <p:fltVal val="0"/>
                                              </p:val>
                                            </p:tav>
                                            <p:tav tm="100000">
                                              <p:val>
                                                <p:strVal val="#ppt_w"/>
                                              </p:val>
                                            </p:tav>
                                          </p:tavLst>
                                        </p:anim>
                                        <p:anim calcmode="lin" valueType="num">
                                          <p:cBhvr>
                                            <p:cTn id="16" dur="300" fill="hold"/>
                                            <p:tgtEl>
                                              <p:spTgt spid="32800"/>
                                            </p:tgtEl>
                                            <p:attrNameLst>
                                              <p:attrName>ppt_h</p:attrName>
                                            </p:attrNameLst>
                                          </p:cBhvr>
                                          <p:tavLst>
                                            <p:tav tm="0">
                                              <p:val>
                                                <p:fltVal val="0"/>
                                              </p:val>
                                            </p:tav>
                                            <p:tav tm="100000">
                                              <p:val>
                                                <p:strVal val="#ppt_h"/>
                                              </p:val>
                                            </p:tav>
                                          </p:tavLst>
                                        </p:anim>
                                        <p:animEffect transition="in" filter="fade">
                                          <p:cBhvr>
                                            <p:cTn id="17" dur="300"/>
                                            <p:tgtEl>
                                              <p:spTgt spid="32800"/>
                                            </p:tgtEl>
                                          </p:cBhvr>
                                        </p:animEffect>
                                      </p:childTnLst>
                                    </p:cTn>
                                  </p:par>
                                  <p:par>
                                    <p:cTn id="18" presetID="6" presetClass="emph" presetSubtype="0" autoRev="1" fill="hold" grpId="1" nodeType="withEffect">
                                      <p:stCondLst>
                                        <p:cond delay="1400"/>
                                      </p:stCondLst>
                                      <p:childTnLst>
                                        <p:animScale>
                                          <p:cBhvr>
                                            <p:cTn id="19" dur="150" fill="hold"/>
                                            <p:tgtEl>
                                              <p:spTgt spid="32800"/>
                                            </p:tgtEl>
                                          </p:cBhvr>
                                          <p:by x="110000" y="110000"/>
                                        </p:animScale>
                                      </p:childTnLst>
                                    </p:cTn>
                                  </p:par>
                                  <p:par>
                                    <p:cTn id="20" presetID="2" presetClass="entr" presetSubtype="8" fill="hold" grpId="0" nodeType="withEffect">
                                      <p:stCondLst>
                                        <p:cond delay="1000"/>
                                      </p:stCondLst>
                                      <p:childTnLst>
                                        <p:set>
                                          <p:cBhvr>
                                            <p:cTn id="21" dur="1" fill="hold">
                                              <p:stCondLst>
                                                <p:cond delay="0"/>
                                              </p:stCondLst>
                                            </p:cTn>
                                            <p:tgtEl>
                                              <p:spTgt spid="32790"/>
                                            </p:tgtEl>
                                            <p:attrNameLst>
                                              <p:attrName>style.visibility</p:attrName>
                                            </p:attrNameLst>
                                          </p:cBhvr>
                                          <p:to>
                                            <p:strVal val="visible"/>
                                          </p:to>
                                        </p:set>
                                        <p:anim calcmode="lin" valueType="num">
                                          <p:cBhvr additive="base">
                                            <p:cTn id="22" dur="500" fill="hold"/>
                                            <p:tgtEl>
                                              <p:spTgt spid="32790"/>
                                            </p:tgtEl>
                                            <p:attrNameLst>
                                              <p:attrName>ppt_x</p:attrName>
                                            </p:attrNameLst>
                                          </p:cBhvr>
                                          <p:tavLst>
                                            <p:tav tm="0">
                                              <p:val>
                                                <p:strVal val="0-#ppt_w/2"/>
                                              </p:val>
                                            </p:tav>
                                            <p:tav tm="100000">
                                              <p:val>
                                                <p:strVal val="#ppt_x"/>
                                              </p:val>
                                            </p:tav>
                                          </p:tavLst>
                                        </p:anim>
                                        <p:anim calcmode="lin" valueType="num">
                                          <p:cBhvr additive="base">
                                            <p:cTn id="23" dur="500" fill="hold"/>
                                            <p:tgtEl>
                                              <p:spTgt spid="32790"/>
                                            </p:tgtEl>
                                            <p:attrNameLst>
                                              <p:attrName>ppt_y</p:attrName>
                                            </p:attrNameLst>
                                          </p:cBhvr>
                                          <p:tavLst>
                                            <p:tav tm="0">
                                              <p:val>
                                                <p:strVal val="#ppt_y"/>
                                              </p:val>
                                            </p:tav>
                                            <p:tav tm="100000">
                                              <p:val>
                                                <p:strVal val="#ppt_y"/>
                                              </p:val>
                                            </p:tav>
                                          </p:tavLst>
                                        </p:anim>
                                      </p:childTnLst>
                                    </p:cTn>
                                  </p:par>
                                  <p:par>
                                    <p:cTn id="24" presetID="53" presetClass="entr" presetSubtype="16" fill="hold" grpId="0" nodeType="withEffect">
                                      <p:stCondLst>
                                        <p:cond delay="1200"/>
                                      </p:stCondLst>
                                      <p:childTnLst>
                                        <p:set>
                                          <p:cBhvr>
                                            <p:cTn id="25" dur="1" fill="hold">
                                              <p:stCondLst>
                                                <p:cond delay="0"/>
                                              </p:stCondLst>
                                            </p:cTn>
                                            <p:tgtEl>
                                              <p:spTgt spid="32795"/>
                                            </p:tgtEl>
                                            <p:attrNameLst>
                                              <p:attrName>style.visibility</p:attrName>
                                            </p:attrNameLst>
                                          </p:cBhvr>
                                          <p:to>
                                            <p:strVal val="visible"/>
                                          </p:to>
                                        </p:set>
                                        <p:anim calcmode="lin" valueType="num">
                                          <p:cBhvr>
                                            <p:cTn id="26" dur="300" fill="hold"/>
                                            <p:tgtEl>
                                              <p:spTgt spid="32795"/>
                                            </p:tgtEl>
                                            <p:attrNameLst>
                                              <p:attrName>ppt_w</p:attrName>
                                            </p:attrNameLst>
                                          </p:cBhvr>
                                          <p:tavLst>
                                            <p:tav tm="0">
                                              <p:val>
                                                <p:fltVal val="0"/>
                                              </p:val>
                                            </p:tav>
                                            <p:tav tm="100000">
                                              <p:val>
                                                <p:strVal val="#ppt_w"/>
                                              </p:val>
                                            </p:tav>
                                          </p:tavLst>
                                        </p:anim>
                                        <p:anim calcmode="lin" valueType="num">
                                          <p:cBhvr>
                                            <p:cTn id="27" dur="300" fill="hold"/>
                                            <p:tgtEl>
                                              <p:spTgt spid="32795"/>
                                            </p:tgtEl>
                                            <p:attrNameLst>
                                              <p:attrName>ppt_h</p:attrName>
                                            </p:attrNameLst>
                                          </p:cBhvr>
                                          <p:tavLst>
                                            <p:tav tm="0">
                                              <p:val>
                                                <p:fltVal val="0"/>
                                              </p:val>
                                            </p:tav>
                                            <p:tav tm="100000">
                                              <p:val>
                                                <p:strVal val="#ppt_h"/>
                                              </p:val>
                                            </p:tav>
                                          </p:tavLst>
                                        </p:anim>
                                        <p:animEffect transition="in" filter="fade">
                                          <p:cBhvr>
                                            <p:cTn id="28" dur="300"/>
                                            <p:tgtEl>
                                              <p:spTgt spid="32795"/>
                                            </p:tgtEl>
                                          </p:cBhvr>
                                        </p:animEffect>
                                      </p:childTnLst>
                                    </p:cTn>
                                  </p:par>
                                  <p:par>
                                    <p:cTn id="29" presetID="6" presetClass="emph" presetSubtype="0" autoRev="1" fill="hold" grpId="1" nodeType="withEffect">
                                      <p:stCondLst>
                                        <p:cond delay="1500"/>
                                      </p:stCondLst>
                                      <p:childTnLst>
                                        <p:animScale>
                                          <p:cBhvr>
                                            <p:cTn id="30" dur="150" fill="hold"/>
                                            <p:tgtEl>
                                              <p:spTgt spid="32795"/>
                                            </p:tgtEl>
                                          </p:cBhvr>
                                          <p:by x="110000" y="110000"/>
                                        </p:animScale>
                                      </p:childTnLst>
                                    </p:cTn>
                                  </p:par>
                                  <p:par>
                                    <p:cTn id="31" presetID="2" presetClass="entr" presetSubtype="6" fill="hold" grpId="0" nodeType="withEffect">
                                      <p:stCondLst>
                                        <p:cond delay="1100"/>
                                      </p:stCondLst>
                                      <p:childTnLst>
                                        <p:set>
                                          <p:cBhvr>
                                            <p:cTn id="32" dur="1" fill="hold">
                                              <p:stCondLst>
                                                <p:cond delay="0"/>
                                              </p:stCondLst>
                                            </p:cTn>
                                            <p:tgtEl>
                                              <p:spTgt spid="32791"/>
                                            </p:tgtEl>
                                            <p:attrNameLst>
                                              <p:attrName>style.visibility</p:attrName>
                                            </p:attrNameLst>
                                          </p:cBhvr>
                                          <p:to>
                                            <p:strVal val="visible"/>
                                          </p:to>
                                        </p:set>
                                        <p:anim calcmode="lin" valueType="num">
                                          <p:cBhvr additive="base">
                                            <p:cTn id="33" dur="500" fill="hold"/>
                                            <p:tgtEl>
                                              <p:spTgt spid="32791"/>
                                            </p:tgtEl>
                                            <p:attrNameLst>
                                              <p:attrName>ppt_x</p:attrName>
                                            </p:attrNameLst>
                                          </p:cBhvr>
                                          <p:tavLst>
                                            <p:tav tm="0">
                                              <p:val>
                                                <p:strVal val="1+#ppt_w/2"/>
                                              </p:val>
                                            </p:tav>
                                            <p:tav tm="100000">
                                              <p:val>
                                                <p:strVal val="#ppt_x"/>
                                              </p:val>
                                            </p:tav>
                                          </p:tavLst>
                                        </p:anim>
                                        <p:anim calcmode="lin" valueType="num">
                                          <p:cBhvr additive="base">
                                            <p:cTn id="34" dur="500" fill="hold"/>
                                            <p:tgtEl>
                                              <p:spTgt spid="32791"/>
                                            </p:tgtEl>
                                            <p:attrNameLst>
                                              <p:attrName>ppt_y</p:attrName>
                                            </p:attrNameLst>
                                          </p:cBhvr>
                                          <p:tavLst>
                                            <p:tav tm="0">
                                              <p:val>
                                                <p:strVal val="1+#ppt_h/2"/>
                                              </p:val>
                                            </p:tav>
                                            <p:tav tm="100000">
                                              <p:val>
                                                <p:strVal val="#ppt_y"/>
                                              </p:val>
                                            </p:tav>
                                          </p:tavLst>
                                        </p:anim>
                                      </p:childTnLst>
                                    </p:cTn>
                                  </p:par>
                                  <p:par>
                                    <p:cTn id="35" presetID="53" presetClass="entr" presetSubtype="16" fill="hold" grpId="0" nodeType="withEffect">
                                      <p:stCondLst>
                                        <p:cond delay="1300"/>
                                      </p:stCondLst>
                                      <p:childTnLst>
                                        <p:set>
                                          <p:cBhvr>
                                            <p:cTn id="36" dur="1" fill="hold">
                                              <p:stCondLst>
                                                <p:cond delay="0"/>
                                              </p:stCondLst>
                                            </p:cTn>
                                            <p:tgtEl>
                                              <p:spTgt spid="32798"/>
                                            </p:tgtEl>
                                            <p:attrNameLst>
                                              <p:attrName>style.visibility</p:attrName>
                                            </p:attrNameLst>
                                          </p:cBhvr>
                                          <p:to>
                                            <p:strVal val="visible"/>
                                          </p:to>
                                        </p:set>
                                        <p:anim calcmode="lin" valueType="num">
                                          <p:cBhvr>
                                            <p:cTn id="37" dur="300" fill="hold"/>
                                            <p:tgtEl>
                                              <p:spTgt spid="32798"/>
                                            </p:tgtEl>
                                            <p:attrNameLst>
                                              <p:attrName>ppt_w</p:attrName>
                                            </p:attrNameLst>
                                          </p:cBhvr>
                                          <p:tavLst>
                                            <p:tav tm="0">
                                              <p:val>
                                                <p:fltVal val="0"/>
                                              </p:val>
                                            </p:tav>
                                            <p:tav tm="100000">
                                              <p:val>
                                                <p:strVal val="#ppt_w"/>
                                              </p:val>
                                            </p:tav>
                                          </p:tavLst>
                                        </p:anim>
                                        <p:anim calcmode="lin" valueType="num">
                                          <p:cBhvr>
                                            <p:cTn id="38" dur="300" fill="hold"/>
                                            <p:tgtEl>
                                              <p:spTgt spid="32798"/>
                                            </p:tgtEl>
                                            <p:attrNameLst>
                                              <p:attrName>ppt_h</p:attrName>
                                            </p:attrNameLst>
                                          </p:cBhvr>
                                          <p:tavLst>
                                            <p:tav tm="0">
                                              <p:val>
                                                <p:fltVal val="0"/>
                                              </p:val>
                                            </p:tav>
                                            <p:tav tm="100000">
                                              <p:val>
                                                <p:strVal val="#ppt_h"/>
                                              </p:val>
                                            </p:tav>
                                          </p:tavLst>
                                        </p:anim>
                                        <p:animEffect transition="in" filter="fade">
                                          <p:cBhvr>
                                            <p:cTn id="39" dur="300"/>
                                            <p:tgtEl>
                                              <p:spTgt spid="32798"/>
                                            </p:tgtEl>
                                          </p:cBhvr>
                                        </p:animEffect>
                                      </p:childTnLst>
                                    </p:cTn>
                                  </p:par>
                                  <p:par>
                                    <p:cTn id="40" presetID="6" presetClass="emph" presetSubtype="0" autoRev="1" fill="hold" grpId="1" nodeType="withEffect">
                                      <p:stCondLst>
                                        <p:cond delay="1600"/>
                                      </p:stCondLst>
                                      <p:childTnLst>
                                        <p:animScale>
                                          <p:cBhvr>
                                            <p:cTn id="41" dur="150" fill="hold"/>
                                            <p:tgtEl>
                                              <p:spTgt spid="32798"/>
                                            </p:tgtEl>
                                          </p:cBhvr>
                                          <p:by x="110000" y="110000"/>
                                        </p:animScale>
                                      </p:childTnLst>
                                    </p:cTn>
                                  </p:par>
                                  <p:par>
                                    <p:cTn id="42" presetID="2" presetClass="entr" presetSubtype="9" fill="hold" grpId="0" nodeType="withEffect">
                                      <p:stCondLst>
                                        <p:cond delay="1200"/>
                                      </p:stCondLst>
                                      <p:childTnLst>
                                        <p:set>
                                          <p:cBhvr>
                                            <p:cTn id="43" dur="1" fill="hold">
                                              <p:stCondLst>
                                                <p:cond delay="0"/>
                                              </p:stCondLst>
                                            </p:cTn>
                                            <p:tgtEl>
                                              <p:spTgt spid="32792"/>
                                            </p:tgtEl>
                                            <p:attrNameLst>
                                              <p:attrName>style.visibility</p:attrName>
                                            </p:attrNameLst>
                                          </p:cBhvr>
                                          <p:to>
                                            <p:strVal val="visible"/>
                                          </p:to>
                                        </p:set>
                                        <p:anim calcmode="lin" valueType="num">
                                          <p:cBhvr additive="base">
                                            <p:cTn id="44" dur="500" fill="hold"/>
                                            <p:tgtEl>
                                              <p:spTgt spid="32792"/>
                                            </p:tgtEl>
                                            <p:attrNameLst>
                                              <p:attrName>ppt_x</p:attrName>
                                            </p:attrNameLst>
                                          </p:cBhvr>
                                          <p:tavLst>
                                            <p:tav tm="0">
                                              <p:val>
                                                <p:strVal val="0-#ppt_w/2"/>
                                              </p:val>
                                            </p:tav>
                                            <p:tav tm="100000">
                                              <p:val>
                                                <p:strVal val="#ppt_x"/>
                                              </p:val>
                                            </p:tav>
                                          </p:tavLst>
                                        </p:anim>
                                        <p:anim calcmode="lin" valueType="num">
                                          <p:cBhvr additive="base">
                                            <p:cTn id="45" dur="500" fill="hold"/>
                                            <p:tgtEl>
                                              <p:spTgt spid="32792"/>
                                            </p:tgtEl>
                                            <p:attrNameLst>
                                              <p:attrName>ppt_y</p:attrName>
                                            </p:attrNameLst>
                                          </p:cBhvr>
                                          <p:tavLst>
                                            <p:tav tm="0">
                                              <p:val>
                                                <p:strVal val="0-#ppt_h/2"/>
                                              </p:val>
                                            </p:tav>
                                            <p:tav tm="100000">
                                              <p:val>
                                                <p:strVal val="#ppt_y"/>
                                              </p:val>
                                            </p:tav>
                                          </p:tavLst>
                                        </p:anim>
                                      </p:childTnLst>
                                    </p:cTn>
                                  </p:par>
                                  <p:par>
                                    <p:cTn id="46" presetID="53" presetClass="entr" presetSubtype="16" fill="hold" grpId="0" nodeType="withEffect">
                                      <p:stCondLst>
                                        <p:cond delay="1400"/>
                                      </p:stCondLst>
                                      <p:childTnLst>
                                        <p:set>
                                          <p:cBhvr>
                                            <p:cTn id="47" dur="1" fill="hold">
                                              <p:stCondLst>
                                                <p:cond delay="0"/>
                                              </p:stCondLst>
                                            </p:cTn>
                                            <p:tgtEl>
                                              <p:spTgt spid="32797"/>
                                            </p:tgtEl>
                                            <p:attrNameLst>
                                              <p:attrName>style.visibility</p:attrName>
                                            </p:attrNameLst>
                                          </p:cBhvr>
                                          <p:to>
                                            <p:strVal val="visible"/>
                                          </p:to>
                                        </p:set>
                                        <p:anim calcmode="lin" valueType="num">
                                          <p:cBhvr>
                                            <p:cTn id="48" dur="300" fill="hold"/>
                                            <p:tgtEl>
                                              <p:spTgt spid="32797"/>
                                            </p:tgtEl>
                                            <p:attrNameLst>
                                              <p:attrName>ppt_w</p:attrName>
                                            </p:attrNameLst>
                                          </p:cBhvr>
                                          <p:tavLst>
                                            <p:tav tm="0">
                                              <p:val>
                                                <p:fltVal val="0"/>
                                              </p:val>
                                            </p:tav>
                                            <p:tav tm="100000">
                                              <p:val>
                                                <p:strVal val="#ppt_w"/>
                                              </p:val>
                                            </p:tav>
                                          </p:tavLst>
                                        </p:anim>
                                        <p:anim calcmode="lin" valueType="num">
                                          <p:cBhvr>
                                            <p:cTn id="49" dur="300" fill="hold"/>
                                            <p:tgtEl>
                                              <p:spTgt spid="32797"/>
                                            </p:tgtEl>
                                            <p:attrNameLst>
                                              <p:attrName>ppt_h</p:attrName>
                                            </p:attrNameLst>
                                          </p:cBhvr>
                                          <p:tavLst>
                                            <p:tav tm="0">
                                              <p:val>
                                                <p:fltVal val="0"/>
                                              </p:val>
                                            </p:tav>
                                            <p:tav tm="100000">
                                              <p:val>
                                                <p:strVal val="#ppt_h"/>
                                              </p:val>
                                            </p:tav>
                                          </p:tavLst>
                                        </p:anim>
                                        <p:animEffect transition="in" filter="fade">
                                          <p:cBhvr>
                                            <p:cTn id="50" dur="300"/>
                                            <p:tgtEl>
                                              <p:spTgt spid="32797"/>
                                            </p:tgtEl>
                                          </p:cBhvr>
                                        </p:animEffect>
                                      </p:childTnLst>
                                    </p:cTn>
                                  </p:par>
                                  <p:par>
                                    <p:cTn id="51" presetID="6" presetClass="emph" presetSubtype="0" autoRev="1" fill="hold" grpId="1" nodeType="withEffect">
                                      <p:stCondLst>
                                        <p:cond delay="1700"/>
                                      </p:stCondLst>
                                      <p:childTnLst>
                                        <p:animScale>
                                          <p:cBhvr>
                                            <p:cTn id="52" dur="150" fill="hold"/>
                                            <p:tgtEl>
                                              <p:spTgt spid="32797"/>
                                            </p:tgtEl>
                                          </p:cBhvr>
                                          <p:by x="110000" y="110000"/>
                                        </p:animScale>
                                      </p:childTnLst>
                                    </p:cTn>
                                  </p:par>
                                  <p:par>
                                    <p:cTn id="53" presetID="2" presetClass="entr" presetSubtype="12" fill="hold" grpId="0" nodeType="withEffect">
                                      <p:stCondLst>
                                        <p:cond delay="900"/>
                                      </p:stCondLst>
                                      <p:childTnLst>
                                        <p:set>
                                          <p:cBhvr>
                                            <p:cTn id="54" dur="1" fill="hold">
                                              <p:stCondLst>
                                                <p:cond delay="0"/>
                                              </p:stCondLst>
                                            </p:cTn>
                                            <p:tgtEl>
                                              <p:spTgt spid="32789"/>
                                            </p:tgtEl>
                                            <p:attrNameLst>
                                              <p:attrName>style.visibility</p:attrName>
                                            </p:attrNameLst>
                                          </p:cBhvr>
                                          <p:to>
                                            <p:strVal val="visible"/>
                                          </p:to>
                                        </p:set>
                                        <p:anim calcmode="lin" valueType="num">
                                          <p:cBhvr additive="base">
                                            <p:cTn id="55" dur="500" fill="hold"/>
                                            <p:tgtEl>
                                              <p:spTgt spid="32789"/>
                                            </p:tgtEl>
                                            <p:attrNameLst>
                                              <p:attrName>ppt_x</p:attrName>
                                            </p:attrNameLst>
                                          </p:cBhvr>
                                          <p:tavLst>
                                            <p:tav tm="0">
                                              <p:val>
                                                <p:strVal val="0-#ppt_w/2"/>
                                              </p:val>
                                            </p:tav>
                                            <p:tav tm="100000">
                                              <p:val>
                                                <p:strVal val="#ppt_x"/>
                                              </p:val>
                                            </p:tav>
                                          </p:tavLst>
                                        </p:anim>
                                        <p:anim calcmode="lin" valueType="num">
                                          <p:cBhvr additive="base">
                                            <p:cTn id="56" dur="500" fill="hold"/>
                                            <p:tgtEl>
                                              <p:spTgt spid="32789"/>
                                            </p:tgtEl>
                                            <p:attrNameLst>
                                              <p:attrName>ppt_y</p:attrName>
                                            </p:attrNameLst>
                                          </p:cBhvr>
                                          <p:tavLst>
                                            <p:tav tm="0">
                                              <p:val>
                                                <p:strVal val="1+#ppt_h/2"/>
                                              </p:val>
                                            </p:tav>
                                            <p:tav tm="100000">
                                              <p:val>
                                                <p:strVal val="#ppt_y"/>
                                              </p:val>
                                            </p:tav>
                                          </p:tavLst>
                                        </p:anim>
                                      </p:childTnLst>
                                    </p:cTn>
                                  </p:par>
                                  <p:par>
                                    <p:cTn id="57" presetID="53" presetClass="entr" presetSubtype="16" fill="hold" grpId="0" nodeType="withEffect">
                                      <p:stCondLst>
                                        <p:cond delay="1100"/>
                                      </p:stCondLst>
                                      <p:childTnLst>
                                        <p:set>
                                          <p:cBhvr>
                                            <p:cTn id="58" dur="1" fill="hold">
                                              <p:stCondLst>
                                                <p:cond delay="0"/>
                                              </p:stCondLst>
                                            </p:cTn>
                                            <p:tgtEl>
                                              <p:spTgt spid="32799"/>
                                            </p:tgtEl>
                                            <p:attrNameLst>
                                              <p:attrName>style.visibility</p:attrName>
                                            </p:attrNameLst>
                                          </p:cBhvr>
                                          <p:to>
                                            <p:strVal val="visible"/>
                                          </p:to>
                                        </p:set>
                                        <p:anim calcmode="lin" valueType="num">
                                          <p:cBhvr>
                                            <p:cTn id="59" dur="300" fill="hold"/>
                                            <p:tgtEl>
                                              <p:spTgt spid="32799"/>
                                            </p:tgtEl>
                                            <p:attrNameLst>
                                              <p:attrName>ppt_w</p:attrName>
                                            </p:attrNameLst>
                                          </p:cBhvr>
                                          <p:tavLst>
                                            <p:tav tm="0">
                                              <p:val>
                                                <p:fltVal val="0"/>
                                              </p:val>
                                            </p:tav>
                                            <p:tav tm="100000">
                                              <p:val>
                                                <p:strVal val="#ppt_w"/>
                                              </p:val>
                                            </p:tav>
                                          </p:tavLst>
                                        </p:anim>
                                        <p:anim calcmode="lin" valueType="num">
                                          <p:cBhvr>
                                            <p:cTn id="60" dur="300" fill="hold"/>
                                            <p:tgtEl>
                                              <p:spTgt spid="32799"/>
                                            </p:tgtEl>
                                            <p:attrNameLst>
                                              <p:attrName>ppt_h</p:attrName>
                                            </p:attrNameLst>
                                          </p:cBhvr>
                                          <p:tavLst>
                                            <p:tav tm="0">
                                              <p:val>
                                                <p:fltVal val="0"/>
                                              </p:val>
                                            </p:tav>
                                            <p:tav tm="100000">
                                              <p:val>
                                                <p:strVal val="#ppt_h"/>
                                              </p:val>
                                            </p:tav>
                                          </p:tavLst>
                                        </p:anim>
                                        <p:animEffect transition="in" filter="fade">
                                          <p:cBhvr>
                                            <p:cTn id="61" dur="300"/>
                                            <p:tgtEl>
                                              <p:spTgt spid="32799"/>
                                            </p:tgtEl>
                                          </p:cBhvr>
                                        </p:animEffect>
                                      </p:childTnLst>
                                    </p:cTn>
                                  </p:par>
                                  <p:par>
                                    <p:cTn id="62" presetID="6" presetClass="emph" presetSubtype="0" autoRev="1" fill="hold" grpId="1" nodeType="withEffect">
                                      <p:stCondLst>
                                        <p:cond delay="1400"/>
                                      </p:stCondLst>
                                      <p:childTnLst>
                                        <p:animScale>
                                          <p:cBhvr>
                                            <p:cTn id="63" dur="150" fill="hold"/>
                                            <p:tgtEl>
                                              <p:spTgt spid="32799"/>
                                            </p:tgtEl>
                                          </p:cBhvr>
                                          <p:by x="110000" y="110000"/>
                                        </p:animScale>
                                      </p:childTnLst>
                                    </p:cTn>
                                  </p:par>
                                  <p:par>
                                    <p:cTn id="64" presetID="2" presetClass="entr" presetSubtype="2" fill="hold" grpId="0" nodeType="withEffect">
                                      <p:stCondLst>
                                        <p:cond delay="1200"/>
                                      </p:stCondLst>
                                      <p:childTnLst>
                                        <p:set>
                                          <p:cBhvr>
                                            <p:cTn id="65" dur="1" fill="hold">
                                              <p:stCondLst>
                                                <p:cond delay="0"/>
                                              </p:stCondLst>
                                            </p:cTn>
                                            <p:tgtEl>
                                              <p:spTgt spid="32793"/>
                                            </p:tgtEl>
                                            <p:attrNameLst>
                                              <p:attrName>style.visibility</p:attrName>
                                            </p:attrNameLst>
                                          </p:cBhvr>
                                          <p:to>
                                            <p:strVal val="visible"/>
                                          </p:to>
                                        </p:set>
                                        <p:anim calcmode="lin" valueType="num">
                                          <p:cBhvr additive="base">
                                            <p:cTn id="66" dur="500" fill="hold"/>
                                            <p:tgtEl>
                                              <p:spTgt spid="32793"/>
                                            </p:tgtEl>
                                            <p:attrNameLst>
                                              <p:attrName>ppt_x</p:attrName>
                                            </p:attrNameLst>
                                          </p:cBhvr>
                                          <p:tavLst>
                                            <p:tav tm="0">
                                              <p:val>
                                                <p:strVal val="1+#ppt_w/2"/>
                                              </p:val>
                                            </p:tav>
                                            <p:tav tm="100000">
                                              <p:val>
                                                <p:strVal val="#ppt_x"/>
                                              </p:val>
                                            </p:tav>
                                          </p:tavLst>
                                        </p:anim>
                                        <p:anim calcmode="lin" valueType="num">
                                          <p:cBhvr additive="base">
                                            <p:cTn id="67" dur="500" fill="hold"/>
                                            <p:tgtEl>
                                              <p:spTgt spid="32793"/>
                                            </p:tgtEl>
                                            <p:attrNameLst>
                                              <p:attrName>ppt_y</p:attrName>
                                            </p:attrNameLst>
                                          </p:cBhvr>
                                          <p:tavLst>
                                            <p:tav tm="0">
                                              <p:val>
                                                <p:strVal val="#ppt_y"/>
                                              </p:val>
                                            </p:tav>
                                            <p:tav tm="100000">
                                              <p:val>
                                                <p:strVal val="#ppt_y"/>
                                              </p:val>
                                            </p:tav>
                                          </p:tavLst>
                                        </p:anim>
                                      </p:childTnLst>
                                    </p:cTn>
                                  </p:par>
                                  <p:par>
                                    <p:cTn id="68" presetID="53" presetClass="entr" presetSubtype="16" fill="hold" grpId="0" nodeType="withEffect">
                                      <p:stCondLst>
                                        <p:cond delay="1400"/>
                                      </p:stCondLst>
                                      <p:childTnLst>
                                        <p:set>
                                          <p:cBhvr>
                                            <p:cTn id="69" dur="1" fill="hold">
                                              <p:stCondLst>
                                                <p:cond delay="0"/>
                                              </p:stCondLst>
                                            </p:cTn>
                                            <p:tgtEl>
                                              <p:spTgt spid="32796"/>
                                            </p:tgtEl>
                                            <p:attrNameLst>
                                              <p:attrName>style.visibility</p:attrName>
                                            </p:attrNameLst>
                                          </p:cBhvr>
                                          <p:to>
                                            <p:strVal val="visible"/>
                                          </p:to>
                                        </p:set>
                                        <p:anim calcmode="lin" valueType="num">
                                          <p:cBhvr>
                                            <p:cTn id="70" dur="300" fill="hold"/>
                                            <p:tgtEl>
                                              <p:spTgt spid="32796"/>
                                            </p:tgtEl>
                                            <p:attrNameLst>
                                              <p:attrName>ppt_w</p:attrName>
                                            </p:attrNameLst>
                                          </p:cBhvr>
                                          <p:tavLst>
                                            <p:tav tm="0">
                                              <p:val>
                                                <p:fltVal val="0"/>
                                              </p:val>
                                            </p:tav>
                                            <p:tav tm="100000">
                                              <p:val>
                                                <p:strVal val="#ppt_w"/>
                                              </p:val>
                                            </p:tav>
                                          </p:tavLst>
                                        </p:anim>
                                        <p:anim calcmode="lin" valueType="num">
                                          <p:cBhvr>
                                            <p:cTn id="71" dur="300" fill="hold"/>
                                            <p:tgtEl>
                                              <p:spTgt spid="32796"/>
                                            </p:tgtEl>
                                            <p:attrNameLst>
                                              <p:attrName>ppt_h</p:attrName>
                                            </p:attrNameLst>
                                          </p:cBhvr>
                                          <p:tavLst>
                                            <p:tav tm="0">
                                              <p:val>
                                                <p:fltVal val="0"/>
                                              </p:val>
                                            </p:tav>
                                            <p:tav tm="100000">
                                              <p:val>
                                                <p:strVal val="#ppt_h"/>
                                              </p:val>
                                            </p:tav>
                                          </p:tavLst>
                                        </p:anim>
                                        <p:animEffect transition="in" filter="fade">
                                          <p:cBhvr>
                                            <p:cTn id="72" dur="300"/>
                                            <p:tgtEl>
                                              <p:spTgt spid="32796"/>
                                            </p:tgtEl>
                                          </p:cBhvr>
                                        </p:animEffect>
                                      </p:childTnLst>
                                    </p:cTn>
                                  </p:par>
                                  <p:par>
                                    <p:cTn id="73" presetID="6" presetClass="emph" presetSubtype="0" autoRev="1" fill="hold" grpId="1" nodeType="withEffect">
                                      <p:stCondLst>
                                        <p:cond delay="1700"/>
                                      </p:stCondLst>
                                      <p:childTnLst>
                                        <p:animScale>
                                          <p:cBhvr>
                                            <p:cTn id="74" dur="150" fill="hold"/>
                                            <p:tgtEl>
                                              <p:spTgt spid="32796"/>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85"/>
                                            </p:tgtEl>
                                            <p:attrNameLst>
                                              <p:attrName>style.visibility</p:attrName>
                                            </p:attrNameLst>
                                          </p:cBhvr>
                                          <p:to>
                                            <p:strVal val="visible"/>
                                          </p:to>
                                        </p:set>
                                        <p:anim calcmode="lin" valueType="num">
                                          <p:cBhvr>
                                            <p:cTn id="77" dur="300" fill="hold"/>
                                            <p:tgtEl>
                                              <p:spTgt spid="85"/>
                                            </p:tgtEl>
                                            <p:attrNameLst>
                                              <p:attrName>ppt_w</p:attrName>
                                            </p:attrNameLst>
                                          </p:cBhvr>
                                          <p:tavLst>
                                            <p:tav tm="0">
                                              <p:val>
                                                <p:fltVal val="0"/>
                                              </p:val>
                                            </p:tav>
                                            <p:tav tm="100000">
                                              <p:val>
                                                <p:strVal val="#ppt_w"/>
                                              </p:val>
                                            </p:tav>
                                          </p:tavLst>
                                        </p:anim>
                                        <p:anim calcmode="lin" valueType="num">
                                          <p:cBhvr>
                                            <p:cTn id="78" dur="300" fill="hold"/>
                                            <p:tgtEl>
                                              <p:spTgt spid="85"/>
                                            </p:tgtEl>
                                            <p:attrNameLst>
                                              <p:attrName>ppt_h</p:attrName>
                                            </p:attrNameLst>
                                          </p:cBhvr>
                                          <p:tavLst>
                                            <p:tav tm="0">
                                              <p:val>
                                                <p:fltVal val="0"/>
                                              </p:val>
                                            </p:tav>
                                            <p:tav tm="100000">
                                              <p:val>
                                                <p:strVal val="#ppt_h"/>
                                              </p:val>
                                            </p:tav>
                                          </p:tavLst>
                                        </p:anim>
                                        <p:animEffect transition="in" filter="fade">
                                          <p:cBhvr>
                                            <p:cTn id="79" dur="300"/>
                                            <p:tgtEl>
                                              <p:spTgt spid="85"/>
                                            </p:tgtEl>
                                          </p:cBhvr>
                                        </p:animEffect>
                                      </p:childTnLst>
                                    </p:cTn>
                                  </p:par>
                                  <p:par>
                                    <p:cTn id="80" presetID="6" presetClass="emph" presetSubtype="0" autoRev="1" fill="hold" grpId="1" nodeType="withEffect">
                                      <p:stCondLst>
                                        <p:cond delay="300"/>
                                      </p:stCondLst>
                                      <p:childTnLst>
                                        <p:animScale>
                                          <p:cBhvr>
                                            <p:cTn id="81" dur="150" fill="hold"/>
                                            <p:tgtEl>
                                              <p:spTgt spid="85"/>
                                            </p:tgtEl>
                                          </p:cBhvr>
                                          <p:by x="110000" y="110000"/>
                                        </p:animScale>
                                      </p:childTnLst>
                                    </p:cTn>
                                  </p:par>
                                  <p:par>
                                    <p:cTn id="82" presetID="53" presetClass="entr" presetSubtype="16" fill="hold" grpId="0" nodeType="withEffect">
                                      <p:stCondLst>
                                        <p:cond delay="300"/>
                                      </p:stCondLst>
                                      <p:childTnLst>
                                        <p:set>
                                          <p:cBhvr>
                                            <p:cTn id="83" dur="1" fill="hold">
                                              <p:stCondLst>
                                                <p:cond delay="0"/>
                                              </p:stCondLst>
                                            </p:cTn>
                                            <p:tgtEl>
                                              <p:spTgt spid="84"/>
                                            </p:tgtEl>
                                            <p:attrNameLst>
                                              <p:attrName>style.visibility</p:attrName>
                                            </p:attrNameLst>
                                          </p:cBhvr>
                                          <p:to>
                                            <p:strVal val="visible"/>
                                          </p:to>
                                        </p:set>
                                        <p:anim calcmode="lin" valueType="num">
                                          <p:cBhvr>
                                            <p:cTn id="84" dur="300" fill="hold"/>
                                            <p:tgtEl>
                                              <p:spTgt spid="84"/>
                                            </p:tgtEl>
                                            <p:attrNameLst>
                                              <p:attrName>ppt_w</p:attrName>
                                            </p:attrNameLst>
                                          </p:cBhvr>
                                          <p:tavLst>
                                            <p:tav tm="0">
                                              <p:val>
                                                <p:fltVal val="0"/>
                                              </p:val>
                                            </p:tav>
                                            <p:tav tm="100000">
                                              <p:val>
                                                <p:strVal val="#ppt_w"/>
                                              </p:val>
                                            </p:tav>
                                          </p:tavLst>
                                        </p:anim>
                                        <p:anim calcmode="lin" valueType="num">
                                          <p:cBhvr>
                                            <p:cTn id="85" dur="300" fill="hold"/>
                                            <p:tgtEl>
                                              <p:spTgt spid="84"/>
                                            </p:tgtEl>
                                            <p:attrNameLst>
                                              <p:attrName>ppt_h</p:attrName>
                                            </p:attrNameLst>
                                          </p:cBhvr>
                                          <p:tavLst>
                                            <p:tav tm="0">
                                              <p:val>
                                                <p:fltVal val="0"/>
                                              </p:val>
                                            </p:tav>
                                            <p:tav tm="100000">
                                              <p:val>
                                                <p:strVal val="#ppt_h"/>
                                              </p:val>
                                            </p:tav>
                                          </p:tavLst>
                                        </p:anim>
                                        <p:animEffect transition="in" filter="fade">
                                          <p:cBhvr>
                                            <p:cTn id="86" dur="300"/>
                                            <p:tgtEl>
                                              <p:spTgt spid="84"/>
                                            </p:tgtEl>
                                          </p:cBhvr>
                                        </p:animEffect>
                                      </p:childTnLst>
                                    </p:cTn>
                                  </p:par>
                                  <p:par>
                                    <p:cTn id="87" presetID="6" presetClass="emph" presetSubtype="0" autoRev="1" fill="hold" grpId="1" nodeType="withEffect">
                                      <p:stCondLst>
                                        <p:cond delay="600"/>
                                      </p:stCondLst>
                                      <p:childTnLst>
                                        <p:animScale>
                                          <p:cBhvr>
                                            <p:cTn id="88" dur="150" fill="hold"/>
                                            <p:tgtEl>
                                              <p:spTgt spid="84"/>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83"/>
                                            </p:tgtEl>
                                            <p:attrNameLst>
                                              <p:attrName>style.visibility</p:attrName>
                                            </p:attrNameLst>
                                          </p:cBhvr>
                                          <p:to>
                                            <p:strVal val="visible"/>
                                          </p:to>
                                        </p:set>
                                        <p:anim calcmode="lin" valueType="num">
                                          <p:cBhvr>
                                            <p:cTn id="91" dur="300" fill="hold"/>
                                            <p:tgtEl>
                                              <p:spTgt spid="83"/>
                                            </p:tgtEl>
                                            <p:attrNameLst>
                                              <p:attrName>ppt_w</p:attrName>
                                            </p:attrNameLst>
                                          </p:cBhvr>
                                          <p:tavLst>
                                            <p:tav tm="0">
                                              <p:val>
                                                <p:fltVal val="0"/>
                                              </p:val>
                                            </p:tav>
                                            <p:tav tm="100000">
                                              <p:val>
                                                <p:strVal val="#ppt_w"/>
                                              </p:val>
                                            </p:tav>
                                          </p:tavLst>
                                        </p:anim>
                                        <p:anim calcmode="lin" valueType="num">
                                          <p:cBhvr>
                                            <p:cTn id="92" dur="300" fill="hold"/>
                                            <p:tgtEl>
                                              <p:spTgt spid="83"/>
                                            </p:tgtEl>
                                            <p:attrNameLst>
                                              <p:attrName>ppt_h</p:attrName>
                                            </p:attrNameLst>
                                          </p:cBhvr>
                                          <p:tavLst>
                                            <p:tav tm="0">
                                              <p:val>
                                                <p:fltVal val="0"/>
                                              </p:val>
                                            </p:tav>
                                            <p:tav tm="100000">
                                              <p:val>
                                                <p:strVal val="#ppt_h"/>
                                              </p:val>
                                            </p:tav>
                                          </p:tavLst>
                                        </p:anim>
                                        <p:animEffect transition="in" filter="fade">
                                          <p:cBhvr>
                                            <p:cTn id="93" dur="300"/>
                                            <p:tgtEl>
                                              <p:spTgt spid="83"/>
                                            </p:tgtEl>
                                          </p:cBhvr>
                                        </p:animEffect>
                                      </p:childTnLst>
                                    </p:cTn>
                                  </p:par>
                                  <p:par>
                                    <p:cTn id="94" presetID="6" presetClass="emph" presetSubtype="0" autoRev="1" fill="hold" grpId="1" nodeType="withEffect">
                                      <p:stCondLst>
                                        <p:cond delay="900"/>
                                      </p:stCondLst>
                                      <p:childTnLst>
                                        <p:animScale>
                                          <p:cBhvr>
                                            <p:cTn id="95" dur="150" fill="hold"/>
                                            <p:tgtEl>
                                              <p:spTgt spid="83"/>
                                            </p:tgtEl>
                                          </p:cBhvr>
                                          <p:by x="110000" y="110000"/>
                                        </p:animScale>
                                      </p:childTnLst>
                                    </p:cTn>
                                  </p:par>
                                  <p:par>
                                    <p:cTn id="96" presetID="53" presetClass="entr" presetSubtype="16" fill="hold" grpId="0" nodeType="withEffect">
                                      <p:stCondLst>
                                        <p:cond delay="900"/>
                                      </p:stCondLst>
                                      <p:childTnLst>
                                        <p:set>
                                          <p:cBhvr>
                                            <p:cTn id="97" dur="1" fill="hold">
                                              <p:stCondLst>
                                                <p:cond delay="0"/>
                                              </p:stCondLst>
                                            </p:cTn>
                                            <p:tgtEl>
                                              <p:spTgt spid="82"/>
                                            </p:tgtEl>
                                            <p:attrNameLst>
                                              <p:attrName>style.visibility</p:attrName>
                                            </p:attrNameLst>
                                          </p:cBhvr>
                                          <p:to>
                                            <p:strVal val="visible"/>
                                          </p:to>
                                        </p:set>
                                        <p:anim calcmode="lin" valueType="num">
                                          <p:cBhvr>
                                            <p:cTn id="98" dur="300" fill="hold"/>
                                            <p:tgtEl>
                                              <p:spTgt spid="82"/>
                                            </p:tgtEl>
                                            <p:attrNameLst>
                                              <p:attrName>ppt_w</p:attrName>
                                            </p:attrNameLst>
                                          </p:cBhvr>
                                          <p:tavLst>
                                            <p:tav tm="0">
                                              <p:val>
                                                <p:fltVal val="0"/>
                                              </p:val>
                                            </p:tav>
                                            <p:tav tm="100000">
                                              <p:val>
                                                <p:strVal val="#ppt_w"/>
                                              </p:val>
                                            </p:tav>
                                          </p:tavLst>
                                        </p:anim>
                                        <p:anim calcmode="lin" valueType="num">
                                          <p:cBhvr>
                                            <p:cTn id="99" dur="300" fill="hold"/>
                                            <p:tgtEl>
                                              <p:spTgt spid="82"/>
                                            </p:tgtEl>
                                            <p:attrNameLst>
                                              <p:attrName>ppt_h</p:attrName>
                                            </p:attrNameLst>
                                          </p:cBhvr>
                                          <p:tavLst>
                                            <p:tav tm="0">
                                              <p:val>
                                                <p:fltVal val="0"/>
                                              </p:val>
                                            </p:tav>
                                            <p:tav tm="100000">
                                              <p:val>
                                                <p:strVal val="#ppt_h"/>
                                              </p:val>
                                            </p:tav>
                                          </p:tavLst>
                                        </p:anim>
                                        <p:animEffect transition="in" filter="fade">
                                          <p:cBhvr>
                                            <p:cTn id="100" dur="300"/>
                                            <p:tgtEl>
                                              <p:spTgt spid="82"/>
                                            </p:tgtEl>
                                          </p:cBhvr>
                                        </p:animEffect>
                                      </p:childTnLst>
                                    </p:cTn>
                                  </p:par>
                                  <p:par>
                                    <p:cTn id="101" presetID="6" presetClass="emph" presetSubtype="0" autoRev="1" fill="hold" grpId="1" nodeType="withEffect">
                                      <p:stCondLst>
                                        <p:cond delay="1200"/>
                                      </p:stCondLst>
                                      <p:childTnLst>
                                        <p:animScale>
                                          <p:cBhvr>
                                            <p:cTn id="102" dur="150" fill="hold"/>
                                            <p:tgtEl>
                                              <p:spTgt spid="82"/>
                                            </p:tgtEl>
                                          </p:cBhvr>
                                          <p:by x="110000" y="110000"/>
                                        </p:animScale>
                                      </p:childTnLst>
                                    </p:cTn>
                                  </p:par>
                                  <p:par>
                                    <p:cTn id="103" presetID="53" presetClass="entr" presetSubtype="16" fill="hold" grpId="0" nodeType="withEffect">
                                      <p:stCondLst>
                                        <p:cond delay="500"/>
                                      </p:stCondLst>
                                      <p:childTnLst>
                                        <p:set>
                                          <p:cBhvr>
                                            <p:cTn id="104" dur="1" fill="hold">
                                              <p:stCondLst>
                                                <p:cond delay="0"/>
                                              </p:stCondLst>
                                            </p:cTn>
                                            <p:tgtEl>
                                              <p:spTgt spid="86"/>
                                            </p:tgtEl>
                                            <p:attrNameLst>
                                              <p:attrName>style.visibility</p:attrName>
                                            </p:attrNameLst>
                                          </p:cBhvr>
                                          <p:to>
                                            <p:strVal val="visible"/>
                                          </p:to>
                                        </p:set>
                                        <p:anim calcmode="lin" valueType="num">
                                          <p:cBhvr>
                                            <p:cTn id="105" dur="300" fill="hold"/>
                                            <p:tgtEl>
                                              <p:spTgt spid="86"/>
                                            </p:tgtEl>
                                            <p:attrNameLst>
                                              <p:attrName>ppt_w</p:attrName>
                                            </p:attrNameLst>
                                          </p:cBhvr>
                                          <p:tavLst>
                                            <p:tav tm="0">
                                              <p:val>
                                                <p:fltVal val="0"/>
                                              </p:val>
                                            </p:tav>
                                            <p:tav tm="100000">
                                              <p:val>
                                                <p:strVal val="#ppt_w"/>
                                              </p:val>
                                            </p:tav>
                                          </p:tavLst>
                                        </p:anim>
                                        <p:anim calcmode="lin" valueType="num">
                                          <p:cBhvr>
                                            <p:cTn id="106" dur="300" fill="hold"/>
                                            <p:tgtEl>
                                              <p:spTgt spid="86"/>
                                            </p:tgtEl>
                                            <p:attrNameLst>
                                              <p:attrName>ppt_h</p:attrName>
                                            </p:attrNameLst>
                                          </p:cBhvr>
                                          <p:tavLst>
                                            <p:tav tm="0">
                                              <p:val>
                                                <p:fltVal val="0"/>
                                              </p:val>
                                            </p:tav>
                                            <p:tav tm="100000">
                                              <p:val>
                                                <p:strVal val="#ppt_h"/>
                                              </p:val>
                                            </p:tav>
                                          </p:tavLst>
                                        </p:anim>
                                        <p:animEffect transition="in" filter="fade">
                                          <p:cBhvr>
                                            <p:cTn id="107" dur="300"/>
                                            <p:tgtEl>
                                              <p:spTgt spid="86"/>
                                            </p:tgtEl>
                                          </p:cBhvr>
                                        </p:animEffect>
                                      </p:childTnLst>
                                    </p:cTn>
                                  </p:par>
                                  <p:par>
                                    <p:cTn id="108" presetID="22" presetClass="entr" presetSubtype="8" fill="hold" grpId="0" nodeType="withEffect">
                                      <p:stCondLst>
                                        <p:cond delay="500"/>
                                      </p:stCondLst>
                                      <p:childTnLst>
                                        <p:set>
                                          <p:cBhvr>
                                            <p:cTn id="109" dur="1" fill="hold">
                                              <p:stCondLst>
                                                <p:cond delay="0"/>
                                              </p:stCondLst>
                                            </p:cTn>
                                            <p:tgtEl>
                                              <p:spTgt spid="87"/>
                                            </p:tgtEl>
                                            <p:attrNameLst>
                                              <p:attrName>style.visibility</p:attrName>
                                            </p:attrNameLst>
                                          </p:cBhvr>
                                          <p:to>
                                            <p:strVal val="visible"/>
                                          </p:to>
                                        </p:set>
                                        <p:animEffect transition="in" filter="wipe(left)">
                                          <p:cBhvr>
                                            <p:cTn id="110" dur="500"/>
                                            <p:tgtEl>
                                              <p:spTgt spid="87"/>
                                            </p:tgtEl>
                                          </p:cBhvr>
                                        </p:animEffect>
                                      </p:childTnLst>
                                    </p:cTn>
                                  </p:par>
                                  <p:par>
                                    <p:cTn id="111" presetID="6" presetClass="emph" presetSubtype="0" autoRev="1" fill="hold" grpId="1" nodeType="withEffect">
                                      <p:stCondLst>
                                        <p:cond delay="800"/>
                                      </p:stCondLst>
                                      <p:childTnLst>
                                        <p:animScale>
                                          <p:cBhvr>
                                            <p:cTn id="112" dur="150" fill="hold"/>
                                            <p:tgtEl>
                                              <p:spTgt spid="86"/>
                                            </p:tgtEl>
                                          </p:cBhvr>
                                          <p:by x="110000" y="110000"/>
                                        </p:animScale>
                                      </p:childTnLst>
                                    </p:cTn>
                                  </p:par>
                                  <p:par>
                                    <p:cTn id="113" presetID="47" presetClass="entr" presetSubtype="0" fill="hold" nodeType="withEffect">
                                      <p:stCondLst>
                                        <p:cond delay="1300"/>
                                      </p:stCondLst>
                                      <p:childTnLst>
                                        <p:set>
                                          <p:cBhvr>
                                            <p:cTn id="114" dur="1" fill="hold">
                                              <p:stCondLst>
                                                <p:cond delay="0"/>
                                              </p:stCondLst>
                                            </p:cTn>
                                            <p:tgtEl>
                                              <p:spTgt spid="5"/>
                                            </p:tgtEl>
                                            <p:attrNameLst>
                                              <p:attrName>style.visibility</p:attrName>
                                            </p:attrNameLst>
                                          </p:cBhvr>
                                          <p:to>
                                            <p:strVal val="visible"/>
                                          </p:to>
                                        </p:set>
                                        <p:animEffect transition="in" filter="fade">
                                          <p:cBhvr>
                                            <p:cTn id="115" dur="400"/>
                                            <p:tgtEl>
                                              <p:spTgt spid="5"/>
                                            </p:tgtEl>
                                          </p:cBhvr>
                                        </p:animEffect>
                                        <p:anim calcmode="lin" valueType="num">
                                          <p:cBhvr>
                                            <p:cTn id="116" dur="400" fill="hold"/>
                                            <p:tgtEl>
                                              <p:spTgt spid="5"/>
                                            </p:tgtEl>
                                            <p:attrNameLst>
                                              <p:attrName>ppt_x</p:attrName>
                                            </p:attrNameLst>
                                          </p:cBhvr>
                                          <p:tavLst>
                                            <p:tav tm="0">
                                              <p:val>
                                                <p:strVal val="#ppt_x"/>
                                              </p:val>
                                            </p:tav>
                                            <p:tav tm="100000">
                                              <p:val>
                                                <p:strVal val="#ppt_x"/>
                                              </p:val>
                                            </p:tav>
                                          </p:tavLst>
                                        </p:anim>
                                        <p:anim calcmode="lin" valueType="num">
                                          <p:cBhvr>
                                            <p:cTn id="117" dur="4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9" grpId="0" animBg="1"/>
          <p:bldP spid="32790" grpId="0" animBg="1"/>
          <p:bldP spid="32791" grpId="0" animBg="1"/>
          <p:bldP spid="32792" grpId="0" animBg="1"/>
          <p:bldP spid="32793" grpId="0" animBg="1"/>
          <p:bldP spid="32794" grpId="0" animBg="1"/>
          <p:bldP spid="32795" grpId="0" animBg="1"/>
          <p:bldP spid="32795" grpId="1" animBg="1"/>
          <p:bldP spid="32796" grpId="0" animBg="1"/>
          <p:bldP spid="32796" grpId="1" animBg="1"/>
          <p:bldP spid="32797" grpId="0" animBg="1"/>
          <p:bldP spid="32797" grpId="1" animBg="1"/>
          <p:bldP spid="32798" grpId="0" animBg="1"/>
          <p:bldP spid="32798" grpId="1" animBg="1"/>
          <p:bldP spid="32799" grpId="0" animBg="1"/>
          <p:bldP spid="32799" grpId="1" animBg="1"/>
          <p:bldP spid="32800" grpId="0" animBg="1"/>
          <p:bldP spid="32800" grpId="1" animBg="1"/>
          <p:bldP spid="32801" grpId="0"/>
          <p:bldP spid="82" grpId="0" animBg="1"/>
          <p:bldP spid="82" grpId="1" animBg="1"/>
          <p:bldP spid="83" grpId="0" animBg="1"/>
          <p:bldP spid="83" grpId="1" animBg="1"/>
          <p:bldP spid="84" grpId="0" animBg="1"/>
          <p:bldP spid="84" grpId="1" animBg="1"/>
          <p:bldP spid="85" grpId="0" animBg="1"/>
          <p:bldP spid="85" grpId="1" animBg="1"/>
          <p:bldP spid="86" grpId="0"/>
          <p:bldP spid="86" grpId="1"/>
          <p:bldP spid="87" grpId="0"/>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06</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946549"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可行性分析</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4238397742"/>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57" name="Freeform 21"/>
          <p:cNvSpPr>
            <a:spLocks/>
          </p:cNvSpPr>
          <p:nvPr/>
        </p:nvSpPr>
        <p:spPr bwMode="auto">
          <a:xfrm>
            <a:off x="1525981" y="3257392"/>
            <a:ext cx="741762" cy="401251"/>
          </a:xfrm>
          <a:custGeom>
            <a:avLst/>
            <a:gdLst>
              <a:gd name="T0" fmla="*/ 0 w 576"/>
              <a:gd name="T1" fmla="*/ 340 h 340"/>
              <a:gd name="T2" fmla="*/ 576 w 576"/>
              <a:gd name="T3" fmla="*/ 340 h 340"/>
              <a:gd name="T4" fmla="*/ 576 w 576"/>
              <a:gd name="T5" fmla="*/ 0 h 340"/>
            </a:gdLst>
            <a:ahLst/>
            <a:cxnLst>
              <a:cxn ang="0">
                <a:pos x="T0" y="T1"/>
              </a:cxn>
              <a:cxn ang="0">
                <a:pos x="T2" y="T3"/>
              </a:cxn>
              <a:cxn ang="0">
                <a:pos x="T4" y="T5"/>
              </a:cxn>
            </a:cxnLst>
            <a:rect l="0" t="0" r="r" b="b"/>
            <a:pathLst>
              <a:path w="576" h="340">
                <a:moveTo>
                  <a:pt x="0" y="340"/>
                </a:moveTo>
                <a:lnTo>
                  <a:pt x="576" y="340"/>
                </a:lnTo>
                <a:lnTo>
                  <a:pt x="576" y="0"/>
                </a:lnTo>
              </a:path>
            </a:pathLst>
          </a:custGeom>
          <a:noFill/>
          <a:ln w="6350" cap="flat" cmpd="sng">
            <a:solidFill>
              <a:srgbClr val="595757"/>
            </a:solidFill>
            <a:prstDash val="dash"/>
            <a:round/>
            <a:headE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58" name="Line 22"/>
          <p:cNvSpPr>
            <a:spLocks noChangeShapeType="1"/>
          </p:cNvSpPr>
          <p:nvPr/>
        </p:nvSpPr>
        <p:spPr bwMode="auto">
          <a:xfrm>
            <a:off x="1525981" y="1325994"/>
            <a:ext cx="741762" cy="0"/>
          </a:xfrm>
          <a:prstGeom prst="line">
            <a:avLst/>
          </a:prstGeom>
          <a:noFill/>
          <a:ln w="6350" cmpd="sng">
            <a:solidFill>
              <a:srgbClr val="595757"/>
            </a:solidFill>
            <a:prstDash val="dash"/>
            <a:round/>
            <a:headEnd/>
            <a:tailEnd type="oval" w="sm" len="sm"/>
          </a:ln>
          <a:extLst>
            <a:ext uri="{909E8E84-426E-40DD-AFC4-6F175D3DCCD1}">
              <a14:hiddenFill xmlns:a14="http://schemas.microsoft.com/office/drawing/2010/main">
                <a:noFill/>
              </a14:hiddenFill>
            </a:ext>
          </a:extLst>
        </p:spPr>
        <p:txBody>
          <a:bodyPr/>
          <a:lstStyle/>
          <a:p>
            <a:endParaRPr lang="zh-CN" altLang="en-US"/>
          </a:p>
        </p:txBody>
      </p:sp>
      <p:sp>
        <p:nvSpPr>
          <p:cNvPr id="39959" name="Freeform 23"/>
          <p:cNvSpPr>
            <a:spLocks/>
          </p:cNvSpPr>
          <p:nvPr/>
        </p:nvSpPr>
        <p:spPr bwMode="auto">
          <a:xfrm>
            <a:off x="1549302" y="2079082"/>
            <a:ext cx="741762" cy="346075"/>
          </a:xfrm>
          <a:custGeom>
            <a:avLst/>
            <a:gdLst>
              <a:gd name="T0" fmla="*/ 0 w 576"/>
              <a:gd name="T1" fmla="*/ 0 h 218"/>
              <a:gd name="T2" fmla="*/ 576 w 576"/>
              <a:gd name="T3" fmla="*/ 0 h 218"/>
              <a:gd name="T4" fmla="*/ 576 w 576"/>
              <a:gd name="T5" fmla="*/ 218 h 218"/>
            </a:gdLst>
            <a:ahLst/>
            <a:cxnLst>
              <a:cxn ang="0">
                <a:pos x="T0" y="T1"/>
              </a:cxn>
              <a:cxn ang="0">
                <a:pos x="T2" y="T3"/>
              </a:cxn>
              <a:cxn ang="0">
                <a:pos x="T4" y="T5"/>
              </a:cxn>
            </a:cxnLst>
            <a:rect l="0" t="0" r="r" b="b"/>
            <a:pathLst>
              <a:path w="576" h="218">
                <a:moveTo>
                  <a:pt x="0" y="0"/>
                </a:moveTo>
                <a:lnTo>
                  <a:pt x="576" y="0"/>
                </a:lnTo>
                <a:lnTo>
                  <a:pt x="576" y="218"/>
                </a:lnTo>
              </a:path>
            </a:pathLst>
          </a:custGeom>
          <a:noFill/>
          <a:ln w="6350" cap="flat" cmpd="sng">
            <a:solidFill>
              <a:srgbClr val="595757"/>
            </a:solidFill>
            <a:prstDash val="dash"/>
            <a:round/>
            <a:headEnd/>
            <a:tailEnd type="oval"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9960" name="Group 24"/>
          <p:cNvGrpSpPr>
            <a:grpSpLocks/>
          </p:cNvGrpSpPr>
          <p:nvPr/>
        </p:nvGrpSpPr>
        <p:grpSpPr bwMode="auto">
          <a:xfrm>
            <a:off x="943368" y="1128169"/>
            <a:ext cx="676275" cy="3394075"/>
            <a:chOff x="0" y="0"/>
            <a:chExt cx="426" cy="2138"/>
          </a:xfrm>
        </p:grpSpPr>
        <p:grpSp>
          <p:nvGrpSpPr>
            <p:cNvPr id="39961" name="Group 25"/>
            <p:cNvGrpSpPr>
              <a:grpSpLocks/>
            </p:cNvGrpSpPr>
            <p:nvPr/>
          </p:nvGrpSpPr>
          <p:grpSpPr bwMode="auto">
            <a:xfrm>
              <a:off x="0" y="0"/>
              <a:ext cx="426" cy="1653"/>
              <a:chOff x="0" y="0"/>
              <a:chExt cx="426" cy="1653"/>
            </a:xfrm>
          </p:grpSpPr>
          <p:sp>
            <p:nvSpPr>
              <p:cNvPr id="39962" name="Rectangle 26"/>
              <p:cNvSpPr>
                <a:spLocks noChangeArrowheads="1"/>
              </p:cNvSpPr>
              <p:nvPr/>
            </p:nvSpPr>
            <p:spPr bwMode="auto">
              <a:xfrm>
                <a:off x="60" y="59"/>
                <a:ext cx="307" cy="1535"/>
              </a:xfrm>
              <a:prstGeom prst="rect">
                <a:avLst/>
              </a:prstGeom>
              <a:noFill/>
              <a:ln w="6350" cmpd="sng">
                <a:solidFill>
                  <a:srgbClr val="0DAF8D"/>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63" name="Freeform 27"/>
              <p:cNvSpPr>
                <a:spLocks/>
              </p:cNvSpPr>
              <p:nvPr/>
            </p:nvSpPr>
            <p:spPr bwMode="auto">
              <a:xfrm>
                <a:off x="60" y="59"/>
                <a:ext cx="307" cy="1535"/>
              </a:xfrm>
              <a:custGeom>
                <a:avLst/>
                <a:gdLst>
                  <a:gd name="T0" fmla="*/ 307 w 307"/>
                  <a:gd name="T1" fmla="*/ 0 h 1535"/>
                  <a:gd name="T2" fmla="*/ 0 w 307"/>
                  <a:gd name="T3" fmla="*/ 217 h 1535"/>
                  <a:gd name="T4" fmla="*/ 143 w 307"/>
                  <a:gd name="T5" fmla="*/ 321 h 1535"/>
                  <a:gd name="T6" fmla="*/ 307 w 307"/>
                  <a:gd name="T7" fmla="*/ 464 h 1535"/>
                  <a:gd name="T8" fmla="*/ 143 w 307"/>
                  <a:gd name="T9" fmla="*/ 631 h 1535"/>
                  <a:gd name="T10" fmla="*/ 0 w 307"/>
                  <a:gd name="T11" fmla="*/ 853 h 1535"/>
                  <a:gd name="T12" fmla="*/ 111 w 307"/>
                  <a:gd name="T13" fmla="*/ 1058 h 1535"/>
                  <a:gd name="T14" fmla="*/ 307 w 307"/>
                  <a:gd name="T15" fmla="*/ 957 h 1535"/>
                  <a:gd name="T16" fmla="*/ 126 w 307"/>
                  <a:gd name="T17" fmla="*/ 1269 h 1535"/>
                  <a:gd name="T18" fmla="*/ 307 w 307"/>
                  <a:gd name="T19" fmla="*/ 1535 h 1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1535">
                    <a:moveTo>
                      <a:pt x="307" y="0"/>
                    </a:moveTo>
                    <a:lnTo>
                      <a:pt x="0" y="217"/>
                    </a:lnTo>
                    <a:lnTo>
                      <a:pt x="143" y="321"/>
                    </a:lnTo>
                    <a:lnTo>
                      <a:pt x="307" y="464"/>
                    </a:lnTo>
                    <a:lnTo>
                      <a:pt x="143" y="631"/>
                    </a:lnTo>
                    <a:lnTo>
                      <a:pt x="0" y="853"/>
                    </a:lnTo>
                    <a:lnTo>
                      <a:pt x="111" y="1058"/>
                    </a:lnTo>
                    <a:lnTo>
                      <a:pt x="307" y="957"/>
                    </a:lnTo>
                    <a:lnTo>
                      <a:pt x="126" y="1269"/>
                    </a:lnTo>
                    <a:lnTo>
                      <a:pt x="307" y="1535"/>
                    </a:lnTo>
                  </a:path>
                </a:pathLst>
              </a:custGeom>
              <a:noFill/>
              <a:ln w="6350" cap="flat" cmpd="sng">
                <a:solidFill>
                  <a:srgbClr val="595757"/>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64" name="Freeform 28"/>
              <p:cNvSpPr>
                <a:spLocks/>
              </p:cNvSpPr>
              <p:nvPr/>
            </p:nvSpPr>
            <p:spPr bwMode="auto">
              <a:xfrm>
                <a:off x="60" y="1328"/>
                <a:ext cx="307" cy="266"/>
              </a:xfrm>
              <a:custGeom>
                <a:avLst/>
                <a:gdLst>
                  <a:gd name="T0" fmla="*/ 0 w 307"/>
                  <a:gd name="T1" fmla="*/ 266 h 266"/>
                  <a:gd name="T2" fmla="*/ 126 w 307"/>
                  <a:gd name="T3" fmla="*/ 0 h 266"/>
                  <a:gd name="T4" fmla="*/ 307 w 307"/>
                  <a:gd name="T5" fmla="*/ 64 h 266"/>
                </a:gdLst>
                <a:ahLst/>
                <a:cxnLst>
                  <a:cxn ang="0">
                    <a:pos x="T0" y="T1"/>
                  </a:cxn>
                  <a:cxn ang="0">
                    <a:pos x="T2" y="T3"/>
                  </a:cxn>
                  <a:cxn ang="0">
                    <a:pos x="T4" y="T5"/>
                  </a:cxn>
                </a:cxnLst>
                <a:rect l="0" t="0" r="r" b="b"/>
                <a:pathLst>
                  <a:path w="307" h="266">
                    <a:moveTo>
                      <a:pt x="0" y="266"/>
                    </a:moveTo>
                    <a:lnTo>
                      <a:pt x="126" y="0"/>
                    </a:lnTo>
                    <a:lnTo>
                      <a:pt x="307" y="64"/>
                    </a:lnTo>
                  </a:path>
                </a:pathLst>
              </a:custGeom>
              <a:noFill/>
              <a:ln w="6350" cap="flat" cmpd="sng">
                <a:solidFill>
                  <a:srgbClr val="595757"/>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65" name="Freeform 29"/>
              <p:cNvSpPr>
                <a:spLocks/>
              </p:cNvSpPr>
              <p:nvPr/>
            </p:nvSpPr>
            <p:spPr bwMode="auto">
              <a:xfrm>
                <a:off x="60" y="229"/>
                <a:ext cx="307" cy="683"/>
              </a:xfrm>
              <a:custGeom>
                <a:avLst/>
                <a:gdLst>
                  <a:gd name="T0" fmla="*/ 0 w 307"/>
                  <a:gd name="T1" fmla="*/ 683 h 683"/>
                  <a:gd name="T2" fmla="*/ 307 w 307"/>
                  <a:gd name="T3" fmla="*/ 553 h 683"/>
                  <a:gd name="T4" fmla="*/ 143 w 307"/>
                  <a:gd name="T5" fmla="*/ 461 h 683"/>
                  <a:gd name="T6" fmla="*/ 0 w 307"/>
                  <a:gd name="T7" fmla="*/ 345 h 683"/>
                  <a:gd name="T8" fmla="*/ 143 w 307"/>
                  <a:gd name="T9" fmla="*/ 151 h 683"/>
                  <a:gd name="T10" fmla="*/ 307 w 307"/>
                  <a:gd name="T11" fmla="*/ 0 h 683"/>
                </a:gdLst>
                <a:ahLst/>
                <a:cxnLst>
                  <a:cxn ang="0">
                    <a:pos x="T0" y="T1"/>
                  </a:cxn>
                  <a:cxn ang="0">
                    <a:pos x="T2" y="T3"/>
                  </a:cxn>
                  <a:cxn ang="0">
                    <a:pos x="T4" y="T5"/>
                  </a:cxn>
                  <a:cxn ang="0">
                    <a:pos x="T6" y="T7"/>
                  </a:cxn>
                  <a:cxn ang="0">
                    <a:pos x="T8" y="T9"/>
                  </a:cxn>
                  <a:cxn ang="0">
                    <a:pos x="T10" y="T11"/>
                  </a:cxn>
                </a:cxnLst>
                <a:rect l="0" t="0" r="r" b="b"/>
                <a:pathLst>
                  <a:path w="307" h="683">
                    <a:moveTo>
                      <a:pt x="0" y="683"/>
                    </a:moveTo>
                    <a:lnTo>
                      <a:pt x="307" y="553"/>
                    </a:lnTo>
                    <a:lnTo>
                      <a:pt x="143" y="461"/>
                    </a:lnTo>
                    <a:lnTo>
                      <a:pt x="0" y="345"/>
                    </a:lnTo>
                    <a:lnTo>
                      <a:pt x="143" y="151"/>
                    </a:lnTo>
                    <a:lnTo>
                      <a:pt x="307" y="0"/>
                    </a:lnTo>
                  </a:path>
                </a:pathLst>
              </a:custGeom>
              <a:noFill/>
              <a:ln w="6350" cap="flat" cmpd="sng">
                <a:solidFill>
                  <a:srgbClr val="595757"/>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966" name="Oval 30"/>
              <p:cNvSpPr>
                <a:spLocks noChangeArrowheads="1"/>
              </p:cNvSpPr>
              <p:nvPr/>
            </p:nvSpPr>
            <p:spPr bwMode="auto">
              <a:xfrm>
                <a:off x="0" y="0"/>
                <a:ext cx="119" cy="119"/>
              </a:xfrm>
              <a:prstGeom prst="ellipse">
                <a:avLst/>
              </a:prstGeom>
              <a:solidFill>
                <a:srgbClr val="7BBF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67" name="Oval 31"/>
              <p:cNvSpPr>
                <a:spLocks noChangeArrowheads="1"/>
              </p:cNvSpPr>
              <p:nvPr/>
            </p:nvSpPr>
            <p:spPr bwMode="auto">
              <a:xfrm>
                <a:off x="143" y="322"/>
                <a:ext cx="119" cy="117"/>
              </a:xfrm>
              <a:prstGeom prst="ellipse">
                <a:avLst/>
              </a:pr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68" name="Oval 32"/>
              <p:cNvSpPr>
                <a:spLocks noChangeArrowheads="1"/>
              </p:cNvSpPr>
              <p:nvPr/>
            </p:nvSpPr>
            <p:spPr bwMode="auto">
              <a:xfrm>
                <a:off x="143" y="631"/>
                <a:ext cx="119" cy="118"/>
              </a:xfrm>
              <a:prstGeom prst="ellipse">
                <a:avLst/>
              </a:prstGeom>
              <a:solidFill>
                <a:srgbClr val="A9D2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69" name="Oval 33"/>
              <p:cNvSpPr>
                <a:spLocks noChangeArrowheads="1"/>
              </p:cNvSpPr>
              <p:nvPr/>
            </p:nvSpPr>
            <p:spPr bwMode="auto">
              <a:xfrm>
                <a:off x="0" y="853"/>
                <a:ext cx="119" cy="118"/>
              </a:xfrm>
              <a:prstGeom prst="ellipse">
                <a:avLst/>
              </a:prstGeom>
              <a:solidFill>
                <a:srgbClr val="98D2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0" name="Oval 34"/>
              <p:cNvSpPr>
                <a:spLocks noChangeArrowheads="1"/>
              </p:cNvSpPr>
              <p:nvPr/>
            </p:nvSpPr>
            <p:spPr bwMode="auto">
              <a:xfrm>
                <a:off x="112" y="1060"/>
                <a:ext cx="117" cy="117"/>
              </a:xfrm>
              <a:prstGeom prst="ellipse">
                <a:avLst/>
              </a:prstGeom>
              <a:solidFill>
                <a:srgbClr val="EA5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1" name="Oval 35"/>
              <p:cNvSpPr>
                <a:spLocks noChangeArrowheads="1"/>
              </p:cNvSpPr>
              <p:nvPr/>
            </p:nvSpPr>
            <p:spPr bwMode="auto">
              <a:xfrm>
                <a:off x="310" y="464"/>
                <a:ext cx="116" cy="118"/>
              </a:xfrm>
              <a:prstGeom prst="ellipse">
                <a:avLst/>
              </a:prstGeom>
              <a:solidFill>
                <a:srgbClr val="EA5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2" name="Oval 36"/>
              <p:cNvSpPr>
                <a:spLocks noChangeArrowheads="1"/>
              </p:cNvSpPr>
              <p:nvPr/>
            </p:nvSpPr>
            <p:spPr bwMode="auto">
              <a:xfrm>
                <a:off x="310" y="958"/>
                <a:ext cx="116" cy="117"/>
              </a:xfrm>
              <a:prstGeom prst="ellipse">
                <a:avLst/>
              </a:prstGeom>
              <a:solidFill>
                <a:srgbClr val="98D2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3" name="Oval 37"/>
              <p:cNvSpPr>
                <a:spLocks noChangeArrowheads="1"/>
              </p:cNvSpPr>
              <p:nvPr/>
            </p:nvSpPr>
            <p:spPr bwMode="auto">
              <a:xfrm>
                <a:off x="129" y="1269"/>
                <a:ext cx="116" cy="118"/>
              </a:xfrm>
              <a:prstGeom prst="ellipse">
                <a:avLst/>
              </a:prstGeom>
              <a:solidFill>
                <a:srgbClr val="7BBF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4" name="Oval 38"/>
              <p:cNvSpPr>
                <a:spLocks noChangeArrowheads="1"/>
              </p:cNvSpPr>
              <p:nvPr/>
            </p:nvSpPr>
            <p:spPr bwMode="auto">
              <a:xfrm>
                <a:off x="310" y="0"/>
                <a:ext cx="116" cy="119"/>
              </a:xfrm>
              <a:prstGeom prst="ellipse">
                <a:avLst/>
              </a:prstGeom>
              <a:solidFill>
                <a:srgbClr val="98D2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5" name="Oval 39"/>
              <p:cNvSpPr>
                <a:spLocks noChangeArrowheads="1"/>
              </p:cNvSpPr>
              <p:nvPr/>
            </p:nvSpPr>
            <p:spPr bwMode="auto">
              <a:xfrm>
                <a:off x="173" y="18"/>
                <a:ext cx="82" cy="83"/>
              </a:xfrm>
              <a:prstGeom prst="ellipse">
                <a:avLst/>
              </a:prstGeom>
              <a:solidFill>
                <a:srgbClr val="EA5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6" name="Oval 40"/>
              <p:cNvSpPr>
                <a:spLocks noChangeArrowheads="1"/>
              </p:cNvSpPr>
              <p:nvPr/>
            </p:nvSpPr>
            <p:spPr bwMode="auto">
              <a:xfrm>
                <a:off x="0" y="1535"/>
                <a:ext cx="119" cy="118"/>
              </a:xfrm>
              <a:prstGeom prst="ellipse">
                <a:avLst/>
              </a:prstGeom>
              <a:solidFill>
                <a:srgbClr val="A9D2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7" name="Oval 41"/>
              <p:cNvSpPr>
                <a:spLocks noChangeArrowheads="1"/>
              </p:cNvSpPr>
              <p:nvPr/>
            </p:nvSpPr>
            <p:spPr bwMode="auto">
              <a:xfrm>
                <a:off x="310" y="1535"/>
                <a:ext cx="116" cy="118"/>
              </a:xfrm>
              <a:prstGeom prst="ellipse">
                <a:avLst/>
              </a:prstGeom>
              <a:solidFill>
                <a:srgbClr val="FBE22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8" name="Oval 42"/>
              <p:cNvSpPr>
                <a:spLocks noChangeArrowheads="1"/>
              </p:cNvSpPr>
              <p:nvPr/>
            </p:nvSpPr>
            <p:spPr bwMode="auto">
              <a:xfrm>
                <a:off x="173" y="1553"/>
                <a:ext cx="82" cy="82"/>
              </a:xfrm>
              <a:prstGeom prst="ellipse">
                <a:avLst/>
              </a:prstGeom>
              <a:solidFill>
                <a:srgbClr val="EA5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79" name="Oval 43"/>
              <p:cNvSpPr>
                <a:spLocks noChangeArrowheads="1"/>
              </p:cNvSpPr>
              <p:nvPr/>
            </p:nvSpPr>
            <p:spPr bwMode="auto">
              <a:xfrm>
                <a:off x="18" y="235"/>
                <a:ext cx="83" cy="82"/>
              </a:xfrm>
              <a:prstGeom prst="ellipse">
                <a:avLst/>
              </a:prstGeom>
              <a:solidFill>
                <a:srgbClr val="A9D2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0" name="Oval 44"/>
              <p:cNvSpPr>
                <a:spLocks noChangeArrowheads="1"/>
              </p:cNvSpPr>
              <p:nvPr/>
            </p:nvSpPr>
            <p:spPr bwMode="auto">
              <a:xfrm>
                <a:off x="18" y="533"/>
                <a:ext cx="83" cy="82"/>
              </a:xfrm>
              <a:prstGeom prst="ellipse">
                <a:avLst/>
              </a:prstGeom>
              <a:solidFill>
                <a:srgbClr val="98D2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1" name="Oval 45"/>
              <p:cNvSpPr>
                <a:spLocks noChangeArrowheads="1"/>
              </p:cNvSpPr>
              <p:nvPr/>
            </p:nvSpPr>
            <p:spPr bwMode="auto">
              <a:xfrm>
                <a:off x="18" y="1181"/>
                <a:ext cx="83" cy="83"/>
              </a:xfrm>
              <a:prstGeom prst="ellipse">
                <a:avLst/>
              </a:prstGeom>
              <a:solidFill>
                <a:srgbClr val="FBE22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2" name="Oval 46"/>
              <p:cNvSpPr>
                <a:spLocks noChangeArrowheads="1"/>
              </p:cNvSpPr>
              <p:nvPr/>
            </p:nvSpPr>
            <p:spPr bwMode="auto">
              <a:xfrm>
                <a:off x="328" y="188"/>
                <a:ext cx="80" cy="82"/>
              </a:xfrm>
              <a:prstGeom prst="ellipse">
                <a:avLst/>
              </a:prstGeom>
              <a:solidFill>
                <a:srgbClr val="A9D2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3" name="Oval 47"/>
              <p:cNvSpPr>
                <a:spLocks noChangeArrowheads="1"/>
              </p:cNvSpPr>
              <p:nvPr/>
            </p:nvSpPr>
            <p:spPr bwMode="auto">
              <a:xfrm>
                <a:off x="328" y="741"/>
                <a:ext cx="80" cy="82"/>
              </a:xfrm>
              <a:prstGeom prst="ellipse">
                <a:avLst/>
              </a:prstGeom>
              <a:solidFill>
                <a:srgbClr val="7BBF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4" name="Oval 48"/>
              <p:cNvSpPr>
                <a:spLocks noChangeArrowheads="1"/>
              </p:cNvSpPr>
              <p:nvPr/>
            </p:nvSpPr>
            <p:spPr bwMode="auto">
              <a:xfrm>
                <a:off x="328" y="1351"/>
                <a:ext cx="80" cy="82"/>
              </a:xfrm>
              <a:prstGeom prst="ellipse">
                <a:avLst/>
              </a:prstGeom>
              <a:solidFill>
                <a:srgbClr val="7BBF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9985" name="Group 49"/>
            <p:cNvGrpSpPr>
              <a:grpSpLocks/>
            </p:cNvGrpSpPr>
            <p:nvPr/>
          </p:nvGrpSpPr>
          <p:grpSpPr bwMode="auto">
            <a:xfrm>
              <a:off x="60" y="1719"/>
              <a:ext cx="307" cy="419"/>
              <a:chOff x="0" y="0"/>
              <a:chExt cx="307" cy="419"/>
            </a:xfrm>
          </p:grpSpPr>
          <p:sp>
            <p:nvSpPr>
              <p:cNvPr id="39986" name="Freeform 50"/>
              <p:cNvSpPr>
                <a:spLocks/>
              </p:cNvSpPr>
              <p:nvPr/>
            </p:nvSpPr>
            <p:spPr bwMode="auto">
              <a:xfrm>
                <a:off x="105" y="284"/>
                <a:ext cx="99" cy="135"/>
              </a:xfrm>
              <a:custGeom>
                <a:avLst/>
                <a:gdLst>
                  <a:gd name="T0" fmla="*/ 0 w 60"/>
                  <a:gd name="T1" fmla="*/ 0 h 82"/>
                  <a:gd name="T2" fmla="*/ 30 w 60"/>
                  <a:gd name="T3" fmla="*/ 82 h 82"/>
                  <a:gd name="T4" fmla="*/ 60 w 60"/>
                  <a:gd name="T5" fmla="*/ 0 h 82"/>
                  <a:gd name="T6" fmla="*/ 30 w 60"/>
                  <a:gd name="T7" fmla="*/ 3 h 82"/>
                  <a:gd name="T8" fmla="*/ 0 w 60"/>
                  <a:gd name="T9" fmla="*/ 0 h 82"/>
                </a:gdLst>
                <a:ahLst/>
                <a:cxnLst>
                  <a:cxn ang="0">
                    <a:pos x="T0" y="T1"/>
                  </a:cxn>
                  <a:cxn ang="0">
                    <a:pos x="T2" y="T3"/>
                  </a:cxn>
                  <a:cxn ang="0">
                    <a:pos x="T4" y="T5"/>
                  </a:cxn>
                  <a:cxn ang="0">
                    <a:pos x="T6" y="T7"/>
                  </a:cxn>
                  <a:cxn ang="0">
                    <a:pos x="T8" y="T9"/>
                  </a:cxn>
                </a:cxnLst>
                <a:rect l="0" t="0" r="r" b="b"/>
                <a:pathLst>
                  <a:path w="60" h="82">
                    <a:moveTo>
                      <a:pt x="0" y="0"/>
                    </a:moveTo>
                    <a:cubicBezTo>
                      <a:pt x="30" y="82"/>
                      <a:pt x="30" y="82"/>
                      <a:pt x="30" y="82"/>
                    </a:cubicBezTo>
                    <a:cubicBezTo>
                      <a:pt x="60" y="0"/>
                      <a:pt x="60" y="0"/>
                      <a:pt x="60" y="0"/>
                    </a:cubicBezTo>
                    <a:cubicBezTo>
                      <a:pt x="50" y="2"/>
                      <a:pt x="40" y="3"/>
                      <a:pt x="30" y="3"/>
                    </a:cubicBezTo>
                    <a:cubicBezTo>
                      <a:pt x="20" y="3"/>
                      <a:pt x="10" y="2"/>
                      <a:pt x="0"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987" name="Freeform 51"/>
              <p:cNvSpPr>
                <a:spLocks/>
              </p:cNvSpPr>
              <p:nvPr/>
            </p:nvSpPr>
            <p:spPr bwMode="auto">
              <a:xfrm>
                <a:off x="0" y="0"/>
                <a:ext cx="307" cy="289"/>
              </a:xfrm>
              <a:custGeom>
                <a:avLst/>
                <a:gdLst>
                  <a:gd name="T0" fmla="*/ 0 w 187"/>
                  <a:gd name="T1" fmla="*/ 0 h 176"/>
                  <a:gd name="T2" fmla="*/ 64 w 187"/>
                  <a:gd name="T3" fmla="*/ 173 h 176"/>
                  <a:gd name="T4" fmla="*/ 94 w 187"/>
                  <a:gd name="T5" fmla="*/ 176 h 176"/>
                  <a:gd name="T6" fmla="*/ 124 w 187"/>
                  <a:gd name="T7" fmla="*/ 173 h 176"/>
                  <a:gd name="T8" fmla="*/ 187 w 187"/>
                  <a:gd name="T9" fmla="*/ 0 h 176"/>
                  <a:gd name="T10" fmla="*/ 0 w 187"/>
                  <a:gd name="T11" fmla="*/ 0 h 176"/>
                </a:gdLst>
                <a:ahLst/>
                <a:cxnLst>
                  <a:cxn ang="0">
                    <a:pos x="T0" y="T1"/>
                  </a:cxn>
                  <a:cxn ang="0">
                    <a:pos x="T2" y="T3"/>
                  </a:cxn>
                  <a:cxn ang="0">
                    <a:pos x="T4" y="T5"/>
                  </a:cxn>
                  <a:cxn ang="0">
                    <a:pos x="T6" y="T7"/>
                  </a:cxn>
                  <a:cxn ang="0">
                    <a:pos x="T8" y="T9"/>
                  </a:cxn>
                  <a:cxn ang="0">
                    <a:pos x="T10" y="T11"/>
                  </a:cxn>
                </a:cxnLst>
                <a:rect l="0" t="0" r="r" b="b"/>
                <a:pathLst>
                  <a:path w="187" h="176">
                    <a:moveTo>
                      <a:pt x="0" y="0"/>
                    </a:moveTo>
                    <a:cubicBezTo>
                      <a:pt x="64" y="173"/>
                      <a:pt x="64" y="173"/>
                      <a:pt x="64" y="173"/>
                    </a:cubicBezTo>
                    <a:cubicBezTo>
                      <a:pt x="74" y="175"/>
                      <a:pt x="84" y="176"/>
                      <a:pt x="94" y="176"/>
                    </a:cubicBezTo>
                    <a:cubicBezTo>
                      <a:pt x="104" y="176"/>
                      <a:pt x="114" y="175"/>
                      <a:pt x="124" y="173"/>
                    </a:cubicBezTo>
                    <a:cubicBezTo>
                      <a:pt x="187" y="0"/>
                      <a:pt x="187" y="0"/>
                      <a:pt x="187" y="0"/>
                    </a:cubicBezTo>
                    <a:lnTo>
                      <a:pt x="0" y="0"/>
                    </a:lnTo>
                    <a:close/>
                  </a:path>
                </a:pathLst>
              </a:custGeom>
              <a:solidFill>
                <a:srgbClr val="EA551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40003" name="Rectangle 67"/>
          <p:cNvSpPr>
            <a:spLocks noChangeArrowheads="1"/>
          </p:cNvSpPr>
          <p:nvPr/>
        </p:nvSpPr>
        <p:spPr bwMode="auto">
          <a:xfrm>
            <a:off x="2366340" y="1224233"/>
            <a:ext cx="12893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b="1" dirty="0">
                <a:solidFill>
                  <a:srgbClr val="A9D25A"/>
                </a:solidFill>
                <a:latin typeface="微软雅黑" panose="020B0503020204020204" pitchFamily="34" charset="-122"/>
                <a:ea typeface="微软雅黑" panose="020B0503020204020204" pitchFamily="34" charset="-122"/>
              </a:rPr>
              <a:t>技术可行性</a:t>
            </a:r>
          </a:p>
        </p:txBody>
      </p:sp>
      <p:sp>
        <p:nvSpPr>
          <p:cNvPr id="40004" name="Rectangle 68"/>
          <p:cNvSpPr>
            <a:spLocks noChangeArrowheads="1"/>
          </p:cNvSpPr>
          <p:nvPr/>
        </p:nvSpPr>
        <p:spPr bwMode="auto">
          <a:xfrm>
            <a:off x="2381888" y="2252119"/>
            <a:ext cx="128930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b="1" dirty="0">
                <a:solidFill>
                  <a:srgbClr val="EA5514"/>
                </a:solidFill>
                <a:latin typeface="微软雅黑" panose="020B0503020204020204" pitchFamily="34" charset="-122"/>
                <a:ea typeface="微软雅黑" panose="020B0503020204020204" pitchFamily="34" charset="-122"/>
              </a:rPr>
              <a:t>经济可行性</a:t>
            </a:r>
          </a:p>
        </p:txBody>
      </p:sp>
      <p:sp>
        <p:nvSpPr>
          <p:cNvPr id="40005" name="Rectangle 69"/>
          <p:cNvSpPr>
            <a:spLocks noChangeArrowheads="1"/>
          </p:cNvSpPr>
          <p:nvPr/>
        </p:nvSpPr>
        <p:spPr bwMode="auto">
          <a:xfrm>
            <a:off x="2389223" y="3142707"/>
            <a:ext cx="128930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b="1" dirty="0">
                <a:solidFill>
                  <a:srgbClr val="FBE22D"/>
                </a:solidFill>
                <a:latin typeface="微软雅黑" panose="020B0503020204020204" pitchFamily="34" charset="-122"/>
                <a:ea typeface="微软雅黑" panose="020B0503020204020204" pitchFamily="34" charset="-122"/>
              </a:rPr>
              <a:t>操作可行性</a:t>
            </a:r>
            <a:r>
              <a:rPr lang="en-US" altLang="zh-CN" dirty="0">
                <a:solidFill>
                  <a:schemeClr val="tx1">
                    <a:lumMod val="50000"/>
                    <a:lumOff val="50000"/>
                  </a:schemeClr>
                </a:solidFill>
                <a:latin typeface="微软雅黑" panose="020B0503020204020204" pitchFamily="34" charset="-122"/>
                <a:ea typeface="微软雅黑" panose="020B0503020204020204" pitchFamily="34" charset="-122"/>
              </a:rPr>
              <a:t> </a:t>
            </a:r>
            <a:endParaRPr lang="zh-CN" altLang="en-US"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8" name="Oval 6">
            <a:extLst>
              <a:ext uri="{FF2B5EF4-FFF2-40B4-BE49-F238E27FC236}">
                <a16:creationId xmlns:a16="http://schemas.microsoft.com/office/drawing/2014/main" id="{1D09DB38-621E-4EC5-85F4-779547858E10}"/>
              </a:ext>
            </a:extLst>
          </p:cNvPr>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9" name="Oval 3">
            <a:extLst>
              <a:ext uri="{FF2B5EF4-FFF2-40B4-BE49-F238E27FC236}">
                <a16:creationId xmlns:a16="http://schemas.microsoft.com/office/drawing/2014/main" id="{5B31C95D-31D6-4DB5-A05F-EE1FE7DC5C9D}"/>
              </a:ext>
            </a:extLst>
          </p:cNvPr>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60" name="Oval 4">
            <a:extLst>
              <a:ext uri="{FF2B5EF4-FFF2-40B4-BE49-F238E27FC236}">
                <a16:creationId xmlns:a16="http://schemas.microsoft.com/office/drawing/2014/main" id="{5126AEF3-7F67-425E-8C71-19FF3391DFFD}"/>
              </a:ext>
            </a:extLst>
          </p:cNvPr>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61" name="Oval 5">
            <a:extLst>
              <a:ext uri="{FF2B5EF4-FFF2-40B4-BE49-F238E27FC236}">
                <a16:creationId xmlns:a16="http://schemas.microsoft.com/office/drawing/2014/main" id="{820B66E8-FAD0-4747-AB7C-8874A000C7F6}"/>
              </a:ext>
            </a:extLst>
          </p:cNvPr>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62" name="Rectangle 39">
            <a:extLst>
              <a:ext uri="{FF2B5EF4-FFF2-40B4-BE49-F238E27FC236}">
                <a16:creationId xmlns:a16="http://schemas.microsoft.com/office/drawing/2014/main" id="{E051448D-AF27-47A7-B893-85E25F3B04BE}"/>
              </a:ext>
            </a:extLst>
          </p:cNvPr>
          <p:cNvSpPr>
            <a:spLocks noChangeArrowheads="1"/>
          </p:cNvSpPr>
          <p:nvPr/>
        </p:nvSpPr>
        <p:spPr bwMode="auto">
          <a:xfrm>
            <a:off x="362159" y="327869"/>
            <a:ext cx="39275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06.1</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63" name="Rectangle 39">
            <a:extLst>
              <a:ext uri="{FF2B5EF4-FFF2-40B4-BE49-F238E27FC236}">
                <a16:creationId xmlns:a16="http://schemas.microsoft.com/office/drawing/2014/main" id="{18C62568-4144-4FFE-865E-2A1EC217F4BB}"/>
              </a:ext>
            </a:extLst>
          </p:cNvPr>
          <p:cNvSpPr>
            <a:spLocks noChangeArrowheads="1"/>
          </p:cNvSpPr>
          <p:nvPr/>
        </p:nvSpPr>
        <p:spPr bwMode="auto">
          <a:xfrm>
            <a:off x="915988" y="338497"/>
            <a:ext cx="135175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可行性分析</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64" name="Rectangle 32">
            <a:extLst>
              <a:ext uri="{FF2B5EF4-FFF2-40B4-BE49-F238E27FC236}">
                <a16:creationId xmlns:a16="http://schemas.microsoft.com/office/drawing/2014/main" id="{2A5990BE-9F87-437D-B90A-DA9928260B8E}"/>
              </a:ext>
            </a:extLst>
          </p:cNvPr>
          <p:cNvSpPr>
            <a:spLocks noChangeArrowheads="1"/>
          </p:cNvSpPr>
          <p:nvPr/>
        </p:nvSpPr>
        <p:spPr bwMode="auto">
          <a:xfrm>
            <a:off x="3910476" y="225555"/>
            <a:ext cx="5077863"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前端方面我们使用</a:t>
            </a:r>
            <a:r>
              <a:rPr lang="en-US" altLang="zh-CN" sz="1600" b="1" dirty="0">
                <a:solidFill>
                  <a:srgbClr val="EA5514"/>
                </a:solidFill>
                <a:latin typeface="微软雅黑" pitchFamily="34" charset="-122"/>
                <a:ea typeface="微软雅黑" pitchFamily="34" charset="-122"/>
                <a:cs typeface="宋体" pitchFamily="2" charset="-122"/>
              </a:rPr>
              <a:t>Vue</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来支持开发</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Web</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，再通过</a:t>
            </a:r>
            <a:r>
              <a:rPr lang="en-US" altLang="zh-CN" sz="1600" b="1" dirty="0">
                <a:solidFill>
                  <a:srgbClr val="EA5514"/>
                </a:solidFill>
                <a:latin typeface="微软雅黑" pitchFamily="34" charset="-122"/>
                <a:ea typeface="微软雅黑" pitchFamily="34" charset="-122"/>
                <a:cs typeface="宋体" pitchFamily="2" charset="-122"/>
              </a:rPr>
              <a:t>Spring Boot</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框架进行后端功能实现，服务器采用</a:t>
            </a:r>
            <a:r>
              <a:rPr lang="en-US" altLang="zh-CN" sz="1600" b="1" dirty="0">
                <a:solidFill>
                  <a:srgbClr val="EA5514"/>
                </a:solidFill>
                <a:latin typeface="微软雅黑" pitchFamily="34" charset="-122"/>
                <a:ea typeface="微软雅黑" pitchFamily="34" charset="-122"/>
                <a:cs typeface="宋体" pitchFamily="2" charset="-122"/>
              </a:rPr>
              <a:t>Tomcat</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来支持本地调试和阿里云进行后续的</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web</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发布，数据库挑选</a:t>
            </a:r>
            <a:r>
              <a:rPr lang="en-US" altLang="zh-CN" sz="1600" b="1" dirty="0">
                <a:solidFill>
                  <a:srgbClr val="EA5514"/>
                </a:solidFill>
                <a:latin typeface="微软雅黑" pitchFamily="34" charset="-122"/>
                <a:ea typeface="微软雅黑" pitchFamily="34" charset="-122"/>
                <a:cs typeface="宋体" pitchFamily="2" charset="-122"/>
              </a:rPr>
              <a:t>MySQL</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来进行数据的整理和存储</a:t>
            </a:r>
            <a:r>
              <a:rPr lang="en-US" altLang="zh-CN" sz="1600" baseline="30000" dirty="0">
                <a:solidFill>
                  <a:schemeClr val="tx1">
                    <a:lumMod val="65000"/>
                    <a:lumOff val="35000"/>
                  </a:schemeClr>
                </a:solidFill>
                <a:latin typeface="微软雅黑" panose="020B0503020204020204" pitchFamily="34" charset="-122"/>
                <a:ea typeface="微软雅黑" panose="020B0503020204020204" pitchFamily="34" charset="-122"/>
              </a:rPr>
              <a:t>[3]</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a:t>
            </a:r>
          </a:p>
          <a:p>
            <a:pPr>
              <a:lnSpc>
                <a:spcPct val="150000"/>
              </a:lnSpc>
            </a:pP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65" name="Rectangle 32">
            <a:extLst>
              <a:ext uri="{FF2B5EF4-FFF2-40B4-BE49-F238E27FC236}">
                <a16:creationId xmlns:a16="http://schemas.microsoft.com/office/drawing/2014/main" id="{AACE41EA-B497-4E22-9B85-2CB8665F9714}"/>
              </a:ext>
            </a:extLst>
          </p:cNvPr>
          <p:cNvSpPr>
            <a:spLocks noChangeArrowheads="1"/>
          </p:cNvSpPr>
          <p:nvPr/>
        </p:nvSpPr>
        <p:spPr bwMode="auto">
          <a:xfrm>
            <a:off x="3845390" y="1858357"/>
            <a:ext cx="4968750" cy="1064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基于网站形式的开发，大多都使用开源软件，服务器运行负载较小，投入较小效率较高，所以我们的经济成本会相对比较低。</a:t>
            </a:r>
          </a:p>
        </p:txBody>
      </p:sp>
      <p:sp>
        <p:nvSpPr>
          <p:cNvPr id="66" name="Rectangle 32">
            <a:extLst>
              <a:ext uri="{FF2B5EF4-FFF2-40B4-BE49-F238E27FC236}">
                <a16:creationId xmlns:a16="http://schemas.microsoft.com/office/drawing/2014/main" id="{EE267969-AEA2-44F0-B0E9-8D408EC46B22}"/>
              </a:ext>
            </a:extLst>
          </p:cNvPr>
          <p:cNvSpPr>
            <a:spLocks noChangeArrowheads="1"/>
          </p:cNvSpPr>
          <p:nvPr/>
        </p:nvSpPr>
        <p:spPr bwMode="auto">
          <a:xfrm>
            <a:off x="3816814" y="3067280"/>
            <a:ext cx="499732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我们的用户对象以</a:t>
            </a:r>
            <a:r>
              <a:rPr lang="zh-CN" altLang="en-US" sz="1600" b="1" dirty="0">
                <a:solidFill>
                  <a:srgbClr val="EA5514"/>
                </a:solidFill>
                <a:latin typeface="微软雅黑" pitchFamily="34" charset="-122"/>
                <a:ea typeface="微软雅黑" pitchFamily="34" charset="-122"/>
                <a:cs typeface="宋体" pitchFamily="2" charset="-122"/>
              </a:rPr>
              <a:t>应届高考生以及需要了解高考志愿的社会群体</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为主，采取网页的形式使得在浏览大量信息、进行模拟志愿填报时更加方便，并且</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web</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的操作也更加符合我们用户的最终需求，不管在电脑或者手机上进行使用。</a:t>
            </a:r>
          </a:p>
          <a:p>
            <a:pPr>
              <a:lnSpc>
                <a:spcPct val="150000"/>
              </a:lnSpc>
            </a:pP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Line 38">
            <a:extLst>
              <a:ext uri="{FF2B5EF4-FFF2-40B4-BE49-F238E27FC236}">
                <a16:creationId xmlns:a16="http://schemas.microsoft.com/office/drawing/2014/main" id="{322746BB-99AF-4D3C-915A-B97938AE39A2}"/>
              </a:ext>
            </a:extLst>
          </p:cNvPr>
          <p:cNvSpPr>
            <a:spLocks noChangeShapeType="1"/>
          </p:cNvSpPr>
          <p:nvPr/>
        </p:nvSpPr>
        <p:spPr bwMode="auto">
          <a:xfrm flipH="1" flipV="1">
            <a:off x="3910476" y="1823240"/>
            <a:ext cx="4837987" cy="1842"/>
          </a:xfrm>
          <a:prstGeom prst="line">
            <a:avLst/>
          </a:prstGeom>
          <a:ln w="19050" cap="flat" cmpd="sng" algn="ctr">
            <a:solidFill>
              <a:srgbClr val="F79646">
                <a:alpha val="47843"/>
              </a:srgb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endParaRPr lang="zh-CN" altLang="en-US"/>
          </a:p>
        </p:txBody>
      </p:sp>
      <p:sp>
        <p:nvSpPr>
          <p:cNvPr id="3" name="Line 38">
            <a:extLst>
              <a:ext uri="{FF2B5EF4-FFF2-40B4-BE49-F238E27FC236}">
                <a16:creationId xmlns:a16="http://schemas.microsoft.com/office/drawing/2014/main" id="{34E7F834-D6F8-40E3-9610-CA1260B60B57}"/>
              </a:ext>
            </a:extLst>
          </p:cNvPr>
          <p:cNvSpPr>
            <a:spLocks noChangeShapeType="1"/>
          </p:cNvSpPr>
          <p:nvPr/>
        </p:nvSpPr>
        <p:spPr bwMode="auto">
          <a:xfrm flipH="1" flipV="1">
            <a:off x="3896482" y="3024752"/>
            <a:ext cx="4837987" cy="1842"/>
          </a:xfrm>
          <a:prstGeom prst="line">
            <a:avLst/>
          </a:prstGeom>
          <a:ln w="19050" cap="flat" cmpd="sng" algn="ctr">
            <a:solidFill>
              <a:srgbClr val="F79646">
                <a:alpha val="45882"/>
              </a:srgb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endParaRPr lang="zh-CN" altLang="en-US"/>
          </a:p>
        </p:txBody>
      </p:sp>
    </p:spTree>
    <p:extLst>
      <p:ext uri="{BB962C8B-B14F-4D97-AF65-F5344CB8AC3E}">
        <p14:creationId xmlns:p14="http://schemas.microsoft.com/office/powerpoint/2010/main" val="21880267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p:cTn id="7" dur="300" fill="hold"/>
                                        <p:tgtEl>
                                          <p:spTgt spid="61"/>
                                        </p:tgtEl>
                                        <p:attrNameLst>
                                          <p:attrName>ppt_w</p:attrName>
                                        </p:attrNameLst>
                                      </p:cBhvr>
                                      <p:tavLst>
                                        <p:tav tm="0">
                                          <p:val>
                                            <p:fltVal val="0"/>
                                          </p:val>
                                        </p:tav>
                                        <p:tav tm="100000">
                                          <p:val>
                                            <p:strVal val="#ppt_w"/>
                                          </p:val>
                                        </p:tav>
                                      </p:tavLst>
                                    </p:anim>
                                    <p:anim calcmode="lin" valueType="num">
                                      <p:cBhvr>
                                        <p:cTn id="8" dur="300" fill="hold"/>
                                        <p:tgtEl>
                                          <p:spTgt spid="61"/>
                                        </p:tgtEl>
                                        <p:attrNameLst>
                                          <p:attrName>ppt_h</p:attrName>
                                        </p:attrNameLst>
                                      </p:cBhvr>
                                      <p:tavLst>
                                        <p:tav tm="0">
                                          <p:val>
                                            <p:fltVal val="0"/>
                                          </p:val>
                                        </p:tav>
                                        <p:tav tm="100000">
                                          <p:val>
                                            <p:strVal val="#ppt_h"/>
                                          </p:val>
                                        </p:tav>
                                      </p:tavLst>
                                    </p:anim>
                                    <p:animEffect transition="in" filter="fade">
                                      <p:cBhvr>
                                        <p:cTn id="9" dur="300"/>
                                        <p:tgtEl>
                                          <p:spTgt spid="61"/>
                                        </p:tgtEl>
                                      </p:cBhvr>
                                    </p:animEffect>
                                  </p:childTnLst>
                                </p:cTn>
                              </p:par>
                              <p:par>
                                <p:cTn id="10" presetID="6" presetClass="emph" presetSubtype="0" autoRev="1" fill="hold" grpId="1" nodeType="withEffect">
                                  <p:stCondLst>
                                    <p:cond delay="300"/>
                                  </p:stCondLst>
                                  <p:childTnLst>
                                    <p:animScale>
                                      <p:cBhvr>
                                        <p:cTn id="11" dur="150" fill="hold"/>
                                        <p:tgtEl>
                                          <p:spTgt spid="61"/>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60"/>
                                        </p:tgtEl>
                                        <p:attrNameLst>
                                          <p:attrName>style.visibility</p:attrName>
                                        </p:attrNameLst>
                                      </p:cBhvr>
                                      <p:to>
                                        <p:strVal val="visible"/>
                                      </p:to>
                                    </p:set>
                                    <p:anim calcmode="lin" valueType="num">
                                      <p:cBhvr>
                                        <p:cTn id="14" dur="300" fill="hold"/>
                                        <p:tgtEl>
                                          <p:spTgt spid="60"/>
                                        </p:tgtEl>
                                        <p:attrNameLst>
                                          <p:attrName>ppt_w</p:attrName>
                                        </p:attrNameLst>
                                      </p:cBhvr>
                                      <p:tavLst>
                                        <p:tav tm="0">
                                          <p:val>
                                            <p:fltVal val="0"/>
                                          </p:val>
                                        </p:tav>
                                        <p:tav tm="100000">
                                          <p:val>
                                            <p:strVal val="#ppt_w"/>
                                          </p:val>
                                        </p:tav>
                                      </p:tavLst>
                                    </p:anim>
                                    <p:anim calcmode="lin" valueType="num">
                                      <p:cBhvr>
                                        <p:cTn id="15" dur="300" fill="hold"/>
                                        <p:tgtEl>
                                          <p:spTgt spid="60"/>
                                        </p:tgtEl>
                                        <p:attrNameLst>
                                          <p:attrName>ppt_h</p:attrName>
                                        </p:attrNameLst>
                                      </p:cBhvr>
                                      <p:tavLst>
                                        <p:tav tm="0">
                                          <p:val>
                                            <p:fltVal val="0"/>
                                          </p:val>
                                        </p:tav>
                                        <p:tav tm="100000">
                                          <p:val>
                                            <p:strVal val="#ppt_h"/>
                                          </p:val>
                                        </p:tav>
                                      </p:tavLst>
                                    </p:anim>
                                    <p:animEffect transition="in" filter="fade">
                                      <p:cBhvr>
                                        <p:cTn id="16" dur="300"/>
                                        <p:tgtEl>
                                          <p:spTgt spid="60"/>
                                        </p:tgtEl>
                                      </p:cBhvr>
                                    </p:animEffect>
                                  </p:childTnLst>
                                </p:cTn>
                              </p:par>
                              <p:par>
                                <p:cTn id="17" presetID="6" presetClass="emph" presetSubtype="0" autoRev="1" fill="hold" grpId="1" nodeType="withEffect">
                                  <p:stCondLst>
                                    <p:cond delay="600"/>
                                  </p:stCondLst>
                                  <p:childTnLst>
                                    <p:animScale>
                                      <p:cBhvr>
                                        <p:cTn id="18" dur="150" fill="hold"/>
                                        <p:tgtEl>
                                          <p:spTgt spid="60"/>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9"/>
                                        </p:tgtEl>
                                        <p:attrNameLst>
                                          <p:attrName>style.visibility</p:attrName>
                                        </p:attrNameLst>
                                      </p:cBhvr>
                                      <p:to>
                                        <p:strVal val="visible"/>
                                      </p:to>
                                    </p:set>
                                    <p:anim calcmode="lin" valueType="num">
                                      <p:cBhvr>
                                        <p:cTn id="21" dur="300" fill="hold"/>
                                        <p:tgtEl>
                                          <p:spTgt spid="59"/>
                                        </p:tgtEl>
                                        <p:attrNameLst>
                                          <p:attrName>ppt_w</p:attrName>
                                        </p:attrNameLst>
                                      </p:cBhvr>
                                      <p:tavLst>
                                        <p:tav tm="0">
                                          <p:val>
                                            <p:fltVal val="0"/>
                                          </p:val>
                                        </p:tav>
                                        <p:tav tm="100000">
                                          <p:val>
                                            <p:strVal val="#ppt_w"/>
                                          </p:val>
                                        </p:tav>
                                      </p:tavLst>
                                    </p:anim>
                                    <p:anim calcmode="lin" valueType="num">
                                      <p:cBhvr>
                                        <p:cTn id="22" dur="300" fill="hold"/>
                                        <p:tgtEl>
                                          <p:spTgt spid="59"/>
                                        </p:tgtEl>
                                        <p:attrNameLst>
                                          <p:attrName>ppt_h</p:attrName>
                                        </p:attrNameLst>
                                      </p:cBhvr>
                                      <p:tavLst>
                                        <p:tav tm="0">
                                          <p:val>
                                            <p:fltVal val="0"/>
                                          </p:val>
                                        </p:tav>
                                        <p:tav tm="100000">
                                          <p:val>
                                            <p:strVal val="#ppt_h"/>
                                          </p:val>
                                        </p:tav>
                                      </p:tavLst>
                                    </p:anim>
                                    <p:animEffect transition="in" filter="fade">
                                      <p:cBhvr>
                                        <p:cTn id="23" dur="300"/>
                                        <p:tgtEl>
                                          <p:spTgt spid="59"/>
                                        </p:tgtEl>
                                      </p:cBhvr>
                                    </p:animEffect>
                                  </p:childTnLst>
                                </p:cTn>
                              </p:par>
                              <p:par>
                                <p:cTn id="24" presetID="6" presetClass="emph" presetSubtype="0" autoRev="1" fill="hold" grpId="1" nodeType="withEffect">
                                  <p:stCondLst>
                                    <p:cond delay="900"/>
                                  </p:stCondLst>
                                  <p:childTnLst>
                                    <p:animScale>
                                      <p:cBhvr>
                                        <p:cTn id="25" dur="150" fill="hold"/>
                                        <p:tgtEl>
                                          <p:spTgt spid="59"/>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8"/>
                                        </p:tgtEl>
                                        <p:attrNameLst>
                                          <p:attrName>style.visibility</p:attrName>
                                        </p:attrNameLst>
                                      </p:cBhvr>
                                      <p:to>
                                        <p:strVal val="visible"/>
                                      </p:to>
                                    </p:set>
                                    <p:anim calcmode="lin" valueType="num">
                                      <p:cBhvr>
                                        <p:cTn id="28" dur="300" fill="hold"/>
                                        <p:tgtEl>
                                          <p:spTgt spid="58"/>
                                        </p:tgtEl>
                                        <p:attrNameLst>
                                          <p:attrName>ppt_w</p:attrName>
                                        </p:attrNameLst>
                                      </p:cBhvr>
                                      <p:tavLst>
                                        <p:tav tm="0">
                                          <p:val>
                                            <p:fltVal val="0"/>
                                          </p:val>
                                        </p:tav>
                                        <p:tav tm="100000">
                                          <p:val>
                                            <p:strVal val="#ppt_w"/>
                                          </p:val>
                                        </p:tav>
                                      </p:tavLst>
                                    </p:anim>
                                    <p:anim calcmode="lin" valueType="num">
                                      <p:cBhvr>
                                        <p:cTn id="29" dur="300" fill="hold"/>
                                        <p:tgtEl>
                                          <p:spTgt spid="58"/>
                                        </p:tgtEl>
                                        <p:attrNameLst>
                                          <p:attrName>ppt_h</p:attrName>
                                        </p:attrNameLst>
                                      </p:cBhvr>
                                      <p:tavLst>
                                        <p:tav tm="0">
                                          <p:val>
                                            <p:fltVal val="0"/>
                                          </p:val>
                                        </p:tav>
                                        <p:tav tm="100000">
                                          <p:val>
                                            <p:strVal val="#ppt_h"/>
                                          </p:val>
                                        </p:tav>
                                      </p:tavLst>
                                    </p:anim>
                                    <p:animEffect transition="in" filter="fade">
                                      <p:cBhvr>
                                        <p:cTn id="30" dur="300"/>
                                        <p:tgtEl>
                                          <p:spTgt spid="58"/>
                                        </p:tgtEl>
                                      </p:cBhvr>
                                    </p:animEffect>
                                  </p:childTnLst>
                                </p:cTn>
                              </p:par>
                              <p:par>
                                <p:cTn id="31" presetID="6" presetClass="emph" presetSubtype="0" autoRev="1" fill="hold" grpId="1" nodeType="withEffect">
                                  <p:stCondLst>
                                    <p:cond delay="1200"/>
                                  </p:stCondLst>
                                  <p:childTnLst>
                                    <p:animScale>
                                      <p:cBhvr>
                                        <p:cTn id="32" dur="150" fill="hold"/>
                                        <p:tgtEl>
                                          <p:spTgt spid="58"/>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62"/>
                                        </p:tgtEl>
                                        <p:attrNameLst>
                                          <p:attrName>style.visibility</p:attrName>
                                        </p:attrNameLst>
                                      </p:cBhvr>
                                      <p:to>
                                        <p:strVal val="visible"/>
                                      </p:to>
                                    </p:set>
                                    <p:anim calcmode="lin" valueType="num">
                                      <p:cBhvr>
                                        <p:cTn id="35" dur="300" fill="hold"/>
                                        <p:tgtEl>
                                          <p:spTgt spid="62"/>
                                        </p:tgtEl>
                                        <p:attrNameLst>
                                          <p:attrName>ppt_w</p:attrName>
                                        </p:attrNameLst>
                                      </p:cBhvr>
                                      <p:tavLst>
                                        <p:tav tm="0">
                                          <p:val>
                                            <p:fltVal val="0"/>
                                          </p:val>
                                        </p:tav>
                                        <p:tav tm="100000">
                                          <p:val>
                                            <p:strVal val="#ppt_w"/>
                                          </p:val>
                                        </p:tav>
                                      </p:tavLst>
                                    </p:anim>
                                    <p:anim calcmode="lin" valueType="num">
                                      <p:cBhvr>
                                        <p:cTn id="36" dur="300" fill="hold"/>
                                        <p:tgtEl>
                                          <p:spTgt spid="62"/>
                                        </p:tgtEl>
                                        <p:attrNameLst>
                                          <p:attrName>ppt_h</p:attrName>
                                        </p:attrNameLst>
                                      </p:cBhvr>
                                      <p:tavLst>
                                        <p:tav tm="0">
                                          <p:val>
                                            <p:fltVal val="0"/>
                                          </p:val>
                                        </p:tav>
                                        <p:tav tm="100000">
                                          <p:val>
                                            <p:strVal val="#ppt_h"/>
                                          </p:val>
                                        </p:tav>
                                      </p:tavLst>
                                    </p:anim>
                                    <p:animEffect transition="in" filter="fade">
                                      <p:cBhvr>
                                        <p:cTn id="37" dur="300"/>
                                        <p:tgtEl>
                                          <p:spTgt spid="62"/>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par>
                                <p:cTn id="41" presetID="6" presetClass="emph" presetSubtype="0" autoRev="1" fill="hold" grpId="1" nodeType="withEffect">
                                  <p:stCondLst>
                                    <p:cond delay="800"/>
                                  </p:stCondLst>
                                  <p:childTnLst>
                                    <p:animScale>
                                      <p:cBhvr>
                                        <p:cTn id="42" dur="150" fill="hold"/>
                                        <p:tgtEl>
                                          <p:spTgt spid="6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59" grpId="0" animBg="1"/>
      <p:bldP spid="59" grpId="1" animBg="1"/>
      <p:bldP spid="60" grpId="0" animBg="1"/>
      <p:bldP spid="60" grpId="1" animBg="1"/>
      <p:bldP spid="61" grpId="0" animBg="1"/>
      <p:bldP spid="61" grpId="1" animBg="1"/>
      <p:bldP spid="62" grpId="0"/>
      <p:bldP spid="62" grpId="1"/>
      <p:bldP spid="6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组合 86">
            <a:extLst>
              <a:ext uri="{FF2B5EF4-FFF2-40B4-BE49-F238E27FC236}">
                <a16:creationId xmlns:a16="http://schemas.microsoft.com/office/drawing/2014/main" id="{AC7BD44F-FDF3-488A-9894-9F5AC7130848}"/>
              </a:ext>
            </a:extLst>
          </p:cNvPr>
          <p:cNvGrpSpPr/>
          <p:nvPr/>
        </p:nvGrpSpPr>
        <p:grpSpPr>
          <a:xfrm>
            <a:off x="0" y="2226874"/>
            <a:ext cx="9144000" cy="2339513"/>
            <a:chOff x="-4282523" y="2186464"/>
            <a:chExt cx="9144000" cy="2729894"/>
          </a:xfrm>
        </p:grpSpPr>
        <p:sp>
          <p:nvSpPr>
            <p:cNvPr id="88" name="Rectangle 2" descr="psb">
              <a:extLst>
                <a:ext uri="{FF2B5EF4-FFF2-40B4-BE49-F238E27FC236}">
                  <a16:creationId xmlns:a16="http://schemas.microsoft.com/office/drawing/2014/main" id="{E11EBA8D-5ED9-44AA-B865-8CB54A684C4E}"/>
                </a:ext>
              </a:extLst>
            </p:cNvPr>
            <p:cNvSpPr>
              <a:spLocks noChangeArrowheads="1"/>
            </p:cNvSpPr>
            <p:nvPr/>
          </p:nvSpPr>
          <p:spPr bwMode="auto">
            <a:xfrm>
              <a:off x="-4282523" y="2201733"/>
              <a:ext cx="9144000" cy="2714625"/>
            </a:xfrm>
            <a:prstGeom prst="rect">
              <a:avLst/>
            </a:prstGeom>
            <a:blipFill dpi="0" rotWithShape="1">
              <a:blip r:embed="rId2" cstate="print"/>
              <a:srcRect/>
              <a:stretch>
                <a:fillRect b="-125969"/>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Rectangle 3">
              <a:extLst>
                <a:ext uri="{FF2B5EF4-FFF2-40B4-BE49-F238E27FC236}">
                  <a16:creationId xmlns:a16="http://schemas.microsoft.com/office/drawing/2014/main" id="{6E28611B-5B24-4CA2-828C-D3805DB565ED}"/>
                </a:ext>
              </a:extLst>
            </p:cNvPr>
            <p:cNvSpPr>
              <a:spLocks noChangeArrowheads="1"/>
            </p:cNvSpPr>
            <p:nvPr/>
          </p:nvSpPr>
          <p:spPr bwMode="auto">
            <a:xfrm>
              <a:off x="-4282523" y="2186464"/>
              <a:ext cx="9144000" cy="2729894"/>
            </a:xfrm>
            <a:prstGeom prst="rect">
              <a:avLst/>
            </a:prstGeom>
            <a:solidFill>
              <a:srgbClr val="26313E">
                <a:alpha val="8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8" name="Oval 6">
            <a:extLst>
              <a:ext uri="{FF2B5EF4-FFF2-40B4-BE49-F238E27FC236}">
                <a16:creationId xmlns:a16="http://schemas.microsoft.com/office/drawing/2014/main" id="{1D09DB38-621E-4EC5-85F4-779547858E10}"/>
              </a:ext>
            </a:extLst>
          </p:cNvPr>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9" name="Oval 3">
            <a:extLst>
              <a:ext uri="{FF2B5EF4-FFF2-40B4-BE49-F238E27FC236}">
                <a16:creationId xmlns:a16="http://schemas.microsoft.com/office/drawing/2014/main" id="{5B31C95D-31D6-4DB5-A05F-EE1FE7DC5C9D}"/>
              </a:ext>
            </a:extLst>
          </p:cNvPr>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60" name="Oval 4">
            <a:extLst>
              <a:ext uri="{FF2B5EF4-FFF2-40B4-BE49-F238E27FC236}">
                <a16:creationId xmlns:a16="http://schemas.microsoft.com/office/drawing/2014/main" id="{5126AEF3-7F67-425E-8C71-19FF3391DFFD}"/>
              </a:ext>
            </a:extLst>
          </p:cNvPr>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61" name="Oval 5">
            <a:extLst>
              <a:ext uri="{FF2B5EF4-FFF2-40B4-BE49-F238E27FC236}">
                <a16:creationId xmlns:a16="http://schemas.microsoft.com/office/drawing/2014/main" id="{820B66E8-FAD0-4747-AB7C-8874A000C7F6}"/>
              </a:ext>
            </a:extLst>
          </p:cNvPr>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62" name="Rectangle 39">
            <a:extLst>
              <a:ext uri="{FF2B5EF4-FFF2-40B4-BE49-F238E27FC236}">
                <a16:creationId xmlns:a16="http://schemas.microsoft.com/office/drawing/2014/main" id="{E051448D-AF27-47A7-B893-85E25F3B04BE}"/>
              </a:ext>
            </a:extLst>
          </p:cNvPr>
          <p:cNvSpPr>
            <a:spLocks noChangeArrowheads="1"/>
          </p:cNvSpPr>
          <p:nvPr/>
        </p:nvSpPr>
        <p:spPr bwMode="auto">
          <a:xfrm>
            <a:off x="354327" y="327869"/>
            <a:ext cx="44035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06.2</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63" name="Rectangle 39">
            <a:extLst>
              <a:ext uri="{FF2B5EF4-FFF2-40B4-BE49-F238E27FC236}">
                <a16:creationId xmlns:a16="http://schemas.microsoft.com/office/drawing/2014/main" id="{18C62568-4144-4FFE-865E-2A1EC217F4BB}"/>
              </a:ext>
            </a:extLst>
          </p:cNvPr>
          <p:cNvSpPr>
            <a:spLocks noChangeArrowheads="1"/>
          </p:cNvSpPr>
          <p:nvPr/>
        </p:nvSpPr>
        <p:spPr bwMode="auto">
          <a:xfrm>
            <a:off x="915988" y="338497"/>
            <a:ext cx="135175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可行性分析</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64" name="Rectangle 32">
            <a:extLst>
              <a:ext uri="{FF2B5EF4-FFF2-40B4-BE49-F238E27FC236}">
                <a16:creationId xmlns:a16="http://schemas.microsoft.com/office/drawing/2014/main" id="{2A5990BE-9F87-437D-B90A-DA9928260B8E}"/>
              </a:ext>
            </a:extLst>
          </p:cNvPr>
          <p:cNvSpPr>
            <a:spLocks noChangeArrowheads="1"/>
          </p:cNvSpPr>
          <p:nvPr/>
        </p:nvSpPr>
        <p:spPr bwMode="auto">
          <a:xfrm>
            <a:off x="1028603" y="1126990"/>
            <a:ext cx="6927773" cy="69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基于我们的功能很大程度上依赖于收集整合的数据，所以我们格外重视我们的数据来源，数据主要来源有以下几个部分组成。</a:t>
            </a:r>
          </a:p>
        </p:txBody>
      </p:sp>
      <p:grpSp>
        <p:nvGrpSpPr>
          <p:cNvPr id="49" name="组合 48">
            <a:extLst>
              <a:ext uri="{FF2B5EF4-FFF2-40B4-BE49-F238E27FC236}">
                <a16:creationId xmlns:a16="http://schemas.microsoft.com/office/drawing/2014/main" id="{9DB898E1-B35A-486C-BEE8-A8A21DCD2195}"/>
              </a:ext>
            </a:extLst>
          </p:cNvPr>
          <p:cNvGrpSpPr/>
          <p:nvPr/>
        </p:nvGrpSpPr>
        <p:grpSpPr>
          <a:xfrm>
            <a:off x="3434386" y="2423493"/>
            <a:ext cx="1948655" cy="1946276"/>
            <a:chOff x="3573463" y="1865947"/>
            <a:chExt cx="1948655" cy="1946276"/>
          </a:xfrm>
        </p:grpSpPr>
        <p:sp>
          <p:nvSpPr>
            <p:cNvPr id="50" name="Freeform 21">
              <a:extLst>
                <a:ext uri="{FF2B5EF4-FFF2-40B4-BE49-F238E27FC236}">
                  <a16:creationId xmlns:a16="http://schemas.microsoft.com/office/drawing/2014/main" id="{759A1DC8-BA98-4913-BE3D-9257180CB82D}"/>
                </a:ext>
              </a:extLst>
            </p:cNvPr>
            <p:cNvSpPr>
              <a:spLocks/>
            </p:cNvSpPr>
            <p:nvPr/>
          </p:nvSpPr>
          <p:spPr bwMode="auto">
            <a:xfrm>
              <a:off x="3573463" y="1865947"/>
              <a:ext cx="974725" cy="973138"/>
            </a:xfrm>
            <a:custGeom>
              <a:avLst/>
              <a:gdLst>
                <a:gd name="T0" fmla="*/ 282 w 565"/>
                <a:gd name="T1" fmla="*/ 0 h 565"/>
                <a:gd name="T2" fmla="*/ 0 w 565"/>
                <a:gd name="T3" fmla="*/ 0 h 565"/>
                <a:gd name="T4" fmla="*/ 0 w 565"/>
                <a:gd name="T5" fmla="*/ 283 h 565"/>
                <a:gd name="T6" fmla="*/ 282 w 565"/>
                <a:gd name="T7" fmla="*/ 565 h 565"/>
                <a:gd name="T8" fmla="*/ 565 w 565"/>
                <a:gd name="T9" fmla="*/ 565 h 565"/>
                <a:gd name="T10" fmla="*/ 565 w 565"/>
                <a:gd name="T11" fmla="*/ 283 h 565"/>
                <a:gd name="T12" fmla="*/ 282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0"/>
                  </a:moveTo>
                  <a:cubicBezTo>
                    <a:pt x="0" y="0"/>
                    <a:pt x="0" y="0"/>
                    <a:pt x="0" y="0"/>
                  </a:cubicBezTo>
                  <a:cubicBezTo>
                    <a:pt x="0" y="283"/>
                    <a:pt x="0" y="283"/>
                    <a:pt x="0" y="283"/>
                  </a:cubicBezTo>
                  <a:cubicBezTo>
                    <a:pt x="0" y="439"/>
                    <a:pt x="126" y="565"/>
                    <a:pt x="282" y="565"/>
                  </a:cubicBezTo>
                  <a:cubicBezTo>
                    <a:pt x="565" y="565"/>
                    <a:pt x="565" y="565"/>
                    <a:pt x="565" y="565"/>
                  </a:cubicBezTo>
                  <a:cubicBezTo>
                    <a:pt x="565" y="283"/>
                    <a:pt x="565" y="283"/>
                    <a:pt x="565" y="283"/>
                  </a:cubicBezTo>
                  <a:cubicBezTo>
                    <a:pt x="565" y="127"/>
                    <a:pt x="438" y="0"/>
                    <a:pt x="282" y="0"/>
                  </a:cubicBezTo>
                  <a:close/>
                </a:path>
              </a:pathLst>
            </a:custGeom>
            <a:solidFill>
              <a:srgbClr val="A9D25A"/>
            </a:solidFill>
            <a:ln>
              <a:noFill/>
            </a:ln>
          </p:spPr>
          <p:txBody>
            <a:bodyPr/>
            <a:lstStyle/>
            <a:p>
              <a:endParaRPr lang="zh-CN" altLang="en-US" b="1">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1" name="Freeform 21">
              <a:extLst>
                <a:ext uri="{FF2B5EF4-FFF2-40B4-BE49-F238E27FC236}">
                  <a16:creationId xmlns:a16="http://schemas.microsoft.com/office/drawing/2014/main" id="{60B531D8-B7CD-4009-B6A9-3E86602B4372}"/>
                </a:ext>
              </a:extLst>
            </p:cNvPr>
            <p:cNvSpPr>
              <a:spLocks/>
            </p:cNvSpPr>
            <p:nvPr/>
          </p:nvSpPr>
          <p:spPr bwMode="auto">
            <a:xfrm>
              <a:off x="4547393" y="2839085"/>
              <a:ext cx="974725" cy="973138"/>
            </a:xfrm>
            <a:custGeom>
              <a:avLst/>
              <a:gdLst>
                <a:gd name="T0" fmla="*/ 282 w 565"/>
                <a:gd name="T1" fmla="*/ 0 h 565"/>
                <a:gd name="T2" fmla="*/ 0 w 565"/>
                <a:gd name="T3" fmla="*/ 0 h 565"/>
                <a:gd name="T4" fmla="*/ 0 w 565"/>
                <a:gd name="T5" fmla="*/ 283 h 565"/>
                <a:gd name="T6" fmla="*/ 282 w 565"/>
                <a:gd name="T7" fmla="*/ 565 h 565"/>
                <a:gd name="T8" fmla="*/ 565 w 565"/>
                <a:gd name="T9" fmla="*/ 565 h 565"/>
                <a:gd name="T10" fmla="*/ 565 w 565"/>
                <a:gd name="T11" fmla="*/ 283 h 565"/>
                <a:gd name="T12" fmla="*/ 282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0"/>
                  </a:moveTo>
                  <a:cubicBezTo>
                    <a:pt x="0" y="0"/>
                    <a:pt x="0" y="0"/>
                    <a:pt x="0" y="0"/>
                  </a:cubicBezTo>
                  <a:cubicBezTo>
                    <a:pt x="0" y="283"/>
                    <a:pt x="0" y="283"/>
                    <a:pt x="0" y="283"/>
                  </a:cubicBezTo>
                  <a:cubicBezTo>
                    <a:pt x="0" y="439"/>
                    <a:pt x="126" y="565"/>
                    <a:pt x="282" y="565"/>
                  </a:cubicBezTo>
                  <a:cubicBezTo>
                    <a:pt x="565" y="565"/>
                    <a:pt x="565" y="565"/>
                    <a:pt x="565" y="565"/>
                  </a:cubicBezTo>
                  <a:cubicBezTo>
                    <a:pt x="565" y="283"/>
                    <a:pt x="565" y="283"/>
                    <a:pt x="565" y="283"/>
                  </a:cubicBezTo>
                  <a:cubicBezTo>
                    <a:pt x="565" y="127"/>
                    <a:pt x="438" y="0"/>
                    <a:pt x="282" y="0"/>
                  </a:cubicBezTo>
                  <a:close/>
                </a:path>
              </a:pathLst>
            </a:custGeom>
            <a:noFill/>
            <a:ln>
              <a:noFill/>
            </a:ln>
          </p:spPr>
          <p:txBody>
            <a:bodyPr/>
            <a:lstStyle/>
            <a:p>
              <a:endParaRPr lang="zh-CN" altLang="en-US" b="1">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52" name="组合 51">
            <a:extLst>
              <a:ext uri="{FF2B5EF4-FFF2-40B4-BE49-F238E27FC236}">
                <a16:creationId xmlns:a16="http://schemas.microsoft.com/office/drawing/2014/main" id="{AEFD1CC7-91A8-4636-AEDA-2133E9703137}"/>
              </a:ext>
            </a:extLst>
          </p:cNvPr>
          <p:cNvGrpSpPr/>
          <p:nvPr/>
        </p:nvGrpSpPr>
        <p:grpSpPr>
          <a:xfrm>
            <a:off x="3475785" y="2423493"/>
            <a:ext cx="1944563" cy="1946276"/>
            <a:chOff x="3614862" y="1865947"/>
            <a:chExt cx="1944563" cy="1946276"/>
          </a:xfrm>
        </p:grpSpPr>
        <p:sp>
          <p:nvSpPr>
            <p:cNvPr id="53" name="Freeform 22">
              <a:extLst>
                <a:ext uri="{FF2B5EF4-FFF2-40B4-BE49-F238E27FC236}">
                  <a16:creationId xmlns:a16="http://schemas.microsoft.com/office/drawing/2014/main" id="{604B2D2A-EEE4-45BA-93E4-B9963DE9A711}"/>
                </a:ext>
              </a:extLst>
            </p:cNvPr>
            <p:cNvSpPr>
              <a:spLocks/>
            </p:cNvSpPr>
            <p:nvPr/>
          </p:nvSpPr>
          <p:spPr bwMode="auto">
            <a:xfrm>
              <a:off x="4586288" y="1865947"/>
              <a:ext cx="973137" cy="973138"/>
            </a:xfrm>
            <a:custGeom>
              <a:avLst/>
              <a:gdLst>
                <a:gd name="T0" fmla="*/ 283 w 565"/>
                <a:gd name="T1" fmla="*/ 0 h 565"/>
                <a:gd name="T2" fmla="*/ 565 w 565"/>
                <a:gd name="T3" fmla="*/ 0 h 565"/>
                <a:gd name="T4" fmla="*/ 565 w 565"/>
                <a:gd name="T5" fmla="*/ 283 h 565"/>
                <a:gd name="T6" fmla="*/ 283 w 565"/>
                <a:gd name="T7" fmla="*/ 565 h 565"/>
                <a:gd name="T8" fmla="*/ 0 w 565"/>
                <a:gd name="T9" fmla="*/ 565 h 565"/>
                <a:gd name="T10" fmla="*/ 0 w 565"/>
                <a:gd name="T11" fmla="*/ 283 h 565"/>
                <a:gd name="T12" fmla="*/ 283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0"/>
                  </a:moveTo>
                  <a:cubicBezTo>
                    <a:pt x="565" y="0"/>
                    <a:pt x="565" y="0"/>
                    <a:pt x="565" y="0"/>
                  </a:cubicBezTo>
                  <a:cubicBezTo>
                    <a:pt x="565" y="283"/>
                    <a:pt x="565" y="283"/>
                    <a:pt x="565" y="283"/>
                  </a:cubicBezTo>
                  <a:cubicBezTo>
                    <a:pt x="565" y="439"/>
                    <a:pt x="439" y="565"/>
                    <a:pt x="283" y="565"/>
                  </a:cubicBezTo>
                  <a:cubicBezTo>
                    <a:pt x="0" y="565"/>
                    <a:pt x="0" y="565"/>
                    <a:pt x="0" y="565"/>
                  </a:cubicBezTo>
                  <a:cubicBezTo>
                    <a:pt x="0" y="283"/>
                    <a:pt x="0" y="283"/>
                    <a:pt x="0" y="283"/>
                  </a:cubicBezTo>
                  <a:cubicBezTo>
                    <a:pt x="0" y="127"/>
                    <a:pt x="127" y="0"/>
                    <a:pt x="283" y="0"/>
                  </a:cubicBezTo>
                  <a:close/>
                </a:path>
              </a:pathLst>
            </a:custGeom>
            <a:solidFill>
              <a:srgbClr val="EA5514"/>
            </a:solidFill>
            <a:ln>
              <a:noFill/>
            </a:ln>
          </p:spPr>
          <p:txBody>
            <a:bodyPr/>
            <a:lstStyle/>
            <a:p>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54" name="Freeform 22">
              <a:extLst>
                <a:ext uri="{FF2B5EF4-FFF2-40B4-BE49-F238E27FC236}">
                  <a16:creationId xmlns:a16="http://schemas.microsoft.com/office/drawing/2014/main" id="{CB0AD789-8EDF-412E-A641-84F1B9D6B23F}"/>
                </a:ext>
              </a:extLst>
            </p:cNvPr>
            <p:cNvSpPr>
              <a:spLocks/>
            </p:cNvSpPr>
            <p:nvPr/>
          </p:nvSpPr>
          <p:spPr bwMode="auto">
            <a:xfrm>
              <a:off x="3614862" y="2839085"/>
              <a:ext cx="973137" cy="973138"/>
            </a:xfrm>
            <a:custGeom>
              <a:avLst/>
              <a:gdLst>
                <a:gd name="T0" fmla="*/ 283 w 565"/>
                <a:gd name="T1" fmla="*/ 0 h 565"/>
                <a:gd name="T2" fmla="*/ 565 w 565"/>
                <a:gd name="T3" fmla="*/ 0 h 565"/>
                <a:gd name="T4" fmla="*/ 565 w 565"/>
                <a:gd name="T5" fmla="*/ 283 h 565"/>
                <a:gd name="T6" fmla="*/ 283 w 565"/>
                <a:gd name="T7" fmla="*/ 565 h 565"/>
                <a:gd name="T8" fmla="*/ 0 w 565"/>
                <a:gd name="T9" fmla="*/ 565 h 565"/>
                <a:gd name="T10" fmla="*/ 0 w 565"/>
                <a:gd name="T11" fmla="*/ 283 h 565"/>
                <a:gd name="T12" fmla="*/ 283 w 565"/>
                <a:gd name="T13" fmla="*/ 0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0"/>
                  </a:moveTo>
                  <a:cubicBezTo>
                    <a:pt x="565" y="0"/>
                    <a:pt x="565" y="0"/>
                    <a:pt x="565" y="0"/>
                  </a:cubicBezTo>
                  <a:cubicBezTo>
                    <a:pt x="565" y="283"/>
                    <a:pt x="565" y="283"/>
                    <a:pt x="565" y="283"/>
                  </a:cubicBezTo>
                  <a:cubicBezTo>
                    <a:pt x="565" y="439"/>
                    <a:pt x="439" y="565"/>
                    <a:pt x="283" y="565"/>
                  </a:cubicBezTo>
                  <a:cubicBezTo>
                    <a:pt x="0" y="565"/>
                    <a:pt x="0" y="565"/>
                    <a:pt x="0" y="565"/>
                  </a:cubicBezTo>
                  <a:cubicBezTo>
                    <a:pt x="0" y="283"/>
                    <a:pt x="0" y="283"/>
                    <a:pt x="0" y="283"/>
                  </a:cubicBezTo>
                  <a:cubicBezTo>
                    <a:pt x="0" y="127"/>
                    <a:pt x="127" y="0"/>
                    <a:pt x="283" y="0"/>
                  </a:cubicBezTo>
                  <a:close/>
                </a:path>
              </a:pathLst>
            </a:custGeom>
            <a:noFill/>
            <a:ln>
              <a:noFill/>
            </a:ln>
          </p:spPr>
          <p:txBody>
            <a:bodyPr/>
            <a:lstStyle/>
            <a:p>
              <a:endParaRPr lang="zh-CN" altLang="en-US" b="1">
                <a:solidFill>
                  <a:schemeClr val="bg1"/>
                </a:solidFill>
                <a:latin typeface="微软雅黑" panose="020B0503020204020204" pitchFamily="34" charset="-122"/>
                <a:ea typeface="微软雅黑" panose="020B0503020204020204" pitchFamily="34" charset="-122"/>
              </a:endParaRPr>
            </a:p>
          </p:txBody>
        </p:sp>
      </p:grpSp>
      <p:grpSp>
        <p:nvGrpSpPr>
          <p:cNvPr id="55" name="组合 54">
            <a:extLst>
              <a:ext uri="{FF2B5EF4-FFF2-40B4-BE49-F238E27FC236}">
                <a16:creationId xmlns:a16="http://schemas.microsoft.com/office/drawing/2014/main" id="{7A349C0D-8BAC-4E17-A04B-E7928A8713F9}"/>
              </a:ext>
            </a:extLst>
          </p:cNvPr>
          <p:cNvGrpSpPr/>
          <p:nvPr/>
        </p:nvGrpSpPr>
        <p:grpSpPr>
          <a:xfrm>
            <a:off x="3434386" y="2463180"/>
            <a:ext cx="1949450" cy="1946276"/>
            <a:chOff x="3573463" y="1905634"/>
            <a:chExt cx="1949450" cy="1946276"/>
          </a:xfrm>
        </p:grpSpPr>
        <p:sp>
          <p:nvSpPr>
            <p:cNvPr id="56" name="Freeform 23">
              <a:extLst>
                <a:ext uri="{FF2B5EF4-FFF2-40B4-BE49-F238E27FC236}">
                  <a16:creationId xmlns:a16="http://schemas.microsoft.com/office/drawing/2014/main" id="{D810B328-A414-4168-B4C7-C5F07F986DAC}"/>
                </a:ext>
              </a:extLst>
            </p:cNvPr>
            <p:cNvSpPr>
              <a:spLocks/>
            </p:cNvSpPr>
            <p:nvPr/>
          </p:nvSpPr>
          <p:spPr bwMode="auto">
            <a:xfrm>
              <a:off x="3573463" y="2878772"/>
              <a:ext cx="974725" cy="973138"/>
            </a:xfrm>
            <a:custGeom>
              <a:avLst/>
              <a:gdLst>
                <a:gd name="T0" fmla="*/ 282 w 565"/>
                <a:gd name="T1" fmla="*/ 565 h 565"/>
                <a:gd name="T2" fmla="*/ 0 w 565"/>
                <a:gd name="T3" fmla="*/ 565 h 565"/>
                <a:gd name="T4" fmla="*/ 0 w 565"/>
                <a:gd name="T5" fmla="*/ 283 h 565"/>
                <a:gd name="T6" fmla="*/ 282 w 565"/>
                <a:gd name="T7" fmla="*/ 0 h 565"/>
                <a:gd name="T8" fmla="*/ 565 w 565"/>
                <a:gd name="T9" fmla="*/ 0 h 565"/>
                <a:gd name="T10" fmla="*/ 565 w 565"/>
                <a:gd name="T11" fmla="*/ 283 h 565"/>
                <a:gd name="T12" fmla="*/ 282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565"/>
                  </a:moveTo>
                  <a:cubicBezTo>
                    <a:pt x="0" y="565"/>
                    <a:pt x="0" y="565"/>
                    <a:pt x="0" y="565"/>
                  </a:cubicBezTo>
                  <a:cubicBezTo>
                    <a:pt x="0" y="283"/>
                    <a:pt x="0" y="283"/>
                    <a:pt x="0" y="283"/>
                  </a:cubicBezTo>
                  <a:cubicBezTo>
                    <a:pt x="0" y="127"/>
                    <a:pt x="126" y="0"/>
                    <a:pt x="282" y="0"/>
                  </a:cubicBezTo>
                  <a:cubicBezTo>
                    <a:pt x="565" y="0"/>
                    <a:pt x="565" y="0"/>
                    <a:pt x="565" y="0"/>
                  </a:cubicBezTo>
                  <a:cubicBezTo>
                    <a:pt x="565" y="283"/>
                    <a:pt x="565" y="283"/>
                    <a:pt x="565" y="283"/>
                  </a:cubicBezTo>
                  <a:cubicBezTo>
                    <a:pt x="565" y="439"/>
                    <a:pt x="438" y="565"/>
                    <a:pt x="282" y="565"/>
                  </a:cubicBezTo>
                  <a:close/>
                </a:path>
              </a:pathLst>
            </a:custGeom>
            <a:solidFill>
              <a:srgbClr val="98D2E3"/>
            </a:solidFill>
            <a:ln>
              <a:noFill/>
            </a:ln>
          </p:spPr>
          <p:txBody>
            <a:bodyPr/>
            <a:lstStyle/>
            <a:p>
              <a:endParaRPr lang="zh-CN" altLang="en-US" b="1">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57" name="Freeform 23">
              <a:extLst>
                <a:ext uri="{FF2B5EF4-FFF2-40B4-BE49-F238E27FC236}">
                  <a16:creationId xmlns:a16="http://schemas.microsoft.com/office/drawing/2014/main" id="{B0027889-6297-498C-B3B2-78DB62E576CE}"/>
                </a:ext>
              </a:extLst>
            </p:cNvPr>
            <p:cNvSpPr>
              <a:spLocks/>
            </p:cNvSpPr>
            <p:nvPr/>
          </p:nvSpPr>
          <p:spPr bwMode="auto">
            <a:xfrm>
              <a:off x="4548188" y="1905634"/>
              <a:ext cx="974725" cy="973138"/>
            </a:xfrm>
            <a:custGeom>
              <a:avLst/>
              <a:gdLst>
                <a:gd name="T0" fmla="*/ 282 w 565"/>
                <a:gd name="T1" fmla="*/ 565 h 565"/>
                <a:gd name="T2" fmla="*/ 0 w 565"/>
                <a:gd name="T3" fmla="*/ 565 h 565"/>
                <a:gd name="T4" fmla="*/ 0 w 565"/>
                <a:gd name="T5" fmla="*/ 283 h 565"/>
                <a:gd name="T6" fmla="*/ 282 w 565"/>
                <a:gd name="T7" fmla="*/ 0 h 565"/>
                <a:gd name="T8" fmla="*/ 565 w 565"/>
                <a:gd name="T9" fmla="*/ 0 h 565"/>
                <a:gd name="T10" fmla="*/ 565 w 565"/>
                <a:gd name="T11" fmla="*/ 283 h 565"/>
                <a:gd name="T12" fmla="*/ 282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2" y="565"/>
                  </a:moveTo>
                  <a:cubicBezTo>
                    <a:pt x="0" y="565"/>
                    <a:pt x="0" y="565"/>
                    <a:pt x="0" y="565"/>
                  </a:cubicBezTo>
                  <a:cubicBezTo>
                    <a:pt x="0" y="283"/>
                    <a:pt x="0" y="283"/>
                    <a:pt x="0" y="283"/>
                  </a:cubicBezTo>
                  <a:cubicBezTo>
                    <a:pt x="0" y="127"/>
                    <a:pt x="126" y="0"/>
                    <a:pt x="282" y="0"/>
                  </a:cubicBezTo>
                  <a:cubicBezTo>
                    <a:pt x="565" y="0"/>
                    <a:pt x="565" y="0"/>
                    <a:pt x="565" y="0"/>
                  </a:cubicBezTo>
                  <a:cubicBezTo>
                    <a:pt x="565" y="283"/>
                    <a:pt x="565" y="283"/>
                    <a:pt x="565" y="283"/>
                  </a:cubicBezTo>
                  <a:cubicBezTo>
                    <a:pt x="565" y="439"/>
                    <a:pt x="438" y="565"/>
                    <a:pt x="282" y="565"/>
                  </a:cubicBezTo>
                  <a:close/>
                </a:path>
              </a:pathLst>
            </a:custGeom>
            <a:noFill/>
            <a:ln>
              <a:noFill/>
            </a:ln>
          </p:spPr>
          <p:txBody>
            <a:bodyPr/>
            <a:lstStyle/>
            <a:p>
              <a:endParaRPr lang="zh-CN" altLang="en-US" b="1">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67" name="组合 66">
            <a:extLst>
              <a:ext uri="{FF2B5EF4-FFF2-40B4-BE49-F238E27FC236}">
                <a16:creationId xmlns:a16="http://schemas.microsoft.com/office/drawing/2014/main" id="{E5EACBDD-06C5-4EAA-86EF-419FE14AD9EB}"/>
              </a:ext>
            </a:extLst>
          </p:cNvPr>
          <p:cNvGrpSpPr/>
          <p:nvPr/>
        </p:nvGrpSpPr>
        <p:grpSpPr>
          <a:xfrm>
            <a:off x="3474644" y="2463180"/>
            <a:ext cx="1945704" cy="1946276"/>
            <a:chOff x="3613721" y="1905634"/>
            <a:chExt cx="1945704" cy="1946276"/>
          </a:xfrm>
        </p:grpSpPr>
        <p:sp>
          <p:nvSpPr>
            <p:cNvPr id="68" name="Freeform 24">
              <a:extLst>
                <a:ext uri="{FF2B5EF4-FFF2-40B4-BE49-F238E27FC236}">
                  <a16:creationId xmlns:a16="http://schemas.microsoft.com/office/drawing/2014/main" id="{3B52D14E-4959-4517-ADDA-E0115313C695}"/>
                </a:ext>
              </a:extLst>
            </p:cNvPr>
            <p:cNvSpPr>
              <a:spLocks/>
            </p:cNvSpPr>
            <p:nvPr/>
          </p:nvSpPr>
          <p:spPr bwMode="auto">
            <a:xfrm>
              <a:off x="4586288" y="2878772"/>
              <a:ext cx="973137" cy="973138"/>
            </a:xfrm>
            <a:custGeom>
              <a:avLst/>
              <a:gdLst>
                <a:gd name="T0" fmla="*/ 283 w 565"/>
                <a:gd name="T1" fmla="*/ 565 h 565"/>
                <a:gd name="T2" fmla="*/ 565 w 565"/>
                <a:gd name="T3" fmla="*/ 565 h 565"/>
                <a:gd name="T4" fmla="*/ 565 w 565"/>
                <a:gd name="T5" fmla="*/ 283 h 565"/>
                <a:gd name="T6" fmla="*/ 283 w 565"/>
                <a:gd name="T7" fmla="*/ 0 h 565"/>
                <a:gd name="T8" fmla="*/ 0 w 565"/>
                <a:gd name="T9" fmla="*/ 0 h 565"/>
                <a:gd name="T10" fmla="*/ 0 w 565"/>
                <a:gd name="T11" fmla="*/ 283 h 565"/>
                <a:gd name="T12" fmla="*/ 283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565"/>
                  </a:moveTo>
                  <a:cubicBezTo>
                    <a:pt x="565" y="565"/>
                    <a:pt x="565" y="565"/>
                    <a:pt x="565" y="565"/>
                  </a:cubicBezTo>
                  <a:cubicBezTo>
                    <a:pt x="565" y="283"/>
                    <a:pt x="565" y="283"/>
                    <a:pt x="565" y="283"/>
                  </a:cubicBezTo>
                  <a:cubicBezTo>
                    <a:pt x="565" y="127"/>
                    <a:pt x="439" y="0"/>
                    <a:pt x="283" y="0"/>
                  </a:cubicBezTo>
                  <a:cubicBezTo>
                    <a:pt x="0" y="0"/>
                    <a:pt x="0" y="0"/>
                    <a:pt x="0" y="0"/>
                  </a:cubicBezTo>
                  <a:cubicBezTo>
                    <a:pt x="0" y="283"/>
                    <a:pt x="0" y="283"/>
                    <a:pt x="0" y="283"/>
                  </a:cubicBezTo>
                  <a:cubicBezTo>
                    <a:pt x="0" y="439"/>
                    <a:pt x="127" y="565"/>
                    <a:pt x="283" y="565"/>
                  </a:cubicBezTo>
                  <a:close/>
                </a:path>
              </a:pathLst>
            </a:custGeom>
            <a:solidFill>
              <a:srgbClr val="FBE22D"/>
            </a:solidFill>
            <a:ln>
              <a:noFill/>
            </a:ln>
          </p:spPr>
          <p:txBody>
            <a:bodyPr/>
            <a:lstStyle/>
            <a:p>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69" name="Freeform 24">
              <a:extLst>
                <a:ext uri="{FF2B5EF4-FFF2-40B4-BE49-F238E27FC236}">
                  <a16:creationId xmlns:a16="http://schemas.microsoft.com/office/drawing/2014/main" id="{B0BF2770-BA58-418A-B83F-C6F653AAB0C5}"/>
                </a:ext>
              </a:extLst>
            </p:cNvPr>
            <p:cNvSpPr>
              <a:spLocks/>
            </p:cNvSpPr>
            <p:nvPr/>
          </p:nvSpPr>
          <p:spPr bwMode="auto">
            <a:xfrm>
              <a:off x="3613721" y="1905634"/>
              <a:ext cx="973137" cy="973138"/>
            </a:xfrm>
            <a:custGeom>
              <a:avLst/>
              <a:gdLst>
                <a:gd name="T0" fmla="*/ 283 w 565"/>
                <a:gd name="T1" fmla="*/ 565 h 565"/>
                <a:gd name="T2" fmla="*/ 565 w 565"/>
                <a:gd name="T3" fmla="*/ 565 h 565"/>
                <a:gd name="T4" fmla="*/ 565 w 565"/>
                <a:gd name="T5" fmla="*/ 283 h 565"/>
                <a:gd name="T6" fmla="*/ 283 w 565"/>
                <a:gd name="T7" fmla="*/ 0 h 565"/>
                <a:gd name="T8" fmla="*/ 0 w 565"/>
                <a:gd name="T9" fmla="*/ 0 h 565"/>
                <a:gd name="T10" fmla="*/ 0 w 565"/>
                <a:gd name="T11" fmla="*/ 283 h 565"/>
                <a:gd name="T12" fmla="*/ 283 w 565"/>
                <a:gd name="T13" fmla="*/ 565 h 565"/>
              </a:gdLst>
              <a:ahLst/>
              <a:cxnLst>
                <a:cxn ang="0">
                  <a:pos x="T0" y="T1"/>
                </a:cxn>
                <a:cxn ang="0">
                  <a:pos x="T2" y="T3"/>
                </a:cxn>
                <a:cxn ang="0">
                  <a:pos x="T4" y="T5"/>
                </a:cxn>
                <a:cxn ang="0">
                  <a:pos x="T6" y="T7"/>
                </a:cxn>
                <a:cxn ang="0">
                  <a:pos x="T8" y="T9"/>
                </a:cxn>
                <a:cxn ang="0">
                  <a:pos x="T10" y="T11"/>
                </a:cxn>
                <a:cxn ang="0">
                  <a:pos x="T12" y="T13"/>
                </a:cxn>
              </a:cxnLst>
              <a:rect l="0" t="0" r="r" b="b"/>
              <a:pathLst>
                <a:path w="565" h="565">
                  <a:moveTo>
                    <a:pt x="283" y="565"/>
                  </a:moveTo>
                  <a:cubicBezTo>
                    <a:pt x="565" y="565"/>
                    <a:pt x="565" y="565"/>
                    <a:pt x="565" y="565"/>
                  </a:cubicBezTo>
                  <a:cubicBezTo>
                    <a:pt x="565" y="283"/>
                    <a:pt x="565" y="283"/>
                    <a:pt x="565" y="283"/>
                  </a:cubicBezTo>
                  <a:cubicBezTo>
                    <a:pt x="565" y="127"/>
                    <a:pt x="439" y="0"/>
                    <a:pt x="283" y="0"/>
                  </a:cubicBezTo>
                  <a:cubicBezTo>
                    <a:pt x="0" y="0"/>
                    <a:pt x="0" y="0"/>
                    <a:pt x="0" y="0"/>
                  </a:cubicBezTo>
                  <a:cubicBezTo>
                    <a:pt x="0" y="283"/>
                    <a:pt x="0" y="283"/>
                    <a:pt x="0" y="283"/>
                  </a:cubicBezTo>
                  <a:cubicBezTo>
                    <a:pt x="0" y="439"/>
                    <a:pt x="127" y="565"/>
                    <a:pt x="283" y="565"/>
                  </a:cubicBezTo>
                  <a:close/>
                </a:path>
              </a:pathLst>
            </a:custGeom>
            <a:noFill/>
            <a:ln>
              <a:noFill/>
            </a:ln>
          </p:spPr>
          <p:txBody>
            <a:bodyPr/>
            <a:lstStyle/>
            <a:p>
              <a:endParaRPr lang="zh-CN" altLang="en-US" b="1">
                <a:solidFill>
                  <a:schemeClr val="bg1"/>
                </a:solidFill>
                <a:latin typeface="微软雅黑" panose="020B0503020204020204" pitchFamily="34" charset="-122"/>
                <a:ea typeface="微软雅黑" panose="020B0503020204020204" pitchFamily="34" charset="-122"/>
              </a:endParaRPr>
            </a:p>
          </p:txBody>
        </p:sp>
      </p:grpSp>
      <p:sp>
        <p:nvSpPr>
          <p:cNvPr id="70" name="Oval 29">
            <a:extLst>
              <a:ext uri="{FF2B5EF4-FFF2-40B4-BE49-F238E27FC236}">
                <a16:creationId xmlns:a16="http://schemas.microsoft.com/office/drawing/2014/main" id="{6FC99827-C6F2-4BB7-A4C4-5E90E7F41479}"/>
              </a:ext>
            </a:extLst>
          </p:cNvPr>
          <p:cNvSpPr>
            <a:spLocks noChangeArrowheads="1"/>
          </p:cNvSpPr>
          <p:nvPr/>
        </p:nvSpPr>
        <p:spPr bwMode="auto">
          <a:xfrm>
            <a:off x="2512048" y="2731468"/>
            <a:ext cx="358775" cy="358775"/>
          </a:xfrm>
          <a:prstGeom prst="ellipse">
            <a:avLst/>
          </a:prstGeom>
          <a:solidFill>
            <a:srgbClr val="A9D25A"/>
          </a:solidFill>
          <a:ln>
            <a:noFill/>
          </a:ln>
        </p:spPr>
        <p:txBody>
          <a:bodyPr/>
          <a:lstStyle/>
          <a:p>
            <a:endParaRPr lang="zh-CN" altLang="en-US">
              <a:solidFill>
                <a:schemeClr val="tx1">
                  <a:lumMod val="50000"/>
                  <a:lumOff val="50000"/>
                </a:schemeClr>
              </a:solidFill>
            </a:endParaRPr>
          </a:p>
        </p:txBody>
      </p:sp>
      <p:sp>
        <p:nvSpPr>
          <p:cNvPr id="71" name="Freeform 30">
            <a:extLst>
              <a:ext uri="{FF2B5EF4-FFF2-40B4-BE49-F238E27FC236}">
                <a16:creationId xmlns:a16="http://schemas.microsoft.com/office/drawing/2014/main" id="{884BFD3D-6396-4EBA-AAF2-57B758844E14}"/>
              </a:ext>
            </a:extLst>
          </p:cNvPr>
          <p:cNvSpPr>
            <a:spLocks noEditPoints="1"/>
          </p:cNvSpPr>
          <p:nvPr/>
        </p:nvSpPr>
        <p:spPr bwMode="auto">
          <a:xfrm>
            <a:off x="2608886" y="2829893"/>
            <a:ext cx="166687" cy="166688"/>
          </a:xfrm>
          <a:custGeom>
            <a:avLst/>
            <a:gdLst>
              <a:gd name="T0" fmla="*/ 96 w 97"/>
              <a:gd name="T1" fmla="*/ 6 h 97"/>
              <a:gd name="T2" fmla="*/ 65 w 97"/>
              <a:gd name="T3" fmla="*/ 94 h 97"/>
              <a:gd name="T4" fmla="*/ 61 w 97"/>
              <a:gd name="T5" fmla="*/ 97 h 97"/>
              <a:gd name="T6" fmla="*/ 59 w 97"/>
              <a:gd name="T7" fmla="*/ 96 h 97"/>
              <a:gd name="T8" fmla="*/ 2 w 97"/>
              <a:gd name="T9" fmla="*/ 38 h 97"/>
              <a:gd name="T10" fmla="*/ 2 w 97"/>
              <a:gd name="T11" fmla="*/ 33 h 97"/>
              <a:gd name="T12" fmla="*/ 3 w 97"/>
              <a:gd name="T13" fmla="*/ 32 h 97"/>
              <a:gd name="T14" fmla="*/ 91 w 97"/>
              <a:gd name="T15" fmla="*/ 1 h 97"/>
              <a:gd name="T16" fmla="*/ 96 w 97"/>
              <a:gd name="T17" fmla="*/ 3 h 97"/>
              <a:gd name="T18" fmla="*/ 96 w 97"/>
              <a:gd name="T19" fmla="*/ 6 h 97"/>
              <a:gd name="T20" fmla="*/ 12 w 97"/>
              <a:gd name="T21" fmla="*/ 37 h 97"/>
              <a:gd name="T22" fmla="*/ 12 w 97"/>
              <a:gd name="T23" fmla="*/ 37 h 97"/>
              <a:gd name="T24" fmla="*/ 44 w 97"/>
              <a:gd name="T25" fmla="*/ 50 h 97"/>
              <a:gd name="T26" fmla="*/ 81 w 97"/>
              <a:gd name="T27" fmla="*/ 13 h 97"/>
              <a:gd name="T28" fmla="*/ 12 w 97"/>
              <a:gd name="T29" fmla="*/ 37 h 97"/>
              <a:gd name="T30" fmla="*/ 47 w 97"/>
              <a:gd name="T31" fmla="*/ 54 h 97"/>
              <a:gd name="T32" fmla="*/ 47 w 97"/>
              <a:gd name="T33" fmla="*/ 54 h 97"/>
              <a:gd name="T34" fmla="*/ 60 w 97"/>
              <a:gd name="T35" fmla="*/ 85 h 97"/>
              <a:gd name="T36" fmla="*/ 85 w 97"/>
              <a:gd name="T37" fmla="*/ 16 h 97"/>
              <a:gd name="T38" fmla="*/ 47 w 97"/>
              <a:gd name="T39" fmla="*/ 54 h 97"/>
              <a:gd name="T40" fmla="*/ 52 w 97"/>
              <a:gd name="T41" fmla="*/ 78 h 97"/>
              <a:gd name="T42" fmla="*/ 52 w 97"/>
              <a:gd name="T43" fmla="*/ 78 h 97"/>
              <a:gd name="T44" fmla="*/ 42 w 97"/>
              <a:gd name="T45" fmla="*/ 55 h 97"/>
              <a:gd name="T46" fmla="*/ 19 w 97"/>
              <a:gd name="T47" fmla="*/ 45 h 97"/>
              <a:gd name="T48" fmla="*/ 34 w 97"/>
              <a:gd name="T49" fmla="*/ 60 h 97"/>
              <a:gd name="T50" fmla="*/ 34 w 97"/>
              <a:gd name="T51" fmla="*/ 60 h 97"/>
              <a:gd name="T52" fmla="*/ 37 w 97"/>
              <a:gd name="T53" fmla="*/ 63 h 97"/>
              <a:gd name="T54" fmla="*/ 38 w 97"/>
              <a:gd name="T55" fmla="*/ 64 h 97"/>
              <a:gd name="T56" fmla="*/ 52 w 97"/>
              <a:gd name="T57" fmla="*/ 7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7" h="97">
                <a:moveTo>
                  <a:pt x="96" y="6"/>
                </a:moveTo>
                <a:cubicBezTo>
                  <a:pt x="65" y="94"/>
                  <a:pt x="65" y="94"/>
                  <a:pt x="65" y="94"/>
                </a:cubicBezTo>
                <a:cubicBezTo>
                  <a:pt x="65" y="96"/>
                  <a:pt x="63" y="97"/>
                  <a:pt x="61" y="97"/>
                </a:cubicBezTo>
                <a:cubicBezTo>
                  <a:pt x="60" y="96"/>
                  <a:pt x="59" y="96"/>
                  <a:pt x="59" y="96"/>
                </a:cubicBezTo>
                <a:cubicBezTo>
                  <a:pt x="2" y="38"/>
                  <a:pt x="2" y="38"/>
                  <a:pt x="2" y="38"/>
                </a:cubicBezTo>
                <a:cubicBezTo>
                  <a:pt x="0" y="37"/>
                  <a:pt x="0" y="34"/>
                  <a:pt x="2" y="33"/>
                </a:cubicBezTo>
                <a:cubicBezTo>
                  <a:pt x="2" y="32"/>
                  <a:pt x="2" y="32"/>
                  <a:pt x="3" y="32"/>
                </a:cubicBezTo>
                <a:cubicBezTo>
                  <a:pt x="91" y="1"/>
                  <a:pt x="91" y="1"/>
                  <a:pt x="91" y="1"/>
                </a:cubicBezTo>
                <a:cubicBezTo>
                  <a:pt x="93" y="0"/>
                  <a:pt x="96" y="1"/>
                  <a:pt x="96" y="3"/>
                </a:cubicBezTo>
                <a:cubicBezTo>
                  <a:pt x="97" y="4"/>
                  <a:pt x="97" y="5"/>
                  <a:pt x="96" y="6"/>
                </a:cubicBezTo>
                <a:close/>
                <a:moveTo>
                  <a:pt x="12" y="37"/>
                </a:moveTo>
                <a:cubicBezTo>
                  <a:pt x="12" y="37"/>
                  <a:pt x="12" y="37"/>
                  <a:pt x="12" y="37"/>
                </a:cubicBezTo>
                <a:cubicBezTo>
                  <a:pt x="44" y="50"/>
                  <a:pt x="44" y="50"/>
                  <a:pt x="44" y="50"/>
                </a:cubicBezTo>
                <a:cubicBezTo>
                  <a:pt x="81" y="13"/>
                  <a:pt x="81" y="13"/>
                  <a:pt x="81" y="13"/>
                </a:cubicBezTo>
                <a:cubicBezTo>
                  <a:pt x="12" y="37"/>
                  <a:pt x="12" y="37"/>
                  <a:pt x="12" y="37"/>
                </a:cubicBezTo>
                <a:close/>
                <a:moveTo>
                  <a:pt x="47" y="54"/>
                </a:moveTo>
                <a:cubicBezTo>
                  <a:pt x="47" y="54"/>
                  <a:pt x="47" y="54"/>
                  <a:pt x="47" y="54"/>
                </a:cubicBezTo>
                <a:cubicBezTo>
                  <a:pt x="60" y="85"/>
                  <a:pt x="60" y="85"/>
                  <a:pt x="60" y="85"/>
                </a:cubicBezTo>
                <a:cubicBezTo>
                  <a:pt x="85" y="16"/>
                  <a:pt x="85" y="16"/>
                  <a:pt x="85" y="16"/>
                </a:cubicBezTo>
                <a:cubicBezTo>
                  <a:pt x="47" y="54"/>
                  <a:pt x="47" y="54"/>
                  <a:pt x="47" y="54"/>
                </a:cubicBezTo>
                <a:close/>
                <a:moveTo>
                  <a:pt x="52" y="78"/>
                </a:moveTo>
                <a:cubicBezTo>
                  <a:pt x="52" y="78"/>
                  <a:pt x="52" y="78"/>
                  <a:pt x="52" y="78"/>
                </a:cubicBezTo>
                <a:cubicBezTo>
                  <a:pt x="42" y="55"/>
                  <a:pt x="42" y="55"/>
                  <a:pt x="42" y="55"/>
                </a:cubicBezTo>
                <a:cubicBezTo>
                  <a:pt x="19" y="45"/>
                  <a:pt x="19" y="45"/>
                  <a:pt x="19" y="45"/>
                </a:cubicBezTo>
                <a:cubicBezTo>
                  <a:pt x="34" y="60"/>
                  <a:pt x="34" y="60"/>
                  <a:pt x="34" y="60"/>
                </a:cubicBezTo>
                <a:cubicBezTo>
                  <a:pt x="34" y="60"/>
                  <a:pt x="34" y="60"/>
                  <a:pt x="34" y="60"/>
                </a:cubicBezTo>
                <a:cubicBezTo>
                  <a:pt x="37" y="63"/>
                  <a:pt x="37" y="63"/>
                  <a:pt x="37" y="63"/>
                </a:cubicBezTo>
                <a:cubicBezTo>
                  <a:pt x="38" y="64"/>
                  <a:pt x="38" y="64"/>
                  <a:pt x="38" y="64"/>
                </a:cubicBezTo>
                <a:cubicBezTo>
                  <a:pt x="52" y="78"/>
                  <a:pt x="52" y="78"/>
                  <a:pt x="52" y="7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72" name="Oval 31">
            <a:extLst>
              <a:ext uri="{FF2B5EF4-FFF2-40B4-BE49-F238E27FC236}">
                <a16:creationId xmlns:a16="http://schemas.microsoft.com/office/drawing/2014/main" id="{B039AFA0-FEB0-4053-BCA5-562338CF1607}"/>
              </a:ext>
            </a:extLst>
          </p:cNvPr>
          <p:cNvSpPr>
            <a:spLocks noChangeArrowheads="1"/>
          </p:cNvSpPr>
          <p:nvPr/>
        </p:nvSpPr>
        <p:spPr bwMode="auto">
          <a:xfrm>
            <a:off x="2512048" y="3744293"/>
            <a:ext cx="358775" cy="358775"/>
          </a:xfrm>
          <a:prstGeom prst="ellipse">
            <a:avLst/>
          </a:prstGeom>
          <a:solidFill>
            <a:srgbClr val="98D2E3"/>
          </a:solidFill>
          <a:ln>
            <a:noFill/>
          </a:ln>
        </p:spPr>
        <p:txBody>
          <a:bodyPr/>
          <a:lstStyle/>
          <a:p>
            <a:endParaRPr lang="zh-CN" altLang="en-US">
              <a:solidFill>
                <a:schemeClr val="tx1">
                  <a:lumMod val="50000"/>
                  <a:lumOff val="50000"/>
                </a:schemeClr>
              </a:solidFill>
            </a:endParaRPr>
          </a:p>
        </p:txBody>
      </p:sp>
      <p:sp>
        <p:nvSpPr>
          <p:cNvPr id="73" name="Oval 32">
            <a:extLst>
              <a:ext uri="{FF2B5EF4-FFF2-40B4-BE49-F238E27FC236}">
                <a16:creationId xmlns:a16="http://schemas.microsoft.com/office/drawing/2014/main" id="{59479B1C-1636-4DB7-8853-A056D75B1D19}"/>
              </a:ext>
            </a:extLst>
          </p:cNvPr>
          <p:cNvSpPr>
            <a:spLocks noChangeArrowheads="1"/>
          </p:cNvSpPr>
          <p:nvPr/>
        </p:nvSpPr>
        <p:spPr bwMode="auto">
          <a:xfrm>
            <a:off x="5947398" y="2731468"/>
            <a:ext cx="358775" cy="358775"/>
          </a:xfrm>
          <a:prstGeom prst="ellipse">
            <a:avLst/>
          </a:prstGeom>
          <a:solidFill>
            <a:srgbClr val="EA5514"/>
          </a:solidFill>
          <a:ln>
            <a:noFill/>
          </a:ln>
        </p:spPr>
        <p:txBody>
          <a:bodyPr/>
          <a:lstStyle/>
          <a:p>
            <a:endParaRPr lang="zh-CN" altLang="en-US">
              <a:solidFill>
                <a:schemeClr val="tx1">
                  <a:lumMod val="50000"/>
                  <a:lumOff val="50000"/>
                </a:schemeClr>
              </a:solidFill>
            </a:endParaRPr>
          </a:p>
        </p:txBody>
      </p:sp>
      <p:sp>
        <p:nvSpPr>
          <p:cNvPr id="74" name="Oval 33">
            <a:extLst>
              <a:ext uri="{FF2B5EF4-FFF2-40B4-BE49-F238E27FC236}">
                <a16:creationId xmlns:a16="http://schemas.microsoft.com/office/drawing/2014/main" id="{BBFAAD32-2560-453F-BD51-CD9375B6C48E}"/>
              </a:ext>
            </a:extLst>
          </p:cNvPr>
          <p:cNvSpPr>
            <a:spLocks noChangeArrowheads="1"/>
          </p:cNvSpPr>
          <p:nvPr/>
        </p:nvSpPr>
        <p:spPr bwMode="auto">
          <a:xfrm>
            <a:off x="5947398" y="3744293"/>
            <a:ext cx="358775" cy="358775"/>
          </a:xfrm>
          <a:prstGeom prst="ellipse">
            <a:avLst/>
          </a:prstGeom>
          <a:solidFill>
            <a:srgbClr val="FBE22D"/>
          </a:solidFill>
          <a:ln>
            <a:noFill/>
          </a:ln>
        </p:spPr>
        <p:txBody>
          <a:bodyPr/>
          <a:lstStyle/>
          <a:p>
            <a:endParaRPr lang="zh-CN" altLang="en-US">
              <a:solidFill>
                <a:schemeClr val="tx1">
                  <a:lumMod val="50000"/>
                  <a:lumOff val="50000"/>
                </a:schemeClr>
              </a:solidFill>
            </a:endParaRPr>
          </a:p>
        </p:txBody>
      </p:sp>
      <p:sp>
        <p:nvSpPr>
          <p:cNvPr id="75" name="Freeform 34">
            <a:extLst>
              <a:ext uri="{FF2B5EF4-FFF2-40B4-BE49-F238E27FC236}">
                <a16:creationId xmlns:a16="http://schemas.microsoft.com/office/drawing/2014/main" id="{CC85647E-6CBF-45F9-8AF5-B8F40865BCC4}"/>
              </a:ext>
            </a:extLst>
          </p:cNvPr>
          <p:cNvSpPr>
            <a:spLocks noEditPoints="1"/>
          </p:cNvSpPr>
          <p:nvPr/>
        </p:nvSpPr>
        <p:spPr bwMode="auto">
          <a:xfrm>
            <a:off x="6041061" y="2826718"/>
            <a:ext cx="174625" cy="173038"/>
          </a:xfrm>
          <a:custGeom>
            <a:avLst/>
            <a:gdLst>
              <a:gd name="T0" fmla="*/ 96 w 101"/>
              <a:gd name="T1" fmla="*/ 12 h 101"/>
              <a:gd name="T2" fmla="*/ 101 w 101"/>
              <a:gd name="T3" fmla="*/ 25 h 101"/>
              <a:gd name="T4" fmla="*/ 96 w 101"/>
              <a:gd name="T5" fmla="*/ 37 h 101"/>
              <a:gd name="T6" fmla="*/ 81 w 101"/>
              <a:gd name="T7" fmla="*/ 52 h 101"/>
              <a:gd name="T8" fmla="*/ 69 w 101"/>
              <a:gd name="T9" fmla="*/ 57 h 101"/>
              <a:gd name="T10" fmla="*/ 56 w 101"/>
              <a:gd name="T11" fmla="*/ 52 h 101"/>
              <a:gd name="T12" fmla="*/ 51 w 101"/>
              <a:gd name="T13" fmla="*/ 56 h 101"/>
              <a:gd name="T14" fmla="*/ 57 w 101"/>
              <a:gd name="T15" fmla="*/ 69 h 101"/>
              <a:gd name="T16" fmla="*/ 51 w 101"/>
              <a:gd name="T17" fmla="*/ 82 h 101"/>
              <a:gd name="T18" fmla="*/ 24 w 101"/>
              <a:gd name="T19" fmla="*/ 101 h 101"/>
              <a:gd name="T20" fmla="*/ 5 w 101"/>
              <a:gd name="T21" fmla="*/ 90 h 101"/>
              <a:gd name="T22" fmla="*/ 0 w 101"/>
              <a:gd name="T23" fmla="*/ 77 h 101"/>
              <a:gd name="T24" fmla="*/ 5 w 101"/>
              <a:gd name="T25" fmla="*/ 64 h 101"/>
              <a:gd name="T26" fmla="*/ 5 w 101"/>
              <a:gd name="T27" fmla="*/ 64 h 101"/>
              <a:gd name="T28" fmla="*/ 32 w 101"/>
              <a:gd name="T29" fmla="*/ 45 h 101"/>
              <a:gd name="T30" fmla="*/ 45 w 101"/>
              <a:gd name="T31" fmla="*/ 50 h 101"/>
              <a:gd name="T32" fmla="*/ 45 w 101"/>
              <a:gd name="T33" fmla="*/ 50 h 101"/>
              <a:gd name="T34" fmla="*/ 49 w 101"/>
              <a:gd name="T35" fmla="*/ 45 h 101"/>
              <a:gd name="T36" fmla="*/ 44 w 101"/>
              <a:gd name="T37" fmla="*/ 32 h 101"/>
              <a:gd name="T38" fmla="*/ 49 w 101"/>
              <a:gd name="T39" fmla="*/ 20 h 101"/>
              <a:gd name="T40" fmla="*/ 64 w 101"/>
              <a:gd name="T41" fmla="*/ 5 h 101"/>
              <a:gd name="T42" fmla="*/ 89 w 101"/>
              <a:gd name="T43" fmla="*/ 5 h 101"/>
              <a:gd name="T44" fmla="*/ 90 w 101"/>
              <a:gd name="T45" fmla="*/ 18 h 101"/>
              <a:gd name="T46" fmla="*/ 84 w 101"/>
              <a:gd name="T47" fmla="*/ 11 h 101"/>
              <a:gd name="T48" fmla="*/ 76 w 101"/>
              <a:gd name="T49" fmla="*/ 8 h 101"/>
              <a:gd name="T50" fmla="*/ 69 w 101"/>
              <a:gd name="T51" fmla="*/ 11 h 101"/>
              <a:gd name="T52" fmla="*/ 52 w 101"/>
              <a:gd name="T53" fmla="*/ 32 h 101"/>
              <a:gd name="T54" fmla="*/ 55 w 101"/>
              <a:gd name="T55" fmla="*/ 40 h 101"/>
              <a:gd name="T56" fmla="*/ 55 w 101"/>
              <a:gd name="T57" fmla="*/ 40 h 101"/>
              <a:gd name="T58" fmla="*/ 68 w 101"/>
              <a:gd name="T59" fmla="*/ 33 h 101"/>
              <a:gd name="T60" fmla="*/ 61 w 101"/>
              <a:gd name="T61" fmla="*/ 46 h 101"/>
              <a:gd name="T62" fmla="*/ 62 w 101"/>
              <a:gd name="T63" fmla="*/ 46 h 101"/>
              <a:gd name="T64" fmla="*/ 76 w 101"/>
              <a:gd name="T65" fmla="*/ 46 h 101"/>
              <a:gd name="T66" fmla="*/ 90 w 101"/>
              <a:gd name="T67" fmla="*/ 32 h 101"/>
              <a:gd name="T68" fmla="*/ 93 w 101"/>
              <a:gd name="T69" fmla="*/ 25 h 101"/>
              <a:gd name="T70" fmla="*/ 90 w 101"/>
              <a:gd name="T71" fmla="*/ 18 h 101"/>
              <a:gd name="T72" fmla="*/ 46 w 101"/>
              <a:gd name="T73" fmla="*/ 62 h 101"/>
              <a:gd name="T74" fmla="*/ 38 w 101"/>
              <a:gd name="T75" fmla="*/ 68 h 101"/>
              <a:gd name="T76" fmla="*/ 33 w 101"/>
              <a:gd name="T77" fmla="*/ 63 h 101"/>
              <a:gd name="T78" fmla="*/ 39 w 101"/>
              <a:gd name="T79" fmla="*/ 55 h 101"/>
              <a:gd name="T80" fmla="*/ 39 w 101"/>
              <a:gd name="T81" fmla="*/ 55 h 101"/>
              <a:gd name="T82" fmla="*/ 25 w 101"/>
              <a:gd name="T83" fmla="*/ 55 h 101"/>
              <a:gd name="T84" fmla="*/ 10 w 101"/>
              <a:gd name="T85" fmla="*/ 70 h 101"/>
              <a:gd name="T86" fmla="*/ 8 w 101"/>
              <a:gd name="T87" fmla="*/ 77 h 101"/>
              <a:gd name="T88" fmla="*/ 17 w 101"/>
              <a:gd name="T89" fmla="*/ 91 h 101"/>
              <a:gd name="T90" fmla="*/ 32 w 101"/>
              <a:gd name="T91" fmla="*/ 91 h 101"/>
              <a:gd name="T92" fmla="*/ 46 w 101"/>
              <a:gd name="T93" fmla="*/ 77 h 101"/>
              <a:gd name="T94" fmla="*/ 49 w 101"/>
              <a:gd name="T95" fmla="*/ 69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1" h="101">
                <a:moveTo>
                  <a:pt x="89" y="6"/>
                </a:moveTo>
                <a:cubicBezTo>
                  <a:pt x="96" y="12"/>
                  <a:pt x="96" y="12"/>
                  <a:pt x="96" y="12"/>
                </a:cubicBezTo>
                <a:cubicBezTo>
                  <a:pt x="96" y="12"/>
                  <a:pt x="96" y="12"/>
                  <a:pt x="96" y="12"/>
                </a:cubicBezTo>
                <a:cubicBezTo>
                  <a:pt x="99" y="15"/>
                  <a:pt x="101" y="20"/>
                  <a:pt x="101" y="25"/>
                </a:cubicBezTo>
                <a:cubicBezTo>
                  <a:pt x="101" y="25"/>
                  <a:pt x="101" y="25"/>
                  <a:pt x="101" y="25"/>
                </a:cubicBezTo>
                <a:cubicBezTo>
                  <a:pt x="101" y="29"/>
                  <a:pt x="99" y="34"/>
                  <a:pt x="96" y="37"/>
                </a:cubicBezTo>
                <a:cubicBezTo>
                  <a:pt x="95" y="38"/>
                  <a:pt x="95" y="38"/>
                  <a:pt x="95" y="38"/>
                </a:cubicBezTo>
                <a:cubicBezTo>
                  <a:pt x="81" y="52"/>
                  <a:pt x="81" y="52"/>
                  <a:pt x="81" y="52"/>
                </a:cubicBezTo>
                <a:cubicBezTo>
                  <a:pt x="81" y="52"/>
                  <a:pt x="81" y="52"/>
                  <a:pt x="81" y="52"/>
                </a:cubicBezTo>
                <a:cubicBezTo>
                  <a:pt x="78" y="55"/>
                  <a:pt x="73" y="57"/>
                  <a:pt x="69" y="57"/>
                </a:cubicBezTo>
                <a:cubicBezTo>
                  <a:pt x="64" y="57"/>
                  <a:pt x="60" y="55"/>
                  <a:pt x="56" y="52"/>
                </a:cubicBezTo>
                <a:cubicBezTo>
                  <a:pt x="56" y="52"/>
                  <a:pt x="56" y="52"/>
                  <a:pt x="56" y="52"/>
                </a:cubicBezTo>
                <a:cubicBezTo>
                  <a:pt x="55" y="51"/>
                  <a:pt x="55" y="51"/>
                  <a:pt x="55" y="51"/>
                </a:cubicBezTo>
                <a:cubicBezTo>
                  <a:pt x="51" y="56"/>
                  <a:pt x="51" y="56"/>
                  <a:pt x="51" y="56"/>
                </a:cubicBezTo>
                <a:cubicBezTo>
                  <a:pt x="51" y="56"/>
                  <a:pt x="51" y="56"/>
                  <a:pt x="51" y="56"/>
                </a:cubicBezTo>
                <a:cubicBezTo>
                  <a:pt x="55" y="60"/>
                  <a:pt x="57" y="65"/>
                  <a:pt x="57" y="69"/>
                </a:cubicBezTo>
                <a:cubicBezTo>
                  <a:pt x="57" y="74"/>
                  <a:pt x="55" y="78"/>
                  <a:pt x="51" y="82"/>
                </a:cubicBezTo>
                <a:cubicBezTo>
                  <a:pt x="51" y="82"/>
                  <a:pt x="51" y="82"/>
                  <a:pt x="51" y="82"/>
                </a:cubicBezTo>
                <a:cubicBezTo>
                  <a:pt x="37" y="96"/>
                  <a:pt x="37" y="96"/>
                  <a:pt x="37" y="96"/>
                </a:cubicBezTo>
                <a:cubicBezTo>
                  <a:pt x="34" y="100"/>
                  <a:pt x="29" y="101"/>
                  <a:pt x="24" y="101"/>
                </a:cubicBezTo>
                <a:cubicBezTo>
                  <a:pt x="20" y="101"/>
                  <a:pt x="15" y="100"/>
                  <a:pt x="12" y="96"/>
                </a:cubicBezTo>
                <a:cubicBezTo>
                  <a:pt x="5" y="90"/>
                  <a:pt x="5" y="90"/>
                  <a:pt x="5" y="90"/>
                </a:cubicBezTo>
                <a:cubicBezTo>
                  <a:pt x="5" y="90"/>
                  <a:pt x="5" y="90"/>
                  <a:pt x="5" y="90"/>
                </a:cubicBezTo>
                <a:cubicBezTo>
                  <a:pt x="2" y="86"/>
                  <a:pt x="0" y="81"/>
                  <a:pt x="0" y="77"/>
                </a:cubicBezTo>
                <a:cubicBezTo>
                  <a:pt x="0" y="72"/>
                  <a:pt x="2" y="68"/>
                  <a:pt x="5" y="64"/>
                </a:cubicBezTo>
                <a:cubicBezTo>
                  <a:pt x="5" y="64"/>
                  <a:pt x="5" y="64"/>
                  <a:pt x="5" y="64"/>
                </a:cubicBezTo>
                <a:cubicBezTo>
                  <a:pt x="5" y="64"/>
                  <a:pt x="5" y="64"/>
                  <a:pt x="5" y="64"/>
                </a:cubicBezTo>
                <a:cubicBezTo>
                  <a:pt x="5" y="64"/>
                  <a:pt x="5" y="64"/>
                  <a:pt x="5" y="64"/>
                </a:cubicBezTo>
                <a:cubicBezTo>
                  <a:pt x="19" y="50"/>
                  <a:pt x="19" y="50"/>
                  <a:pt x="19" y="50"/>
                </a:cubicBezTo>
                <a:cubicBezTo>
                  <a:pt x="23" y="46"/>
                  <a:pt x="27" y="45"/>
                  <a:pt x="32" y="45"/>
                </a:cubicBezTo>
                <a:cubicBezTo>
                  <a:pt x="37" y="45"/>
                  <a:pt x="41" y="46"/>
                  <a:pt x="45" y="50"/>
                </a:cubicBezTo>
                <a:cubicBezTo>
                  <a:pt x="45" y="50"/>
                  <a:pt x="45" y="50"/>
                  <a:pt x="45" y="50"/>
                </a:cubicBezTo>
                <a:cubicBezTo>
                  <a:pt x="45" y="50"/>
                  <a:pt x="45" y="50"/>
                  <a:pt x="45" y="50"/>
                </a:cubicBezTo>
                <a:cubicBezTo>
                  <a:pt x="45" y="50"/>
                  <a:pt x="45" y="50"/>
                  <a:pt x="45" y="50"/>
                </a:cubicBezTo>
                <a:cubicBezTo>
                  <a:pt x="50" y="46"/>
                  <a:pt x="50" y="46"/>
                  <a:pt x="50" y="46"/>
                </a:cubicBezTo>
                <a:cubicBezTo>
                  <a:pt x="49" y="45"/>
                  <a:pt x="49" y="45"/>
                  <a:pt x="49" y="45"/>
                </a:cubicBezTo>
                <a:cubicBezTo>
                  <a:pt x="46" y="42"/>
                  <a:pt x="44" y="37"/>
                  <a:pt x="44" y="32"/>
                </a:cubicBezTo>
                <a:cubicBezTo>
                  <a:pt x="44" y="32"/>
                  <a:pt x="44" y="32"/>
                  <a:pt x="44" y="32"/>
                </a:cubicBezTo>
                <a:cubicBezTo>
                  <a:pt x="44" y="28"/>
                  <a:pt x="46" y="23"/>
                  <a:pt x="49" y="20"/>
                </a:cubicBezTo>
                <a:cubicBezTo>
                  <a:pt x="49" y="20"/>
                  <a:pt x="49" y="20"/>
                  <a:pt x="49" y="20"/>
                </a:cubicBezTo>
                <a:cubicBezTo>
                  <a:pt x="49" y="20"/>
                  <a:pt x="49" y="20"/>
                  <a:pt x="49" y="20"/>
                </a:cubicBezTo>
                <a:cubicBezTo>
                  <a:pt x="64" y="5"/>
                  <a:pt x="64" y="5"/>
                  <a:pt x="64" y="5"/>
                </a:cubicBezTo>
                <a:cubicBezTo>
                  <a:pt x="67" y="2"/>
                  <a:pt x="72" y="0"/>
                  <a:pt x="76" y="0"/>
                </a:cubicBezTo>
                <a:cubicBezTo>
                  <a:pt x="81" y="0"/>
                  <a:pt x="86" y="2"/>
                  <a:pt x="89" y="5"/>
                </a:cubicBezTo>
                <a:cubicBezTo>
                  <a:pt x="89" y="6"/>
                  <a:pt x="89" y="6"/>
                  <a:pt x="89" y="6"/>
                </a:cubicBezTo>
                <a:close/>
                <a:moveTo>
                  <a:pt x="90" y="18"/>
                </a:moveTo>
                <a:cubicBezTo>
                  <a:pt x="90" y="18"/>
                  <a:pt x="90" y="18"/>
                  <a:pt x="90" y="18"/>
                </a:cubicBezTo>
                <a:cubicBezTo>
                  <a:pt x="84" y="11"/>
                  <a:pt x="84" y="11"/>
                  <a:pt x="84" y="11"/>
                </a:cubicBezTo>
                <a:cubicBezTo>
                  <a:pt x="84" y="11"/>
                  <a:pt x="84" y="11"/>
                  <a:pt x="84" y="11"/>
                </a:cubicBezTo>
                <a:cubicBezTo>
                  <a:pt x="82" y="9"/>
                  <a:pt x="79" y="8"/>
                  <a:pt x="76" y="8"/>
                </a:cubicBezTo>
                <a:cubicBezTo>
                  <a:pt x="74" y="8"/>
                  <a:pt x="71" y="9"/>
                  <a:pt x="69" y="11"/>
                </a:cubicBezTo>
                <a:cubicBezTo>
                  <a:pt x="69" y="11"/>
                  <a:pt x="69" y="11"/>
                  <a:pt x="69" y="11"/>
                </a:cubicBezTo>
                <a:cubicBezTo>
                  <a:pt x="55" y="25"/>
                  <a:pt x="55" y="25"/>
                  <a:pt x="55" y="25"/>
                </a:cubicBezTo>
                <a:cubicBezTo>
                  <a:pt x="53" y="27"/>
                  <a:pt x="52" y="30"/>
                  <a:pt x="52" y="32"/>
                </a:cubicBezTo>
                <a:cubicBezTo>
                  <a:pt x="52" y="32"/>
                  <a:pt x="52" y="32"/>
                  <a:pt x="52" y="32"/>
                </a:cubicBezTo>
                <a:cubicBezTo>
                  <a:pt x="52" y="35"/>
                  <a:pt x="53" y="38"/>
                  <a:pt x="55" y="40"/>
                </a:cubicBezTo>
                <a:cubicBezTo>
                  <a:pt x="55" y="40"/>
                  <a:pt x="55" y="40"/>
                  <a:pt x="55" y="40"/>
                </a:cubicBezTo>
                <a:cubicBezTo>
                  <a:pt x="55" y="40"/>
                  <a:pt x="55" y="40"/>
                  <a:pt x="55" y="40"/>
                </a:cubicBezTo>
                <a:cubicBezTo>
                  <a:pt x="62" y="33"/>
                  <a:pt x="62" y="33"/>
                  <a:pt x="62" y="33"/>
                </a:cubicBezTo>
                <a:cubicBezTo>
                  <a:pt x="64" y="32"/>
                  <a:pt x="66" y="32"/>
                  <a:pt x="68" y="33"/>
                </a:cubicBezTo>
                <a:cubicBezTo>
                  <a:pt x="69" y="35"/>
                  <a:pt x="69" y="37"/>
                  <a:pt x="68" y="39"/>
                </a:cubicBezTo>
                <a:cubicBezTo>
                  <a:pt x="61" y="46"/>
                  <a:pt x="61" y="46"/>
                  <a:pt x="61" y="46"/>
                </a:cubicBezTo>
                <a:cubicBezTo>
                  <a:pt x="61" y="46"/>
                  <a:pt x="61" y="46"/>
                  <a:pt x="61" y="46"/>
                </a:cubicBezTo>
                <a:cubicBezTo>
                  <a:pt x="62" y="46"/>
                  <a:pt x="62" y="46"/>
                  <a:pt x="62" y="46"/>
                </a:cubicBezTo>
                <a:cubicBezTo>
                  <a:pt x="63" y="48"/>
                  <a:pt x="66" y="49"/>
                  <a:pt x="69" y="49"/>
                </a:cubicBezTo>
                <a:cubicBezTo>
                  <a:pt x="71" y="49"/>
                  <a:pt x="74" y="48"/>
                  <a:pt x="76" y="46"/>
                </a:cubicBezTo>
                <a:cubicBezTo>
                  <a:pt x="90" y="32"/>
                  <a:pt x="90" y="32"/>
                  <a:pt x="90" y="32"/>
                </a:cubicBezTo>
                <a:cubicBezTo>
                  <a:pt x="90" y="32"/>
                  <a:pt x="90" y="32"/>
                  <a:pt x="90" y="32"/>
                </a:cubicBezTo>
                <a:cubicBezTo>
                  <a:pt x="92" y="30"/>
                  <a:pt x="93" y="27"/>
                  <a:pt x="93" y="25"/>
                </a:cubicBezTo>
                <a:cubicBezTo>
                  <a:pt x="93" y="25"/>
                  <a:pt x="93" y="25"/>
                  <a:pt x="93" y="25"/>
                </a:cubicBezTo>
                <a:cubicBezTo>
                  <a:pt x="93" y="22"/>
                  <a:pt x="92" y="20"/>
                  <a:pt x="90" y="18"/>
                </a:cubicBezTo>
                <a:cubicBezTo>
                  <a:pt x="90" y="18"/>
                  <a:pt x="90" y="18"/>
                  <a:pt x="90" y="18"/>
                </a:cubicBezTo>
                <a:close/>
                <a:moveTo>
                  <a:pt x="46" y="62"/>
                </a:moveTo>
                <a:cubicBezTo>
                  <a:pt x="46" y="62"/>
                  <a:pt x="46" y="62"/>
                  <a:pt x="46" y="62"/>
                </a:cubicBezTo>
                <a:cubicBezTo>
                  <a:pt x="45" y="61"/>
                  <a:pt x="45" y="61"/>
                  <a:pt x="45" y="61"/>
                </a:cubicBezTo>
                <a:cubicBezTo>
                  <a:pt x="38" y="68"/>
                  <a:pt x="38" y="68"/>
                  <a:pt x="38" y="68"/>
                </a:cubicBezTo>
                <a:cubicBezTo>
                  <a:pt x="37" y="70"/>
                  <a:pt x="34" y="70"/>
                  <a:pt x="33" y="68"/>
                </a:cubicBezTo>
                <a:cubicBezTo>
                  <a:pt x="31" y="67"/>
                  <a:pt x="31" y="64"/>
                  <a:pt x="33" y="63"/>
                </a:cubicBezTo>
                <a:cubicBezTo>
                  <a:pt x="40" y="56"/>
                  <a:pt x="40" y="56"/>
                  <a:pt x="40" y="56"/>
                </a:cubicBezTo>
                <a:cubicBezTo>
                  <a:pt x="39" y="55"/>
                  <a:pt x="39" y="55"/>
                  <a:pt x="39" y="55"/>
                </a:cubicBezTo>
                <a:cubicBezTo>
                  <a:pt x="39" y="55"/>
                  <a:pt x="39" y="55"/>
                  <a:pt x="39" y="55"/>
                </a:cubicBezTo>
                <a:cubicBezTo>
                  <a:pt x="39" y="55"/>
                  <a:pt x="39" y="55"/>
                  <a:pt x="39" y="55"/>
                </a:cubicBezTo>
                <a:cubicBezTo>
                  <a:pt x="37" y="53"/>
                  <a:pt x="35" y="52"/>
                  <a:pt x="32" y="52"/>
                </a:cubicBezTo>
                <a:cubicBezTo>
                  <a:pt x="29" y="52"/>
                  <a:pt x="27" y="53"/>
                  <a:pt x="25" y="55"/>
                </a:cubicBezTo>
                <a:cubicBezTo>
                  <a:pt x="25" y="55"/>
                  <a:pt x="25" y="55"/>
                  <a:pt x="25" y="55"/>
                </a:cubicBezTo>
                <a:cubicBezTo>
                  <a:pt x="10" y="70"/>
                  <a:pt x="10" y="70"/>
                  <a:pt x="10" y="70"/>
                </a:cubicBezTo>
                <a:cubicBezTo>
                  <a:pt x="10" y="70"/>
                  <a:pt x="10" y="70"/>
                  <a:pt x="10" y="70"/>
                </a:cubicBezTo>
                <a:cubicBezTo>
                  <a:pt x="8" y="72"/>
                  <a:pt x="8" y="74"/>
                  <a:pt x="8" y="77"/>
                </a:cubicBezTo>
                <a:cubicBezTo>
                  <a:pt x="8" y="79"/>
                  <a:pt x="8" y="82"/>
                  <a:pt x="10" y="84"/>
                </a:cubicBezTo>
                <a:cubicBezTo>
                  <a:pt x="17" y="91"/>
                  <a:pt x="17" y="91"/>
                  <a:pt x="17" y="91"/>
                </a:cubicBezTo>
                <a:cubicBezTo>
                  <a:pt x="19" y="93"/>
                  <a:pt x="22" y="94"/>
                  <a:pt x="24" y="94"/>
                </a:cubicBezTo>
                <a:cubicBezTo>
                  <a:pt x="27" y="94"/>
                  <a:pt x="30" y="93"/>
                  <a:pt x="32" y="91"/>
                </a:cubicBezTo>
                <a:cubicBezTo>
                  <a:pt x="32" y="91"/>
                  <a:pt x="32" y="91"/>
                  <a:pt x="32" y="91"/>
                </a:cubicBezTo>
                <a:cubicBezTo>
                  <a:pt x="46" y="77"/>
                  <a:pt x="46" y="77"/>
                  <a:pt x="46" y="77"/>
                </a:cubicBezTo>
                <a:cubicBezTo>
                  <a:pt x="46" y="76"/>
                  <a:pt x="46" y="76"/>
                  <a:pt x="46" y="76"/>
                </a:cubicBezTo>
                <a:cubicBezTo>
                  <a:pt x="48" y="74"/>
                  <a:pt x="49" y="72"/>
                  <a:pt x="49" y="69"/>
                </a:cubicBezTo>
                <a:cubicBezTo>
                  <a:pt x="49" y="67"/>
                  <a:pt x="48" y="64"/>
                  <a:pt x="46" y="6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76" name="Freeform 35">
            <a:extLst>
              <a:ext uri="{FF2B5EF4-FFF2-40B4-BE49-F238E27FC236}">
                <a16:creationId xmlns:a16="http://schemas.microsoft.com/office/drawing/2014/main" id="{FC2DA3A8-9363-45F9-A11E-D9E24D1C5DBE}"/>
              </a:ext>
            </a:extLst>
          </p:cNvPr>
          <p:cNvSpPr>
            <a:spLocks noEditPoints="1"/>
          </p:cNvSpPr>
          <p:nvPr/>
        </p:nvSpPr>
        <p:spPr bwMode="auto">
          <a:xfrm>
            <a:off x="6041061" y="3833193"/>
            <a:ext cx="174625" cy="182563"/>
          </a:xfrm>
          <a:custGeom>
            <a:avLst/>
            <a:gdLst>
              <a:gd name="T0" fmla="*/ 86 w 101"/>
              <a:gd name="T1" fmla="*/ 14 h 106"/>
              <a:gd name="T2" fmla="*/ 89 w 101"/>
              <a:gd name="T3" fmla="*/ 83 h 106"/>
              <a:gd name="T4" fmla="*/ 93 w 101"/>
              <a:gd name="T5" fmla="*/ 53 h 106"/>
              <a:gd name="T6" fmla="*/ 76 w 101"/>
              <a:gd name="T7" fmla="*/ 71 h 106"/>
              <a:gd name="T8" fmla="*/ 74 w 101"/>
              <a:gd name="T9" fmla="*/ 53 h 106"/>
              <a:gd name="T10" fmla="*/ 29 w 101"/>
              <a:gd name="T11" fmla="*/ 70 h 106"/>
              <a:gd name="T12" fmla="*/ 22 w 101"/>
              <a:gd name="T13" fmla="*/ 53 h 106"/>
              <a:gd name="T14" fmla="*/ 18 w 101"/>
              <a:gd name="T15" fmla="*/ 78 h 106"/>
              <a:gd name="T16" fmla="*/ 0 w 101"/>
              <a:gd name="T17" fmla="*/ 50 h 106"/>
              <a:gd name="T18" fmla="*/ 50 w 101"/>
              <a:gd name="T19" fmla="*/ 0 h 106"/>
              <a:gd name="T20" fmla="*/ 66 w 101"/>
              <a:gd name="T21" fmla="*/ 91 h 106"/>
              <a:gd name="T22" fmla="*/ 62 w 101"/>
              <a:gd name="T23" fmla="*/ 106 h 106"/>
              <a:gd name="T24" fmla="*/ 39 w 101"/>
              <a:gd name="T25" fmla="*/ 106 h 106"/>
              <a:gd name="T26" fmla="*/ 35 w 101"/>
              <a:gd name="T27" fmla="*/ 102 h 106"/>
              <a:gd name="T28" fmla="*/ 23 w 101"/>
              <a:gd name="T29" fmla="*/ 91 h 106"/>
              <a:gd name="T30" fmla="*/ 20 w 101"/>
              <a:gd name="T31" fmla="*/ 85 h 106"/>
              <a:gd name="T32" fmla="*/ 53 w 101"/>
              <a:gd name="T33" fmla="*/ 57 h 106"/>
              <a:gd name="T34" fmla="*/ 80 w 101"/>
              <a:gd name="T35" fmla="*/ 85 h 106"/>
              <a:gd name="T36" fmla="*/ 78 w 101"/>
              <a:gd name="T37" fmla="*/ 91 h 106"/>
              <a:gd name="T38" fmla="*/ 66 w 101"/>
              <a:gd name="T39" fmla="*/ 91 h 106"/>
              <a:gd name="T40" fmla="*/ 58 w 101"/>
              <a:gd name="T41" fmla="*/ 98 h 106"/>
              <a:gd name="T42" fmla="*/ 58 w 101"/>
              <a:gd name="T43" fmla="*/ 87 h 106"/>
              <a:gd name="T44" fmla="*/ 68 w 101"/>
              <a:gd name="T45" fmla="*/ 83 h 106"/>
              <a:gd name="T46" fmla="*/ 33 w 101"/>
              <a:gd name="T47" fmla="*/ 83 h 106"/>
              <a:gd name="T48" fmla="*/ 39 w 101"/>
              <a:gd name="T49" fmla="*/ 83 h 106"/>
              <a:gd name="T50" fmla="*/ 43 w 101"/>
              <a:gd name="T51" fmla="*/ 98 h 106"/>
              <a:gd name="T52" fmla="*/ 81 w 101"/>
              <a:gd name="T53" fmla="*/ 20 h 106"/>
              <a:gd name="T54" fmla="*/ 80 w 101"/>
              <a:gd name="T55" fmla="*/ 19 h 106"/>
              <a:gd name="T56" fmla="*/ 78 w 101"/>
              <a:gd name="T57" fmla="*/ 48 h 106"/>
              <a:gd name="T58" fmla="*/ 81 w 101"/>
              <a:gd name="T59" fmla="*/ 20 h 106"/>
              <a:gd name="T60" fmla="*/ 76 w 101"/>
              <a:gd name="T61" fmla="*/ 16 h 106"/>
              <a:gd name="T62" fmla="*/ 71 w 101"/>
              <a:gd name="T63" fmla="*/ 16 h 106"/>
              <a:gd name="T64" fmla="*/ 76 w 101"/>
              <a:gd name="T65" fmla="*/ 16 h 106"/>
              <a:gd name="T66" fmla="*/ 57 w 101"/>
              <a:gd name="T67" fmla="*/ 8 h 106"/>
              <a:gd name="T68" fmla="*/ 53 w 101"/>
              <a:gd name="T69" fmla="*/ 24 h 106"/>
              <a:gd name="T70" fmla="*/ 68 w 101"/>
              <a:gd name="T71" fmla="*/ 20 h 106"/>
              <a:gd name="T72" fmla="*/ 57 w 101"/>
              <a:gd name="T73" fmla="*/ 8 h 106"/>
              <a:gd name="T74" fmla="*/ 48 w 101"/>
              <a:gd name="T75" fmla="*/ 8 h 106"/>
              <a:gd name="T76" fmla="*/ 34 w 101"/>
              <a:gd name="T77" fmla="*/ 18 h 106"/>
              <a:gd name="T78" fmla="*/ 35 w 101"/>
              <a:gd name="T79" fmla="*/ 21 h 106"/>
              <a:gd name="T80" fmla="*/ 48 w 101"/>
              <a:gd name="T81" fmla="*/ 8 h 106"/>
              <a:gd name="T82" fmla="*/ 34 w 101"/>
              <a:gd name="T83" fmla="*/ 11 h 106"/>
              <a:gd name="T84" fmla="*/ 29 w 101"/>
              <a:gd name="T85" fmla="*/ 18 h 106"/>
              <a:gd name="T86" fmla="*/ 34 w 101"/>
              <a:gd name="T87" fmla="*/ 11 h 106"/>
              <a:gd name="T88" fmla="*/ 21 w 101"/>
              <a:gd name="T89" fmla="*/ 19 h 106"/>
              <a:gd name="T90" fmla="*/ 8 w 101"/>
              <a:gd name="T91" fmla="*/ 48 h 106"/>
              <a:gd name="T92" fmla="*/ 27 w 101"/>
              <a:gd name="T93" fmla="*/ 23 h 106"/>
              <a:gd name="T94" fmla="*/ 69 w 101"/>
              <a:gd name="T95" fmla="*/ 25 h 106"/>
              <a:gd name="T96" fmla="*/ 67 w 101"/>
              <a:gd name="T97" fmla="*/ 26 h 106"/>
              <a:gd name="T98" fmla="*/ 53 w 101"/>
              <a:gd name="T99" fmla="*/ 48 h 106"/>
              <a:gd name="T100" fmla="*/ 69 w 101"/>
              <a:gd name="T101" fmla="*/ 25 h 106"/>
              <a:gd name="T102" fmla="*/ 48 w 101"/>
              <a:gd name="T103" fmla="*/ 29 h 106"/>
              <a:gd name="T104" fmla="*/ 31 w 101"/>
              <a:gd name="T105" fmla="*/ 25 h 106"/>
              <a:gd name="T106" fmla="*/ 48 w 101"/>
              <a:gd name="T107" fmla="*/ 48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1" h="106">
                <a:moveTo>
                  <a:pt x="50" y="0"/>
                </a:moveTo>
                <a:cubicBezTo>
                  <a:pt x="64" y="0"/>
                  <a:pt x="77" y="5"/>
                  <a:pt x="86" y="14"/>
                </a:cubicBezTo>
                <a:cubicBezTo>
                  <a:pt x="95" y="24"/>
                  <a:pt x="101" y="36"/>
                  <a:pt x="101" y="50"/>
                </a:cubicBezTo>
                <a:cubicBezTo>
                  <a:pt x="101" y="63"/>
                  <a:pt x="96" y="74"/>
                  <a:pt x="89" y="83"/>
                </a:cubicBezTo>
                <a:cubicBezTo>
                  <a:pt x="86" y="87"/>
                  <a:pt x="80" y="82"/>
                  <a:pt x="83" y="78"/>
                </a:cubicBezTo>
                <a:cubicBezTo>
                  <a:pt x="89" y="71"/>
                  <a:pt x="93" y="62"/>
                  <a:pt x="93" y="53"/>
                </a:cubicBezTo>
                <a:cubicBezTo>
                  <a:pt x="78" y="53"/>
                  <a:pt x="78" y="53"/>
                  <a:pt x="78" y="53"/>
                </a:cubicBezTo>
                <a:cubicBezTo>
                  <a:pt x="78" y="59"/>
                  <a:pt x="77" y="65"/>
                  <a:pt x="76" y="71"/>
                </a:cubicBezTo>
                <a:cubicBezTo>
                  <a:pt x="75" y="74"/>
                  <a:pt x="70" y="73"/>
                  <a:pt x="71" y="70"/>
                </a:cubicBezTo>
                <a:cubicBezTo>
                  <a:pt x="73" y="65"/>
                  <a:pt x="74" y="59"/>
                  <a:pt x="74" y="53"/>
                </a:cubicBezTo>
                <a:cubicBezTo>
                  <a:pt x="54" y="53"/>
                  <a:pt x="46" y="53"/>
                  <a:pt x="27" y="53"/>
                </a:cubicBezTo>
                <a:cubicBezTo>
                  <a:pt x="27" y="59"/>
                  <a:pt x="28" y="65"/>
                  <a:pt x="29" y="70"/>
                </a:cubicBezTo>
                <a:cubicBezTo>
                  <a:pt x="30" y="73"/>
                  <a:pt x="26" y="74"/>
                  <a:pt x="25" y="70"/>
                </a:cubicBezTo>
                <a:cubicBezTo>
                  <a:pt x="23" y="65"/>
                  <a:pt x="23" y="59"/>
                  <a:pt x="22" y="53"/>
                </a:cubicBezTo>
                <a:cubicBezTo>
                  <a:pt x="8" y="53"/>
                  <a:pt x="8" y="53"/>
                  <a:pt x="8" y="53"/>
                </a:cubicBezTo>
                <a:cubicBezTo>
                  <a:pt x="8" y="62"/>
                  <a:pt x="12" y="71"/>
                  <a:pt x="18" y="78"/>
                </a:cubicBezTo>
                <a:cubicBezTo>
                  <a:pt x="21" y="82"/>
                  <a:pt x="15" y="87"/>
                  <a:pt x="12" y="83"/>
                </a:cubicBezTo>
                <a:cubicBezTo>
                  <a:pt x="4" y="74"/>
                  <a:pt x="0" y="63"/>
                  <a:pt x="0" y="50"/>
                </a:cubicBezTo>
                <a:cubicBezTo>
                  <a:pt x="0" y="36"/>
                  <a:pt x="5" y="24"/>
                  <a:pt x="15" y="14"/>
                </a:cubicBezTo>
                <a:cubicBezTo>
                  <a:pt x="24" y="5"/>
                  <a:pt x="36" y="0"/>
                  <a:pt x="50" y="0"/>
                </a:cubicBezTo>
                <a:close/>
                <a:moveTo>
                  <a:pt x="66" y="91"/>
                </a:moveTo>
                <a:cubicBezTo>
                  <a:pt x="66" y="91"/>
                  <a:pt x="66" y="91"/>
                  <a:pt x="66" y="91"/>
                </a:cubicBezTo>
                <a:cubicBezTo>
                  <a:pt x="66" y="102"/>
                  <a:pt x="66" y="102"/>
                  <a:pt x="66" y="102"/>
                </a:cubicBezTo>
                <a:cubicBezTo>
                  <a:pt x="66" y="104"/>
                  <a:pt x="64" y="106"/>
                  <a:pt x="62" y="106"/>
                </a:cubicBezTo>
                <a:cubicBezTo>
                  <a:pt x="62" y="106"/>
                  <a:pt x="62" y="106"/>
                  <a:pt x="62" y="106"/>
                </a:cubicBezTo>
                <a:cubicBezTo>
                  <a:pt x="39" y="106"/>
                  <a:pt x="39" y="106"/>
                  <a:pt x="39" y="106"/>
                </a:cubicBezTo>
                <a:cubicBezTo>
                  <a:pt x="37" y="106"/>
                  <a:pt x="35" y="104"/>
                  <a:pt x="35" y="102"/>
                </a:cubicBezTo>
                <a:cubicBezTo>
                  <a:pt x="35" y="102"/>
                  <a:pt x="35" y="102"/>
                  <a:pt x="35" y="102"/>
                </a:cubicBezTo>
                <a:cubicBezTo>
                  <a:pt x="35" y="91"/>
                  <a:pt x="35" y="91"/>
                  <a:pt x="35" y="91"/>
                </a:cubicBezTo>
                <a:cubicBezTo>
                  <a:pt x="23" y="91"/>
                  <a:pt x="23" y="91"/>
                  <a:pt x="23" y="91"/>
                </a:cubicBezTo>
                <a:cubicBezTo>
                  <a:pt x="21" y="91"/>
                  <a:pt x="19" y="90"/>
                  <a:pt x="19" y="87"/>
                </a:cubicBezTo>
                <a:cubicBezTo>
                  <a:pt x="19" y="86"/>
                  <a:pt x="20" y="85"/>
                  <a:pt x="20" y="85"/>
                </a:cubicBezTo>
                <a:cubicBezTo>
                  <a:pt x="48" y="57"/>
                  <a:pt x="48" y="57"/>
                  <a:pt x="48" y="57"/>
                </a:cubicBezTo>
                <a:cubicBezTo>
                  <a:pt x="49" y="56"/>
                  <a:pt x="52" y="56"/>
                  <a:pt x="53" y="57"/>
                </a:cubicBezTo>
                <a:cubicBezTo>
                  <a:pt x="53" y="58"/>
                  <a:pt x="53" y="58"/>
                  <a:pt x="53" y="58"/>
                </a:cubicBezTo>
                <a:cubicBezTo>
                  <a:pt x="80" y="85"/>
                  <a:pt x="80" y="85"/>
                  <a:pt x="80" y="85"/>
                </a:cubicBezTo>
                <a:cubicBezTo>
                  <a:pt x="82" y="86"/>
                  <a:pt x="82" y="89"/>
                  <a:pt x="80" y="90"/>
                </a:cubicBezTo>
                <a:cubicBezTo>
                  <a:pt x="79" y="91"/>
                  <a:pt x="79" y="91"/>
                  <a:pt x="78" y="91"/>
                </a:cubicBezTo>
                <a:cubicBezTo>
                  <a:pt x="77" y="91"/>
                  <a:pt x="77" y="91"/>
                  <a:pt x="77" y="91"/>
                </a:cubicBezTo>
                <a:cubicBezTo>
                  <a:pt x="66" y="91"/>
                  <a:pt x="66" y="91"/>
                  <a:pt x="66" y="91"/>
                </a:cubicBezTo>
                <a:close/>
                <a:moveTo>
                  <a:pt x="58" y="98"/>
                </a:moveTo>
                <a:cubicBezTo>
                  <a:pt x="58" y="98"/>
                  <a:pt x="58" y="98"/>
                  <a:pt x="58" y="98"/>
                </a:cubicBezTo>
                <a:cubicBezTo>
                  <a:pt x="58" y="87"/>
                  <a:pt x="58" y="87"/>
                  <a:pt x="58" y="87"/>
                </a:cubicBezTo>
                <a:cubicBezTo>
                  <a:pt x="58" y="87"/>
                  <a:pt x="58" y="87"/>
                  <a:pt x="58" y="87"/>
                </a:cubicBezTo>
                <a:cubicBezTo>
                  <a:pt x="58" y="85"/>
                  <a:pt x="60" y="83"/>
                  <a:pt x="62" y="83"/>
                </a:cubicBezTo>
                <a:cubicBezTo>
                  <a:pt x="68" y="83"/>
                  <a:pt x="68" y="83"/>
                  <a:pt x="68" y="83"/>
                </a:cubicBezTo>
                <a:cubicBezTo>
                  <a:pt x="50" y="66"/>
                  <a:pt x="50" y="66"/>
                  <a:pt x="50" y="66"/>
                </a:cubicBezTo>
                <a:cubicBezTo>
                  <a:pt x="33" y="83"/>
                  <a:pt x="33" y="83"/>
                  <a:pt x="33" y="83"/>
                </a:cubicBezTo>
                <a:cubicBezTo>
                  <a:pt x="39" y="83"/>
                  <a:pt x="39" y="83"/>
                  <a:pt x="39" y="83"/>
                </a:cubicBezTo>
                <a:cubicBezTo>
                  <a:pt x="39" y="83"/>
                  <a:pt x="39" y="83"/>
                  <a:pt x="39" y="83"/>
                </a:cubicBezTo>
                <a:cubicBezTo>
                  <a:pt x="41" y="83"/>
                  <a:pt x="43" y="85"/>
                  <a:pt x="43" y="87"/>
                </a:cubicBezTo>
                <a:cubicBezTo>
                  <a:pt x="43" y="98"/>
                  <a:pt x="43" y="98"/>
                  <a:pt x="43" y="98"/>
                </a:cubicBezTo>
                <a:cubicBezTo>
                  <a:pt x="58" y="98"/>
                  <a:pt x="58" y="98"/>
                  <a:pt x="58" y="98"/>
                </a:cubicBezTo>
                <a:close/>
                <a:moveTo>
                  <a:pt x="81" y="20"/>
                </a:moveTo>
                <a:cubicBezTo>
                  <a:pt x="81" y="20"/>
                  <a:pt x="81" y="20"/>
                  <a:pt x="81" y="20"/>
                </a:cubicBezTo>
                <a:cubicBezTo>
                  <a:pt x="80" y="20"/>
                  <a:pt x="80" y="19"/>
                  <a:pt x="80" y="19"/>
                </a:cubicBezTo>
                <a:cubicBezTo>
                  <a:pt x="78" y="20"/>
                  <a:pt x="76" y="22"/>
                  <a:pt x="74" y="23"/>
                </a:cubicBezTo>
                <a:cubicBezTo>
                  <a:pt x="76" y="30"/>
                  <a:pt x="78" y="39"/>
                  <a:pt x="78" y="48"/>
                </a:cubicBezTo>
                <a:cubicBezTo>
                  <a:pt x="93" y="48"/>
                  <a:pt x="93" y="48"/>
                  <a:pt x="93" y="48"/>
                </a:cubicBezTo>
                <a:cubicBezTo>
                  <a:pt x="93" y="37"/>
                  <a:pt x="88" y="27"/>
                  <a:pt x="81" y="20"/>
                </a:cubicBezTo>
                <a:close/>
                <a:moveTo>
                  <a:pt x="76" y="16"/>
                </a:moveTo>
                <a:cubicBezTo>
                  <a:pt x="76" y="16"/>
                  <a:pt x="76" y="16"/>
                  <a:pt x="76" y="16"/>
                </a:cubicBezTo>
                <a:cubicBezTo>
                  <a:pt x="73" y="14"/>
                  <a:pt x="70" y="12"/>
                  <a:pt x="67" y="11"/>
                </a:cubicBezTo>
                <a:cubicBezTo>
                  <a:pt x="68" y="12"/>
                  <a:pt x="70" y="14"/>
                  <a:pt x="71" y="16"/>
                </a:cubicBezTo>
                <a:cubicBezTo>
                  <a:pt x="71" y="17"/>
                  <a:pt x="71" y="18"/>
                  <a:pt x="72" y="18"/>
                </a:cubicBezTo>
                <a:cubicBezTo>
                  <a:pt x="73" y="18"/>
                  <a:pt x="75" y="17"/>
                  <a:pt x="76" y="16"/>
                </a:cubicBezTo>
                <a:close/>
                <a:moveTo>
                  <a:pt x="57" y="8"/>
                </a:moveTo>
                <a:cubicBezTo>
                  <a:pt x="57" y="8"/>
                  <a:pt x="57" y="8"/>
                  <a:pt x="57" y="8"/>
                </a:cubicBezTo>
                <a:cubicBezTo>
                  <a:pt x="56" y="8"/>
                  <a:pt x="54" y="8"/>
                  <a:pt x="53" y="8"/>
                </a:cubicBezTo>
                <a:cubicBezTo>
                  <a:pt x="53" y="24"/>
                  <a:pt x="53" y="24"/>
                  <a:pt x="53" y="24"/>
                </a:cubicBezTo>
                <a:cubicBezTo>
                  <a:pt x="57" y="24"/>
                  <a:pt x="62" y="23"/>
                  <a:pt x="66" y="21"/>
                </a:cubicBezTo>
                <a:cubicBezTo>
                  <a:pt x="66" y="21"/>
                  <a:pt x="67" y="21"/>
                  <a:pt x="68" y="20"/>
                </a:cubicBezTo>
                <a:cubicBezTo>
                  <a:pt x="67" y="20"/>
                  <a:pt x="67" y="19"/>
                  <a:pt x="66" y="18"/>
                </a:cubicBezTo>
                <a:cubicBezTo>
                  <a:pt x="64" y="14"/>
                  <a:pt x="61" y="10"/>
                  <a:pt x="57" y="8"/>
                </a:cubicBezTo>
                <a:close/>
                <a:moveTo>
                  <a:pt x="48" y="8"/>
                </a:moveTo>
                <a:cubicBezTo>
                  <a:pt x="48" y="8"/>
                  <a:pt x="48" y="8"/>
                  <a:pt x="48" y="8"/>
                </a:cubicBezTo>
                <a:cubicBezTo>
                  <a:pt x="46" y="8"/>
                  <a:pt x="45" y="8"/>
                  <a:pt x="43" y="8"/>
                </a:cubicBezTo>
                <a:cubicBezTo>
                  <a:pt x="40" y="10"/>
                  <a:pt x="37" y="14"/>
                  <a:pt x="34" y="18"/>
                </a:cubicBezTo>
                <a:cubicBezTo>
                  <a:pt x="34" y="19"/>
                  <a:pt x="33" y="20"/>
                  <a:pt x="33" y="20"/>
                </a:cubicBezTo>
                <a:cubicBezTo>
                  <a:pt x="34" y="21"/>
                  <a:pt x="34" y="21"/>
                  <a:pt x="35" y="21"/>
                </a:cubicBezTo>
                <a:cubicBezTo>
                  <a:pt x="39" y="23"/>
                  <a:pt x="43" y="24"/>
                  <a:pt x="48" y="24"/>
                </a:cubicBezTo>
                <a:cubicBezTo>
                  <a:pt x="48" y="8"/>
                  <a:pt x="48" y="8"/>
                  <a:pt x="48" y="8"/>
                </a:cubicBezTo>
                <a:close/>
                <a:moveTo>
                  <a:pt x="34" y="11"/>
                </a:moveTo>
                <a:cubicBezTo>
                  <a:pt x="34" y="11"/>
                  <a:pt x="34" y="11"/>
                  <a:pt x="34" y="11"/>
                </a:cubicBezTo>
                <a:cubicBezTo>
                  <a:pt x="30" y="12"/>
                  <a:pt x="28" y="14"/>
                  <a:pt x="25" y="16"/>
                </a:cubicBezTo>
                <a:cubicBezTo>
                  <a:pt x="26" y="17"/>
                  <a:pt x="28" y="18"/>
                  <a:pt x="29" y="18"/>
                </a:cubicBezTo>
                <a:cubicBezTo>
                  <a:pt x="29" y="18"/>
                  <a:pt x="30" y="17"/>
                  <a:pt x="30" y="16"/>
                </a:cubicBezTo>
                <a:cubicBezTo>
                  <a:pt x="31" y="14"/>
                  <a:pt x="32" y="12"/>
                  <a:pt x="34" y="11"/>
                </a:cubicBezTo>
                <a:close/>
                <a:moveTo>
                  <a:pt x="21" y="19"/>
                </a:moveTo>
                <a:cubicBezTo>
                  <a:pt x="21" y="19"/>
                  <a:pt x="21" y="19"/>
                  <a:pt x="21" y="19"/>
                </a:cubicBezTo>
                <a:cubicBezTo>
                  <a:pt x="21" y="19"/>
                  <a:pt x="20" y="20"/>
                  <a:pt x="20" y="20"/>
                </a:cubicBezTo>
                <a:cubicBezTo>
                  <a:pt x="13" y="27"/>
                  <a:pt x="8" y="37"/>
                  <a:pt x="8" y="48"/>
                </a:cubicBezTo>
                <a:cubicBezTo>
                  <a:pt x="22" y="48"/>
                  <a:pt x="22" y="48"/>
                  <a:pt x="22" y="48"/>
                </a:cubicBezTo>
                <a:cubicBezTo>
                  <a:pt x="23" y="39"/>
                  <a:pt x="24" y="30"/>
                  <a:pt x="27" y="23"/>
                </a:cubicBezTo>
                <a:cubicBezTo>
                  <a:pt x="25" y="22"/>
                  <a:pt x="23" y="20"/>
                  <a:pt x="21" y="19"/>
                </a:cubicBezTo>
                <a:close/>
                <a:moveTo>
                  <a:pt x="69" y="25"/>
                </a:moveTo>
                <a:cubicBezTo>
                  <a:pt x="69" y="25"/>
                  <a:pt x="69" y="25"/>
                  <a:pt x="69" y="25"/>
                </a:cubicBezTo>
                <a:cubicBezTo>
                  <a:pt x="69" y="25"/>
                  <a:pt x="68" y="25"/>
                  <a:pt x="67" y="26"/>
                </a:cubicBezTo>
                <a:cubicBezTo>
                  <a:pt x="63" y="27"/>
                  <a:pt x="58" y="28"/>
                  <a:pt x="53" y="29"/>
                </a:cubicBezTo>
                <a:cubicBezTo>
                  <a:pt x="53" y="48"/>
                  <a:pt x="53" y="48"/>
                  <a:pt x="53" y="48"/>
                </a:cubicBezTo>
                <a:cubicBezTo>
                  <a:pt x="74" y="48"/>
                  <a:pt x="74" y="48"/>
                  <a:pt x="74" y="48"/>
                </a:cubicBezTo>
                <a:cubicBezTo>
                  <a:pt x="73" y="39"/>
                  <a:pt x="72" y="31"/>
                  <a:pt x="69" y="25"/>
                </a:cubicBezTo>
                <a:close/>
                <a:moveTo>
                  <a:pt x="48" y="29"/>
                </a:moveTo>
                <a:cubicBezTo>
                  <a:pt x="48" y="29"/>
                  <a:pt x="48" y="29"/>
                  <a:pt x="48" y="29"/>
                </a:cubicBezTo>
                <a:cubicBezTo>
                  <a:pt x="43" y="28"/>
                  <a:pt x="38" y="27"/>
                  <a:pt x="33" y="26"/>
                </a:cubicBezTo>
                <a:cubicBezTo>
                  <a:pt x="33" y="25"/>
                  <a:pt x="32" y="25"/>
                  <a:pt x="31" y="25"/>
                </a:cubicBezTo>
                <a:cubicBezTo>
                  <a:pt x="29" y="31"/>
                  <a:pt x="27" y="39"/>
                  <a:pt x="27" y="48"/>
                </a:cubicBezTo>
                <a:cubicBezTo>
                  <a:pt x="48" y="48"/>
                  <a:pt x="48" y="48"/>
                  <a:pt x="48" y="48"/>
                </a:cubicBezTo>
                <a:cubicBezTo>
                  <a:pt x="48" y="29"/>
                  <a:pt x="48" y="29"/>
                  <a:pt x="48" y="2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77" name="Freeform 36">
            <a:extLst>
              <a:ext uri="{FF2B5EF4-FFF2-40B4-BE49-F238E27FC236}">
                <a16:creationId xmlns:a16="http://schemas.microsoft.com/office/drawing/2014/main" id="{5E7B5B16-E598-4C48-A0A4-1959FBD86D89}"/>
              </a:ext>
            </a:extLst>
          </p:cNvPr>
          <p:cNvSpPr>
            <a:spLocks noEditPoints="1"/>
          </p:cNvSpPr>
          <p:nvPr/>
        </p:nvSpPr>
        <p:spPr bwMode="auto">
          <a:xfrm>
            <a:off x="2605711" y="3841131"/>
            <a:ext cx="173037" cy="163512"/>
          </a:xfrm>
          <a:custGeom>
            <a:avLst/>
            <a:gdLst>
              <a:gd name="T0" fmla="*/ 29 w 101"/>
              <a:gd name="T1" fmla="*/ 79 h 95"/>
              <a:gd name="T2" fmla="*/ 86 w 101"/>
              <a:gd name="T3" fmla="*/ 76 h 95"/>
              <a:gd name="T4" fmla="*/ 86 w 101"/>
              <a:gd name="T5" fmla="*/ 81 h 95"/>
              <a:gd name="T6" fmla="*/ 31 w 101"/>
              <a:gd name="T7" fmla="*/ 13 h 95"/>
              <a:gd name="T8" fmla="*/ 29 w 101"/>
              <a:gd name="T9" fmla="*/ 16 h 95"/>
              <a:gd name="T10" fmla="*/ 29 w 101"/>
              <a:gd name="T11" fmla="*/ 32 h 95"/>
              <a:gd name="T12" fmla="*/ 31 w 101"/>
              <a:gd name="T13" fmla="*/ 34 h 95"/>
              <a:gd name="T14" fmla="*/ 86 w 101"/>
              <a:gd name="T15" fmla="*/ 34 h 95"/>
              <a:gd name="T16" fmla="*/ 89 w 101"/>
              <a:gd name="T17" fmla="*/ 16 h 95"/>
              <a:gd name="T18" fmla="*/ 86 w 101"/>
              <a:gd name="T19" fmla="*/ 13 h 95"/>
              <a:gd name="T20" fmla="*/ 33 w 101"/>
              <a:gd name="T21" fmla="*/ 30 h 95"/>
              <a:gd name="T22" fmla="*/ 33 w 101"/>
              <a:gd name="T23" fmla="*/ 18 h 95"/>
              <a:gd name="T24" fmla="*/ 84 w 101"/>
              <a:gd name="T25" fmla="*/ 30 h 95"/>
              <a:gd name="T26" fmla="*/ 16 w 101"/>
              <a:gd name="T27" fmla="*/ 29 h 95"/>
              <a:gd name="T28" fmla="*/ 8 w 101"/>
              <a:gd name="T29" fmla="*/ 29 h 95"/>
              <a:gd name="T30" fmla="*/ 16 w 101"/>
              <a:gd name="T31" fmla="*/ 83 h 95"/>
              <a:gd name="T32" fmla="*/ 12 w 101"/>
              <a:gd name="T33" fmla="*/ 95 h 95"/>
              <a:gd name="T34" fmla="*/ 3 w 101"/>
              <a:gd name="T35" fmla="*/ 92 h 95"/>
              <a:gd name="T36" fmla="*/ 0 w 101"/>
              <a:gd name="T37" fmla="*/ 83 h 95"/>
              <a:gd name="T38" fmla="*/ 0 w 101"/>
              <a:gd name="T39" fmla="*/ 25 h 95"/>
              <a:gd name="T40" fmla="*/ 16 w 101"/>
              <a:gd name="T41" fmla="*/ 21 h 95"/>
              <a:gd name="T42" fmla="*/ 20 w 101"/>
              <a:gd name="T43" fmla="*/ 0 h 95"/>
              <a:gd name="T44" fmla="*/ 97 w 101"/>
              <a:gd name="T45" fmla="*/ 0 h 95"/>
              <a:gd name="T46" fmla="*/ 101 w 101"/>
              <a:gd name="T47" fmla="*/ 4 h 95"/>
              <a:gd name="T48" fmla="*/ 98 w 101"/>
              <a:gd name="T49" fmla="*/ 92 h 95"/>
              <a:gd name="T50" fmla="*/ 89 w 101"/>
              <a:gd name="T51" fmla="*/ 95 h 95"/>
              <a:gd name="T52" fmla="*/ 12 w 101"/>
              <a:gd name="T53" fmla="*/ 95 h 95"/>
              <a:gd name="T54" fmla="*/ 93 w 101"/>
              <a:gd name="T55" fmla="*/ 83 h 95"/>
              <a:gd name="T56" fmla="*/ 93 w 101"/>
              <a:gd name="T57" fmla="*/ 8 h 95"/>
              <a:gd name="T58" fmla="*/ 24 w 101"/>
              <a:gd name="T59" fmla="*/ 83 h 95"/>
              <a:gd name="T60" fmla="*/ 89 w 101"/>
              <a:gd name="T61" fmla="*/ 88 h 95"/>
              <a:gd name="T62" fmla="*/ 92 w 101"/>
              <a:gd name="T63" fmla="*/ 86 h 95"/>
              <a:gd name="T64" fmla="*/ 61 w 101"/>
              <a:gd name="T65" fmla="*/ 39 h 95"/>
              <a:gd name="T66" fmla="*/ 61 w 101"/>
              <a:gd name="T67" fmla="*/ 39 h 95"/>
              <a:gd name="T68" fmla="*/ 89 w 101"/>
              <a:gd name="T69" fmla="*/ 41 h 95"/>
              <a:gd name="T70" fmla="*/ 89 w 101"/>
              <a:gd name="T71" fmla="*/ 54 h 95"/>
              <a:gd name="T72" fmla="*/ 86 w 101"/>
              <a:gd name="T73" fmla="*/ 56 h 95"/>
              <a:gd name="T74" fmla="*/ 59 w 101"/>
              <a:gd name="T75" fmla="*/ 54 h 95"/>
              <a:gd name="T76" fmla="*/ 59 w 101"/>
              <a:gd name="T77" fmla="*/ 41 h 95"/>
              <a:gd name="T78" fmla="*/ 84 w 101"/>
              <a:gd name="T79" fmla="*/ 44 h 95"/>
              <a:gd name="T80" fmla="*/ 64 w 101"/>
              <a:gd name="T81" fmla="*/ 44 h 95"/>
              <a:gd name="T82" fmla="*/ 84 w 101"/>
              <a:gd name="T83" fmla="*/ 52 h 95"/>
              <a:gd name="T84" fmla="*/ 31 w 101"/>
              <a:gd name="T85" fmla="*/ 44 h 95"/>
              <a:gd name="T86" fmla="*/ 29 w 101"/>
              <a:gd name="T87" fmla="*/ 41 h 95"/>
              <a:gd name="T88" fmla="*/ 54 w 101"/>
              <a:gd name="T89" fmla="*/ 39 h 95"/>
              <a:gd name="T90" fmla="*/ 54 w 101"/>
              <a:gd name="T91" fmla="*/ 44 h 95"/>
              <a:gd name="T92" fmla="*/ 31 w 101"/>
              <a:gd name="T93" fmla="*/ 56 h 95"/>
              <a:gd name="T94" fmla="*/ 29 w 101"/>
              <a:gd name="T95" fmla="*/ 54 h 95"/>
              <a:gd name="T96" fmla="*/ 54 w 101"/>
              <a:gd name="T97" fmla="*/ 52 h 95"/>
              <a:gd name="T98" fmla="*/ 54 w 101"/>
              <a:gd name="T99" fmla="*/ 56 h 95"/>
              <a:gd name="T100" fmla="*/ 31 w 101"/>
              <a:gd name="T101" fmla="*/ 69 h 95"/>
              <a:gd name="T102" fmla="*/ 29 w 101"/>
              <a:gd name="T103" fmla="*/ 66 h 95"/>
              <a:gd name="T104" fmla="*/ 86 w 101"/>
              <a:gd name="T105" fmla="*/ 64 h 95"/>
              <a:gd name="T106" fmla="*/ 86 w 101"/>
              <a:gd name="T107" fmla="*/ 6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1" h="95">
                <a:moveTo>
                  <a:pt x="31" y="81"/>
                </a:moveTo>
                <a:cubicBezTo>
                  <a:pt x="30" y="81"/>
                  <a:pt x="29" y="80"/>
                  <a:pt x="29" y="79"/>
                </a:cubicBezTo>
                <a:cubicBezTo>
                  <a:pt x="29" y="78"/>
                  <a:pt x="30" y="76"/>
                  <a:pt x="31" y="76"/>
                </a:cubicBezTo>
                <a:cubicBezTo>
                  <a:pt x="86" y="76"/>
                  <a:pt x="86" y="76"/>
                  <a:pt x="86" y="76"/>
                </a:cubicBezTo>
                <a:cubicBezTo>
                  <a:pt x="87" y="76"/>
                  <a:pt x="89" y="78"/>
                  <a:pt x="89" y="79"/>
                </a:cubicBezTo>
                <a:cubicBezTo>
                  <a:pt x="89" y="80"/>
                  <a:pt x="87" y="81"/>
                  <a:pt x="86" y="81"/>
                </a:cubicBezTo>
                <a:cubicBezTo>
                  <a:pt x="31" y="81"/>
                  <a:pt x="31" y="81"/>
                  <a:pt x="31" y="81"/>
                </a:cubicBezTo>
                <a:close/>
                <a:moveTo>
                  <a:pt x="31" y="13"/>
                </a:moveTo>
                <a:cubicBezTo>
                  <a:pt x="31" y="13"/>
                  <a:pt x="31" y="13"/>
                  <a:pt x="31" y="13"/>
                </a:cubicBezTo>
                <a:cubicBezTo>
                  <a:pt x="30" y="13"/>
                  <a:pt x="29" y="14"/>
                  <a:pt x="29" y="16"/>
                </a:cubicBezTo>
                <a:cubicBezTo>
                  <a:pt x="29" y="16"/>
                  <a:pt x="29" y="16"/>
                  <a:pt x="29" y="16"/>
                </a:cubicBezTo>
                <a:cubicBezTo>
                  <a:pt x="29" y="32"/>
                  <a:pt x="29" y="32"/>
                  <a:pt x="29" y="32"/>
                </a:cubicBezTo>
                <a:cubicBezTo>
                  <a:pt x="29" y="33"/>
                  <a:pt x="30" y="34"/>
                  <a:pt x="31" y="34"/>
                </a:cubicBezTo>
                <a:cubicBezTo>
                  <a:pt x="31" y="34"/>
                  <a:pt x="31" y="34"/>
                  <a:pt x="31" y="34"/>
                </a:cubicBezTo>
                <a:cubicBezTo>
                  <a:pt x="86" y="34"/>
                  <a:pt x="86" y="34"/>
                  <a:pt x="86" y="34"/>
                </a:cubicBezTo>
                <a:cubicBezTo>
                  <a:pt x="86" y="34"/>
                  <a:pt x="86" y="34"/>
                  <a:pt x="86" y="34"/>
                </a:cubicBezTo>
                <a:cubicBezTo>
                  <a:pt x="87" y="34"/>
                  <a:pt x="89" y="33"/>
                  <a:pt x="89" y="32"/>
                </a:cubicBezTo>
                <a:cubicBezTo>
                  <a:pt x="89" y="16"/>
                  <a:pt x="89" y="16"/>
                  <a:pt x="89" y="16"/>
                </a:cubicBezTo>
                <a:cubicBezTo>
                  <a:pt x="89" y="16"/>
                  <a:pt x="89" y="16"/>
                  <a:pt x="89" y="16"/>
                </a:cubicBezTo>
                <a:cubicBezTo>
                  <a:pt x="89" y="14"/>
                  <a:pt x="87" y="13"/>
                  <a:pt x="86" y="13"/>
                </a:cubicBezTo>
                <a:cubicBezTo>
                  <a:pt x="31" y="13"/>
                  <a:pt x="31" y="13"/>
                  <a:pt x="31" y="13"/>
                </a:cubicBezTo>
                <a:close/>
                <a:moveTo>
                  <a:pt x="33" y="30"/>
                </a:moveTo>
                <a:cubicBezTo>
                  <a:pt x="33" y="30"/>
                  <a:pt x="33" y="30"/>
                  <a:pt x="33" y="30"/>
                </a:cubicBezTo>
                <a:cubicBezTo>
                  <a:pt x="33" y="18"/>
                  <a:pt x="33" y="18"/>
                  <a:pt x="33" y="18"/>
                </a:cubicBezTo>
                <a:cubicBezTo>
                  <a:pt x="84" y="18"/>
                  <a:pt x="84" y="18"/>
                  <a:pt x="84" y="18"/>
                </a:cubicBezTo>
                <a:cubicBezTo>
                  <a:pt x="84" y="30"/>
                  <a:pt x="84" y="30"/>
                  <a:pt x="84" y="30"/>
                </a:cubicBezTo>
                <a:cubicBezTo>
                  <a:pt x="33" y="30"/>
                  <a:pt x="33" y="30"/>
                  <a:pt x="33" y="30"/>
                </a:cubicBezTo>
                <a:close/>
                <a:moveTo>
                  <a:pt x="16" y="29"/>
                </a:moveTo>
                <a:cubicBezTo>
                  <a:pt x="16" y="29"/>
                  <a:pt x="16" y="29"/>
                  <a:pt x="16" y="29"/>
                </a:cubicBezTo>
                <a:cubicBezTo>
                  <a:pt x="8" y="29"/>
                  <a:pt x="8" y="29"/>
                  <a:pt x="8" y="29"/>
                </a:cubicBezTo>
                <a:cubicBezTo>
                  <a:pt x="8" y="83"/>
                  <a:pt x="8" y="83"/>
                  <a:pt x="8" y="83"/>
                </a:cubicBezTo>
                <a:cubicBezTo>
                  <a:pt x="8" y="89"/>
                  <a:pt x="16" y="89"/>
                  <a:pt x="16" y="83"/>
                </a:cubicBezTo>
                <a:cubicBezTo>
                  <a:pt x="16" y="29"/>
                  <a:pt x="16" y="29"/>
                  <a:pt x="16" y="29"/>
                </a:cubicBezTo>
                <a:close/>
                <a:moveTo>
                  <a:pt x="12" y="95"/>
                </a:moveTo>
                <a:cubicBezTo>
                  <a:pt x="12" y="95"/>
                  <a:pt x="12" y="95"/>
                  <a:pt x="12" y="95"/>
                </a:cubicBezTo>
                <a:cubicBezTo>
                  <a:pt x="9" y="95"/>
                  <a:pt x="6" y="94"/>
                  <a:pt x="3" y="92"/>
                </a:cubicBezTo>
                <a:cubicBezTo>
                  <a:pt x="3" y="92"/>
                  <a:pt x="3" y="92"/>
                  <a:pt x="3" y="92"/>
                </a:cubicBezTo>
                <a:cubicBezTo>
                  <a:pt x="1" y="90"/>
                  <a:pt x="0" y="87"/>
                  <a:pt x="0" y="83"/>
                </a:cubicBezTo>
                <a:cubicBezTo>
                  <a:pt x="0" y="25"/>
                  <a:pt x="0" y="25"/>
                  <a:pt x="0" y="25"/>
                </a:cubicBezTo>
                <a:cubicBezTo>
                  <a:pt x="0" y="25"/>
                  <a:pt x="0" y="25"/>
                  <a:pt x="0" y="25"/>
                </a:cubicBezTo>
                <a:cubicBezTo>
                  <a:pt x="0" y="23"/>
                  <a:pt x="2" y="21"/>
                  <a:pt x="4" y="21"/>
                </a:cubicBezTo>
                <a:cubicBezTo>
                  <a:pt x="16" y="21"/>
                  <a:pt x="16" y="21"/>
                  <a:pt x="16" y="21"/>
                </a:cubicBezTo>
                <a:cubicBezTo>
                  <a:pt x="16" y="4"/>
                  <a:pt x="16" y="4"/>
                  <a:pt x="16" y="4"/>
                </a:cubicBezTo>
                <a:cubicBezTo>
                  <a:pt x="16" y="2"/>
                  <a:pt x="18" y="0"/>
                  <a:pt x="20" y="0"/>
                </a:cubicBezTo>
                <a:cubicBezTo>
                  <a:pt x="20" y="0"/>
                  <a:pt x="20" y="0"/>
                  <a:pt x="20" y="0"/>
                </a:cubicBezTo>
                <a:cubicBezTo>
                  <a:pt x="97" y="0"/>
                  <a:pt x="97" y="0"/>
                  <a:pt x="97" y="0"/>
                </a:cubicBezTo>
                <a:cubicBezTo>
                  <a:pt x="99" y="0"/>
                  <a:pt x="101" y="2"/>
                  <a:pt x="101" y="4"/>
                </a:cubicBezTo>
                <a:cubicBezTo>
                  <a:pt x="101" y="4"/>
                  <a:pt x="101" y="4"/>
                  <a:pt x="101" y="4"/>
                </a:cubicBezTo>
                <a:cubicBezTo>
                  <a:pt x="101" y="83"/>
                  <a:pt x="101" y="83"/>
                  <a:pt x="101" y="83"/>
                </a:cubicBezTo>
                <a:cubicBezTo>
                  <a:pt x="101" y="87"/>
                  <a:pt x="100" y="90"/>
                  <a:pt x="98" y="92"/>
                </a:cubicBezTo>
                <a:cubicBezTo>
                  <a:pt x="97" y="92"/>
                  <a:pt x="97" y="92"/>
                  <a:pt x="97" y="92"/>
                </a:cubicBezTo>
                <a:cubicBezTo>
                  <a:pt x="95" y="94"/>
                  <a:pt x="92" y="95"/>
                  <a:pt x="89" y="95"/>
                </a:cubicBezTo>
                <a:cubicBezTo>
                  <a:pt x="12" y="95"/>
                  <a:pt x="12" y="95"/>
                  <a:pt x="12" y="95"/>
                </a:cubicBezTo>
                <a:cubicBezTo>
                  <a:pt x="12" y="95"/>
                  <a:pt x="12" y="95"/>
                  <a:pt x="12" y="95"/>
                </a:cubicBezTo>
                <a:cubicBezTo>
                  <a:pt x="12" y="95"/>
                  <a:pt x="12" y="95"/>
                  <a:pt x="12" y="95"/>
                </a:cubicBezTo>
                <a:close/>
                <a:moveTo>
                  <a:pt x="93" y="83"/>
                </a:moveTo>
                <a:cubicBezTo>
                  <a:pt x="93" y="83"/>
                  <a:pt x="93" y="83"/>
                  <a:pt x="93" y="83"/>
                </a:cubicBezTo>
                <a:cubicBezTo>
                  <a:pt x="93" y="8"/>
                  <a:pt x="93" y="8"/>
                  <a:pt x="93" y="8"/>
                </a:cubicBezTo>
                <a:cubicBezTo>
                  <a:pt x="24" y="8"/>
                  <a:pt x="24" y="8"/>
                  <a:pt x="24" y="8"/>
                </a:cubicBezTo>
                <a:cubicBezTo>
                  <a:pt x="24" y="33"/>
                  <a:pt x="24" y="58"/>
                  <a:pt x="24" y="83"/>
                </a:cubicBezTo>
                <a:cubicBezTo>
                  <a:pt x="24" y="85"/>
                  <a:pt x="24" y="86"/>
                  <a:pt x="23" y="88"/>
                </a:cubicBezTo>
                <a:cubicBezTo>
                  <a:pt x="89" y="88"/>
                  <a:pt x="89" y="88"/>
                  <a:pt x="89" y="88"/>
                </a:cubicBezTo>
                <a:cubicBezTo>
                  <a:pt x="90" y="88"/>
                  <a:pt x="91" y="87"/>
                  <a:pt x="92" y="86"/>
                </a:cubicBezTo>
                <a:cubicBezTo>
                  <a:pt x="92" y="86"/>
                  <a:pt x="92" y="86"/>
                  <a:pt x="92" y="86"/>
                </a:cubicBezTo>
                <a:cubicBezTo>
                  <a:pt x="93" y="86"/>
                  <a:pt x="93" y="85"/>
                  <a:pt x="93" y="83"/>
                </a:cubicBezTo>
                <a:close/>
                <a:moveTo>
                  <a:pt x="61" y="39"/>
                </a:moveTo>
                <a:cubicBezTo>
                  <a:pt x="61" y="39"/>
                  <a:pt x="61" y="39"/>
                  <a:pt x="61" y="39"/>
                </a:cubicBezTo>
                <a:cubicBezTo>
                  <a:pt x="61" y="39"/>
                  <a:pt x="61" y="39"/>
                  <a:pt x="61" y="39"/>
                </a:cubicBezTo>
                <a:cubicBezTo>
                  <a:pt x="86" y="39"/>
                  <a:pt x="86" y="39"/>
                  <a:pt x="86" y="39"/>
                </a:cubicBezTo>
                <a:cubicBezTo>
                  <a:pt x="87" y="39"/>
                  <a:pt x="89" y="40"/>
                  <a:pt x="89" y="41"/>
                </a:cubicBezTo>
                <a:cubicBezTo>
                  <a:pt x="89" y="42"/>
                  <a:pt x="89" y="42"/>
                  <a:pt x="89" y="42"/>
                </a:cubicBezTo>
                <a:cubicBezTo>
                  <a:pt x="89" y="54"/>
                  <a:pt x="89" y="54"/>
                  <a:pt x="89" y="54"/>
                </a:cubicBezTo>
                <a:cubicBezTo>
                  <a:pt x="89" y="55"/>
                  <a:pt x="87" y="56"/>
                  <a:pt x="86" y="56"/>
                </a:cubicBezTo>
                <a:cubicBezTo>
                  <a:pt x="86" y="56"/>
                  <a:pt x="86" y="56"/>
                  <a:pt x="86" y="56"/>
                </a:cubicBezTo>
                <a:cubicBezTo>
                  <a:pt x="61" y="56"/>
                  <a:pt x="61" y="56"/>
                  <a:pt x="61" y="56"/>
                </a:cubicBezTo>
                <a:cubicBezTo>
                  <a:pt x="60" y="56"/>
                  <a:pt x="59" y="55"/>
                  <a:pt x="59" y="54"/>
                </a:cubicBezTo>
                <a:cubicBezTo>
                  <a:pt x="59" y="54"/>
                  <a:pt x="59" y="54"/>
                  <a:pt x="59" y="54"/>
                </a:cubicBezTo>
                <a:cubicBezTo>
                  <a:pt x="59" y="41"/>
                  <a:pt x="59" y="41"/>
                  <a:pt x="59" y="41"/>
                </a:cubicBezTo>
                <a:cubicBezTo>
                  <a:pt x="59" y="40"/>
                  <a:pt x="60" y="39"/>
                  <a:pt x="61" y="39"/>
                </a:cubicBezTo>
                <a:close/>
                <a:moveTo>
                  <a:pt x="84" y="44"/>
                </a:moveTo>
                <a:cubicBezTo>
                  <a:pt x="84" y="44"/>
                  <a:pt x="84" y="44"/>
                  <a:pt x="84" y="44"/>
                </a:cubicBezTo>
                <a:cubicBezTo>
                  <a:pt x="64" y="44"/>
                  <a:pt x="64" y="44"/>
                  <a:pt x="64" y="44"/>
                </a:cubicBezTo>
                <a:cubicBezTo>
                  <a:pt x="64" y="52"/>
                  <a:pt x="64" y="52"/>
                  <a:pt x="64" y="52"/>
                </a:cubicBezTo>
                <a:cubicBezTo>
                  <a:pt x="84" y="52"/>
                  <a:pt x="84" y="52"/>
                  <a:pt x="84" y="52"/>
                </a:cubicBezTo>
                <a:cubicBezTo>
                  <a:pt x="84" y="44"/>
                  <a:pt x="84" y="44"/>
                  <a:pt x="84" y="44"/>
                </a:cubicBezTo>
                <a:close/>
                <a:moveTo>
                  <a:pt x="31" y="44"/>
                </a:moveTo>
                <a:cubicBezTo>
                  <a:pt x="31" y="44"/>
                  <a:pt x="31" y="44"/>
                  <a:pt x="31" y="44"/>
                </a:cubicBezTo>
                <a:cubicBezTo>
                  <a:pt x="30" y="44"/>
                  <a:pt x="29" y="43"/>
                  <a:pt x="29" y="41"/>
                </a:cubicBezTo>
                <a:cubicBezTo>
                  <a:pt x="29" y="40"/>
                  <a:pt x="30" y="39"/>
                  <a:pt x="31" y="39"/>
                </a:cubicBezTo>
                <a:cubicBezTo>
                  <a:pt x="54" y="39"/>
                  <a:pt x="54" y="39"/>
                  <a:pt x="54" y="39"/>
                </a:cubicBezTo>
                <a:cubicBezTo>
                  <a:pt x="55" y="39"/>
                  <a:pt x="56" y="40"/>
                  <a:pt x="56" y="41"/>
                </a:cubicBezTo>
                <a:cubicBezTo>
                  <a:pt x="56" y="43"/>
                  <a:pt x="55" y="44"/>
                  <a:pt x="54" y="44"/>
                </a:cubicBezTo>
                <a:cubicBezTo>
                  <a:pt x="31" y="44"/>
                  <a:pt x="31" y="44"/>
                  <a:pt x="31" y="44"/>
                </a:cubicBezTo>
                <a:close/>
                <a:moveTo>
                  <a:pt x="31" y="56"/>
                </a:moveTo>
                <a:cubicBezTo>
                  <a:pt x="31" y="56"/>
                  <a:pt x="31" y="56"/>
                  <a:pt x="31" y="56"/>
                </a:cubicBezTo>
                <a:cubicBezTo>
                  <a:pt x="30" y="56"/>
                  <a:pt x="29" y="55"/>
                  <a:pt x="29" y="54"/>
                </a:cubicBezTo>
                <a:cubicBezTo>
                  <a:pt x="29" y="53"/>
                  <a:pt x="30" y="52"/>
                  <a:pt x="31" y="52"/>
                </a:cubicBezTo>
                <a:cubicBezTo>
                  <a:pt x="54" y="52"/>
                  <a:pt x="54" y="52"/>
                  <a:pt x="54" y="52"/>
                </a:cubicBezTo>
                <a:cubicBezTo>
                  <a:pt x="55" y="52"/>
                  <a:pt x="56" y="53"/>
                  <a:pt x="56" y="54"/>
                </a:cubicBezTo>
                <a:cubicBezTo>
                  <a:pt x="56" y="55"/>
                  <a:pt x="55" y="56"/>
                  <a:pt x="54" y="56"/>
                </a:cubicBezTo>
                <a:cubicBezTo>
                  <a:pt x="31" y="56"/>
                  <a:pt x="31" y="56"/>
                  <a:pt x="31" y="56"/>
                </a:cubicBezTo>
                <a:close/>
                <a:moveTo>
                  <a:pt x="31" y="69"/>
                </a:moveTo>
                <a:cubicBezTo>
                  <a:pt x="31" y="69"/>
                  <a:pt x="31" y="69"/>
                  <a:pt x="31" y="69"/>
                </a:cubicBezTo>
                <a:cubicBezTo>
                  <a:pt x="30" y="69"/>
                  <a:pt x="29" y="68"/>
                  <a:pt x="29" y="66"/>
                </a:cubicBezTo>
                <a:cubicBezTo>
                  <a:pt x="29" y="65"/>
                  <a:pt x="30" y="64"/>
                  <a:pt x="31" y="64"/>
                </a:cubicBezTo>
                <a:cubicBezTo>
                  <a:pt x="86" y="64"/>
                  <a:pt x="86" y="64"/>
                  <a:pt x="86" y="64"/>
                </a:cubicBezTo>
                <a:cubicBezTo>
                  <a:pt x="87" y="64"/>
                  <a:pt x="89" y="65"/>
                  <a:pt x="89" y="66"/>
                </a:cubicBezTo>
                <a:cubicBezTo>
                  <a:pt x="89" y="68"/>
                  <a:pt x="87" y="69"/>
                  <a:pt x="86" y="69"/>
                </a:cubicBezTo>
                <a:cubicBezTo>
                  <a:pt x="31" y="69"/>
                  <a:pt x="31" y="69"/>
                  <a:pt x="31" y="6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tx1">
                  <a:lumMod val="50000"/>
                  <a:lumOff val="50000"/>
                </a:schemeClr>
              </a:solidFill>
            </a:endParaRPr>
          </a:p>
        </p:txBody>
      </p:sp>
      <p:sp>
        <p:nvSpPr>
          <p:cNvPr id="78" name="Rectangle 37">
            <a:extLst>
              <a:ext uri="{FF2B5EF4-FFF2-40B4-BE49-F238E27FC236}">
                <a16:creationId xmlns:a16="http://schemas.microsoft.com/office/drawing/2014/main" id="{AA850CBD-5AA0-44FE-A080-783525FC8D05}"/>
              </a:ext>
            </a:extLst>
          </p:cNvPr>
          <p:cNvSpPr>
            <a:spLocks noChangeArrowheads="1"/>
          </p:cNvSpPr>
          <p:nvPr/>
        </p:nvSpPr>
        <p:spPr bwMode="auto">
          <a:xfrm>
            <a:off x="190624" y="2691424"/>
            <a:ext cx="230770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1600" b="1" dirty="0">
                <a:solidFill>
                  <a:srgbClr val="FFFFFF"/>
                </a:solidFill>
                <a:latin typeface="微软雅黑" panose="020B0503020204020204" pitchFamily="34" charset="-122"/>
                <a:ea typeface="微软雅黑" panose="020B0503020204020204" pitchFamily="34" charset="-122"/>
              </a:rPr>
              <a:t>浙江教育考试院官网</a:t>
            </a:r>
            <a:endParaRPr lang="en-US" altLang="zh-CN" sz="1600" b="1" dirty="0">
              <a:solidFill>
                <a:srgbClr val="FFFFFF"/>
              </a:solidFill>
              <a:latin typeface="微软雅黑" panose="020B0503020204020204" pitchFamily="34" charset="-122"/>
              <a:ea typeface="微软雅黑" panose="020B0503020204020204" pitchFamily="34" charset="-122"/>
            </a:endParaRPr>
          </a:p>
          <a:p>
            <a:pPr algn="ctr"/>
            <a:r>
              <a:rPr lang="zh-CN" altLang="en-US" sz="1600" b="1" dirty="0">
                <a:solidFill>
                  <a:srgbClr val="FFFFFF"/>
                </a:solidFill>
                <a:latin typeface="微软雅黑" panose="020B0503020204020204" pitchFamily="34" charset="-122"/>
                <a:ea typeface="微软雅黑" panose="020B0503020204020204" pitchFamily="34" charset="-122"/>
              </a:rPr>
              <a:t>（历年各大高校分数线）</a:t>
            </a:r>
          </a:p>
        </p:txBody>
      </p:sp>
      <p:sp>
        <p:nvSpPr>
          <p:cNvPr id="79" name="Rectangle 38">
            <a:extLst>
              <a:ext uri="{FF2B5EF4-FFF2-40B4-BE49-F238E27FC236}">
                <a16:creationId xmlns:a16="http://schemas.microsoft.com/office/drawing/2014/main" id="{CC3CF25C-92A0-4EFB-9BC8-F27A089683B7}"/>
              </a:ext>
            </a:extLst>
          </p:cNvPr>
          <p:cNvSpPr>
            <a:spLocks noChangeArrowheads="1"/>
          </p:cNvSpPr>
          <p:nvPr/>
        </p:nvSpPr>
        <p:spPr bwMode="auto">
          <a:xfrm>
            <a:off x="478697" y="3800810"/>
            <a:ext cx="18700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r"/>
            <a:r>
              <a:rPr lang="zh-CN" altLang="en-US" sz="1600" b="1" dirty="0">
                <a:solidFill>
                  <a:srgbClr val="FFFFFF"/>
                </a:solidFill>
                <a:latin typeface="微软雅黑" panose="020B0503020204020204" pitchFamily="34" charset="-122"/>
                <a:ea typeface="微软雅黑" panose="020B0503020204020204" pitchFamily="34" charset="-122"/>
              </a:rPr>
              <a:t>高校官网、公众号</a:t>
            </a:r>
          </a:p>
        </p:txBody>
      </p:sp>
      <p:sp>
        <p:nvSpPr>
          <p:cNvPr id="80" name="Rectangle 39">
            <a:extLst>
              <a:ext uri="{FF2B5EF4-FFF2-40B4-BE49-F238E27FC236}">
                <a16:creationId xmlns:a16="http://schemas.microsoft.com/office/drawing/2014/main" id="{33B29401-4E39-497D-9444-EC52DED05D8E}"/>
              </a:ext>
            </a:extLst>
          </p:cNvPr>
          <p:cNvSpPr>
            <a:spLocks noChangeArrowheads="1"/>
          </p:cNvSpPr>
          <p:nvPr/>
        </p:nvSpPr>
        <p:spPr bwMode="auto">
          <a:xfrm>
            <a:off x="6449562" y="2786951"/>
            <a:ext cx="18700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600" b="1" dirty="0">
                <a:solidFill>
                  <a:srgbClr val="FFFFFF"/>
                </a:solidFill>
                <a:latin typeface="微软雅黑" panose="020B0503020204020204" pitchFamily="34" charset="-122"/>
                <a:ea typeface="微软雅黑" panose="020B0503020204020204" pitchFamily="34" charset="-122"/>
              </a:rPr>
              <a:t>同类网站数据爬取</a:t>
            </a:r>
          </a:p>
        </p:txBody>
      </p:sp>
      <p:sp>
        <p:nvSpPr>
          <p:cNvPr id="81" name="Rectangle 40">
            <a:extLst>
              <a:ext uri="{FF2B5EF4-FFF2-40B4-BE49-F238E27FC236}">
                <a16:creationId xmlns:a16="http://schemas.microsoft.com/office/drawing/2014/main" id="{937173C1-8CF6-47C3-AFFD-F2D046833901}"/>
              </a:ext>
            </a:extLst>
          </p:cNvPr>
          <p:cNvSpPr>
            <a:spLocks noChangeArrowheads="1"/>
          </p:cNvSpPr>
          <p:nvPr/>
        </p:nvSpPr>
        <p:spPr bwMode="auto">
          <a:xfrm>
            <a:off x="6460961" y="3799776"/>
            <a:ext cx="187007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600" b="1" dirty="0">
                <a:solidFill>
                  <a:srgbClr val="FFFFFF"/>
                </a:solidFill>
                <a:latin typeface="微软雅黑" panose="020B0503020204020204" pitchFamily="34" charset="-122"/>
                <a:ea typeface="微软雅黑" panose="020B0503020204020204" pitchFamily="34" charset="-122"/>
              </a:rPr>
              <a:t>身边资源、老师资源</a:t>
            </a:r>
          </a:p>
        </p:txBody>
      </p:sp>
      <p:sp>
        <p:nvSpPr>
          <p:cNvPr id="82" name="Rectangle 25">
            <a:extLst>
              <a:ext uri="{FF2B5EF4-FFF2-40B4-BE49-F238E27FC236}">
                <a16:creationId xmlns:a16="http://schemas.microsoft.com/office/drawing/2014/main" id="{2D0BCD41-3453-434A-A7D0-C1032C5FE5B4}"/>
              </a:ext>
            </a:extLst>
          </p:cNvPr>
          <p:cNvSpPr>
            <a:spLocks noChangeArrowheads="1"/>
          </p:cNvSpPr>
          <p:nvPr/>
        </p:nvSpPr>
        <p:spPr bwMode="auto">
          <a:xfrm>
            <a:off x="3673199" y="2591768"/>
            <a:ext cx="51456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数</a:t>
            </a:r>
            <a:endParaRPr lang="zh-CN" altLang="zh-CN" sz="4000" b="1" dirty="0">
              <a:solidFill>
                <a:schemeClr val="bg1"/>
              </a:solidFill>
              <a:latin typeface="微软雅黑" panose="020B0503020204020204" pitchFamily="34" charset="-122"/>
              <a:ea typeface="微软雅黑" panose="020B0503020204020204" pitchFamily="34" charset="-122"/>
            </a:endParaRPr>
          </a:p>
        </p:txBody>
      </p:sp>
      <p:sp>
        <p:nvSpPr>
          <p:cNvPr id="83" name="Rectangle 26">
            <a:extLst>
              <a:ext uri="{FF2B5EF4-FFF2-40B4-BE49-F238E27FC236}">
                <a16:creationId xmlns:a16="http://schemas.microsoft.com/office/drawing/2014/main" id="{0BA09DAF-F1F1-474A-95EF-03AF7DD51798}"/>
              </a:ext>
            </a:extLst>
          </p:cNvPr>
          <p:cNvSpPr>
            <a:spLocks noChangeArrowheads="1"/>
          </p:cNvSpPr>
          <p:nvPr/>
        </p:nvSpPr>
        <p:spPr bwMode="auto">
          <a:xfrm>
            <a:off x="4636017" y="2591768"/>
            <a:ext cx="514564"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据</a:t>
            </a:r>
            <a:endParaRPr lang="zh-CN" altLang="zh-CN" sz="4000" b="1" dirty="0">
              <a:solidFill>
                <a:schemeClr val="bg1"/>
              </a:solidFill>
              <a:latin typeface="微软雅黑" panose="020B0503020204020204" pitchFamily="34" charset="-122"/>
              <a:ea typeface="微软雅黑" panose="020B0503020204020204" pitchFamily="34" charset="-122"/>
            </a:endParaRPr>
          </a:p>
        </p:txBody>
      </p:sp>
      <p:sp>
        <p:nvSpPr>
          <p:cNvPr id="84" name="Rectangle 27">
            <a:extLst>
              <a:ext uri="{FF2B5EF4-FFF2-40B4-BE49-F238E27FC236}">
                <a16:creationId xmlns:a16="http://schemas.microsoft.com/office/drawing/2014/main" id="{CC0CF249-9B2C-4B03-9E21-F0B85297FF2A}"/>
              </a:ext>
            </a:extLst>
          </p:cNvPr>
          <p:cNvSpPr>
            <a:spLocks noChangeArrowheads="1"/>
          </p:cNvSpPr>
          <p:nvPr/>
        </p:nvSpPr>
        <p:spPr bwMode="auto">
          <a:xfrm>
            <a:off x="3698599" y="3544268"/>
            <a:ext cx="51456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来</a:t>
            </a:r>
            <a:endParaRPr lang="zh-CN" altLang="zh-CN" sz="4000" b="1" dirty="0">
              <a:solidFill>
                <a:schemeClr val="bg1"/>
              </a:solidFill>
              <a:latin typeface="微软雅黑" panose="020B0503020204020204" pitchFamily="34" charset="-122"/>
              <a:ea typeface="微软雅黑" panose="020B0503020204020204" pitchFamily="34" charset="-122"/>
            </a:endParaRPr>
          </a:p>
        </p:txBody>
      </p:sp>
      <p:sp>
        <p:nvSpPr>
          <p:cNvPr id="85" name="Rectangle 28">
            <a:extLst>
              <a:ext uri="{FF2B5EF4-FFF2-40B4-BE49-F238E27FC236}">
                <a16:creationId xmlns:a16="http://schemas.microsoft.com/office/drawing/2014/main" id="{D89A6CD2-4B83-4771-8134-3C6EA719BA54}"/>
              </a:ext>
            </a:extLst>
          </p:cNvPr>
          <p:cNvSpPr>
            <a:spLocks noChangeArrowheads="1"/>
          </p:cNvSpPr>
          <p:nvPr/>
        </p:nvSpPr>
        <p:spPr bwMode="auto">
          <a:xfrm>
            <a:off x="4656662" y="3544268"/>
            <a:ext cx="51296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源</a:t>
            </a:r>
            <a:endParaRPr lang="zh-CN" altLang="zh-CN" sz="4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8863412"/>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p:cTn id="7" dur="300" fill="hold"/>
                                            <p:tgtEl>
                                              <p:spTgt spid="61"/>
                                            </p:tgtEl>
                                            <p:attrNameLst>
                                              <p:attrName>ppt_w</p:attrName>
                                            </p:attrNameLst>
                                          </p:cBhvr>
                                          <p:tavLst>
                                            <p:tav tm="0">
                                              <p:val>
                                                <p:fltVal val="0"/>
                                              </p:val>
                                            </p:tav>
                                            <p:tav tm="100000">
                                              <p:val>
                                                <p:strVal val="#ppt_w"/>
                                              </p:val>
                                            </p:tav>
                                          </p:tavLst>
                                        </p:anim>
                                        <p:anim calcmode="lin" valueType="num">
                                          <p:cBhvr>
                                            <p:cTn id="8" dur="300" fill="hold"/>
                                            <p:tgtEl>
                                              <p:spTgt spid="61"/>
                                            </p:tgtEl>
                                            <p:attrNameLst>
                                              <p:attrName>ppt_h</p:attrName>
                                            </p:attrNameLst>
                                          </p:cBhvr>
                                          <p:tavLst>
                                            <p:tav tm="0">
                                              <p:val>
                                                <p:fltVal val="0"/>
                                              </p:val>
                                            </p:tav>
                                            <p:tav tm="100000">
                                              <p:val>
                                                <p:strVal val="#ppt_h"/>
                                              </p:val>
                                            </p:tav>
                                          </p:tavLst>
                                        </p:anim>
                                        <p:animEffect transition="in" filter="fade">
                                          <p:cBhvr>
                                            <p:cTn id="9" dur="300"/>
                                            <p:tgtEl>
                                              <p:spTgt spid="61"/>
                                            </p:tgtEl>
                                          </p:cBhvr>
                                        </p:animEffect>
                                      </p:childTnLst>
                                    </p:cTn>
                                  </p:par>
                                  <p:par>
                                    <p:cTn id="10" presetID="6" presetClass="emph" presetSubtype="0" autoRev="1" fill="hold" grpId="1" nodeType="withEffect">
                                      <p:stCondLst>
                                        <p:cond delay="300"/>
                                      </p:stCondLst>
                                      <p:childTnLst>
                                        <p:animScale>
                                          <p:cBhvr>
                                            <p:cTn id="11" dur="150" fill="hold"/>
                                            <p:tgtEl>
                                              <p:spTgt spid="61"/>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60"/>
                                            </p:tgtEl>
                                            <p:attrNameLst>
                                              <p:attrName>style.visibility</p:attrName>
                                            </p:attrNameLst>
                                          </p:cBhvr>
                                          <p:to>
                                            <p:strVal val="visible"/>
                                          </p:to>
                                        </p:set>
                                        <p:anim calcmode="lin" valueType="num">
                                          <p:cBhvr>
                                            <p:cTn id="14" dur="300" fill="hold"/>
                                            <p:tgtEl>
                                              <p:spTgt spid="60"/>
                                            </p:tgtEl>
                                            <p:attrNameLst>
                                              <p:attrName>ppt_w</p:attrName>
                                            </p:attrNameLst>
                                          </p:cBhvr>
                                          <p:tavLst>
                                            <p:tav tm="0">
                                              <p:val>
                                                <p:fltVal val="0"/>
                                              </p:val>
                                            </p:tav>
                                            <p:tav tm="100000">
                                              <p:val>
                                                <p:strVal val="#ppt_w"/>
                                              </p:val>
                                            </p:tav>
                                          </p:tavLst>
                                        </p:anim>
                                        <p:anim calcmode="lin" valueType="num">
                                          <p:cBhvr>
                                            <p:cTn id="15" dur="300" fill="hold"/>
                                            <p:tgtEl>
                                              <p:spTgt spid="60"/>
                                            </p:tgtEl>
                                            <p:attrNameLst>
                                              <p:attrName>ppt_h</p:attrName>
                                            </p:attrNameLst>
                                          </p:cBhvr>
                                          <p:tavLst>
                                            <p:tav tm="0">
                                              <p:val>
                                                <p:fltVal val="0"/>
                                              </p:val>
                                            </p:tav>
                                            <p:tav tm="100000">
                                              <p:val>
                                                <p:strVal val="#ppt_h"/>
                                              </p:val>
                                            </p:tav>
                                          </p:tavLst>
                                        </p:anim>
                                        <p:animEffect transition="in" filter="fade">
                                          <p:cBhvr>
                                            <p:cTn id="16" dur="300"/>
                                            <p:tgtEl>
                                              <p:spTgt spid="60"/>
                                            </p:tgtEl>
                                          </p:cBhvr>
                                        </p:animEffect>
                                      </p:childTnLst>
                                    </p:cTn>
                                  </p:par>
                                  <p:par>
                                    <p:cTn id="17" presetID="6" presetClass="emph" presetSubtype="0" autoRev="1" fill="hold" grpId="1" nodeType="withEffect">
                                      <p:stCondLst>
                                        <p:cond delay="600"/>
                                      </p:stCondLst>
                                      <p:childTnLst>
                                        <p:animScale>
                                          <p:cBhvr>
                                            <p:cTn id="18" dur="150" fill="hold"/>
                                            <p:tgtEl>
                                              <p:spTgt spid="60"/>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9"/>
                                            </p:tgtEl>
                                            <p:attrNameLst>
                                              <p:attrName>style.visibility</p:attrName>
                                            </p:attrNameLst>
                                          </p:cBhvr>
                                          <p:to>
                                            <p:strVal val="visible"/>
                                          </p:to>
                                        </p:set>
                                        <p:anim calcmode="lin" valueType="num">
                                          <p:cBhvr>
                                            <p:cTn id="21" dur="300" fill="hold"/>
                                            <p:tgtEl>
                                              <p:spTgt spid="59"/>
                                            </p:tgtEl>
                                            <p:attrNameLst>
                                              <p:attrName>ppt_w</p:attrName>
                                            </p:attrNameLst>
                                          </p:cBhvr>
                                          <p:tavLst>
                                            <p:tav tm="0">
                                              <p:val>
                                                <p:fltVal val="0"/>
                                              </p:val>
                                            </p:tav>
                                            <p:tav tm="100000">
                                              <p:val>
                                                <p:strVal val="#ppt_w"/>
                                              </p:val>
                                            </p:tav>
                                          </p:tavLst>
                                        </p:anim>
                                        <p:anim calcmode="lin" valueType="num">
                                          <p:cBhvr>
                                            <p:cTn id="22" dur="300" fill="hold"/>
                                            <p:tgtEl>
                                              <p:spTgt spid="59"/>
                                            </p:tgtEl>
                                            <p:attrNameLst>
                                              <p:attrName>ppt_h</p:attrName>
                                            </p:attrNameLst>
                                          </p:cBhvr>
                                          <p:tavLst>
                                            <p:tav tm="0">
                                              <p:val>
                                                <p:fltVal val="0"/>
                                              </p:val>
                                            </p:tav>
                                            <p:tav tm="100000">
                                              <p:val>
                                                <p:strVal val="#ppt_h"/>
                                              </p:val>
                                            </p:tav>
                                          </p:tavLst>
                                        </p:anim>
                                        <p:animEffect transition="in" filter="fade">
                                          <p:cBhvr>
                                            <p:cTn id="23" dur="300"/>
                                            <p:tgtEl>
                                              <p:spTgt spid="59"/>
                                            </p:tgtEl>
                                          </p:cBhvr>
                                        </p:animEffect>
                                      </p:childTnLst>
                                    </p:cTn>
                                  </p:par>
                                  <p:par>
                                    <p:cTn id="24" presetID="6" presetClass="emph" presetSubtype="0" autoRev="1" fill="hold" grpId="1" nodeType="withEffect">
                                      <p:stCondLst>
                                        <p:cond delay="900"/>
                                      </p:stCondLst>
                                      <p:childTnLst>
                                        <p:animScale>
                                          <p:cBhvr>
                                            <p:cTn id="25" dur="150" fill="hold"/>
                                            <p:tgtEl>
                                              <p:spTgt spid="59"/>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8"/>
                                            </p:tgtEl>
                                            <p:attrNameLst>
                                              <p:attrName>style.visibility</p:attrName>
                                            </p:attrNameLst>
                                          </p:cBhvr>
                                          <p:to>
                                            <p:strVal val="visible"/>
                                          </p:to>
                                        </p:set>
                                        <p:anim calcmode="lin" valueType="num">
                                          <p:cBhvr>
                                            <p:cTn id="28" dur="300" fill="hold"/>
                                            <p:tgtEl>
                                              <p:spTgt spid="58"/>
                                            </p:tgtEl>
                                            <p:attrNameLst>
                                              <p:attrName>ppt_w</p:attrName>
                                            </p:attrNameLst>
                                          </p:cBhvr>
                                          <p:tavLst>
                                            <p:tav tm="0">
                                              <p:val>
                                                <p:fltVal val="0"/>
                                              </p:val>
                                            </p:tav>
                                            <p:tav tm="100000">
                                              <p:val>
                                                <p:strVal val="#ppt_w"/>
                                              </p:val>
                                            </p:tav>
                                          </p:tavLst>
                                        </p:anim>
                                        <p:anim calcmode="lin" valueType="num">
                                          <p:cBhvr>
                                            <p:cTn id="29" dur="300" fill="hold"/>
                                            <p:tgtEl>
                                              <p:spTgt spid="58"/>
                                            </p:tgtEl>
                                            <p:attrNameLst>
                                              <p:attrName>ppt_h</p:attrName>
                                            </p:attrNameLst>
                                          </p:cBhvr>
                                          <p:tavLst>
                                            <p:tav tm="0">
                                              <p:val>
                                                <p:fltVal val="0"/>
                                              </p:val>
                                            </p:tav>
                                            <p:tav tm="100000">
                                              <p:val>
                                                <p:strVal val="#ppt_h"/>
                                              </p:val>
                                            </p:tav>
                                          </p:tavLst>
                                        </p:anim>
                                        <p:animEffect transition="in" filter="fade">
                                          <p:cBhvr>
                                            <p:cTn id="30" dur="300"/>
                                            <p:tgtEl>
                                              <p:spTgt spid="58"/>
                                            </p:tgtEl>
                                          </p:cBhvr>
                                        </p:animEffect>
                                      </p:childTnLst>
                                    </p:cTn>
                                  </p:par>
                                  <p:par>
                                    <p:cTn id="31" presetID="6" presetClass="emph" presetSubtype="0" autoRev="1" fill="hold" grpId="1" nodeType="withEffect">
                                      <p:stCondLst>
                                        <p:cond delay="1200"/>
                                      </p:stCondLst>
                                      <p:childTnLst>
                                        <p:animScale>
                                          <p:cBhvr>
                                            <p:cTn id="32" dur="150" fill="hold"/>
                                            <p:tgtEl>
                                              <p:spTgt spid="58"/>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62"/>
                                            </p:tgtEl>
                                            <p:attrNameLst>
                                              <p:attrName>style.visibility</p:attrName>
                                            </p:attrNameLst>
                                          </p:cBhvr>
                                          <p:to>
                                            <p:strVal val="visible"/>
                                          </p:to>
                                        </p:set>
                                        <p:anim calcmode="lin" valueType="num">
                                          <p:cBhvr>
                                            <p:cTn id="35" dur="300" fill="hold"/>
                                            <p:tgtEl>
                                              <p:spTgt spid="62"/>
                                            </p:tgtEl>
                                            <p:attrNameLst>
                                              <p:attrName>ppt_w</p:attrName>
                                            </p:attrNameLst>
                                          </p:cBhvr>
                                          <p:tavLst>
                                            <p:tav tm="0">
                                              <p:val>
                                                <p:fltVal val="0"/>
                                              </p:val>
                                            </p:tav>
                                            <p:tav tm="100000">
                                              <p:val>
                                                <p:strVal val="#ppt_w"/>
                                              </p:val>
                                            </p:tav>
                                          </p:tavLst>
                                        </p:anim>
                                        <p:anim calcmode="lin" valueType="num">
                                          <p:cBhvr>
                                            <p:cTn id="36" dur="300" fill="hold"/>
                                            <p:tgtEl>
                                              <p:spTgt spid="62"/>
                                            </p:tgtEl>
                                            <p:attrNameLst>
                                              <p:attrName>ppt_h</p:attrName>
                                            </p:attrNameLst>
                                          </p:cBhvr>
                                          <p:tavLst>
                                            <p:tav tm="0">
                                              <p:val>
                                                <p:fltVal val="0"/>
                                              </p:val>
                                            </p:tav>
                                            <p:tav tm="100000">
                                              <p:val>
                                                <p:strVal val="#ppt_h"/>
                                              </p:val>
                                            </p:tav>
                                          </p:tavLst>
                                        </p:anim>
                                        <p:animEffect transition="in" filter="fade">
                                          <p:cBhvr>
                                            <p:cTn id="37" dur="300"/>
                                            <p:tgtEl>
                                              <p:spTgt spid="62"/>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par>
                                    <p:cTn id="41" presetID="6" presetClass="emph" presetSubtype="0" autoRev="1" fill="hold" grpId="1" nodeType="withEffect">
                                      <p:stCondLst>
                                        <p:cond delay="800"/>
                                      </p:stCondLst>
                                      <p:childTnLst>
                                        <p:animScale>
                                          <p:cBhvr>
                                            <p:cTn id="42" dur="150" fill="hold"/>
                                            <p:tgtEl>
                                              <p:spTgt spid="62"/>
                                            </p:tgtEl>
                                          </p:cBhvr>
                                          <p:by x="110000" y="110000"/>
                                        </p:animScale>
                                      </p:childTnLst>
                                    </p:cTn>
                                  </p:par>
                                  <p:par>
                                    <p:cTn id="43" presetID="53" presetClass="entr" presetSubtype="16" fill="hold" nodeType="withEffect">
                                      <p:stCondLst>
                                        <p:cond delay="800"/>
                                      </p:stCondLst>
                                      <p:childTnLst>
                                        <p:set>
                                          <p:cBhvr>
                                            <p:cTn id="44" dur="1" fill="hold">
                                              <p:stCondLst>
                                                <p:cond delay="0"/>
                                              </p:stCondLst>
                                            </p:cTn>
                                            <p:tgtEl>
                                              <p:spTgt spid="49"/>
                                            </p:tgtEl>
                                            <p:attrNameLst>
                                              <p:attrName>style.visibility</p:attrName>
                                            </p:attrNameLst>
                                          </p:cBhvr>
                                          <p:to>
                                            <p:strVal val="visible"/>
                                          </p:to>
                                        </p:set>
                                        <p:anim calcmode="lin" valueType="num">
                                          <p:cBhvr>
                                            <p:cTn id="45" dur="300" fill="hold"/>
                                            <p:tgtEl>
                                              <p:spTgt spid="49"/>
                                            </p:tgtEl>
                                            <p:attrNameLst>
                                              <p:attrName>ppt_w</p:attrName>
                                            </p:attrNameLst>
                                          </p:cBhvr>
                                          <p:tavLst>
                                            <p:tav tm="0">
                                              <p:val>
                                                <p:fltVal val="0"/>
                                              </p:val>
                                            </p:tav>
                                            <p:tav tm="100000">
                                              <p:val>
                                                <p:strVal val="#ppt_w"/>
                                              </p:val>
                                            </p:tav>
                                          </p:tavLst>
                                        </p:anim>
                                        <p:anim calcmode="lin" valueType="num">
                                          <p:cBhvr>
                                            <p:cTn id="46" dur="300" fill="hold"/>
                                            <p:tgtEl>
                                              <p:spTgt spid="49"/>
                                            </p:tgtEl>
                                            <p:attrNameLst>
                                              <p:attrName>ppt_h</p:attrName>
                                            </p:attrNameLst>
                                          </p:cBhvr>
                                          <p:tavLst>
                                            <p:tav tm="0">
                                              <p:val>
                                                <p:fltVal val="0"/>
                                              </p:val>
                                            </p:tav>
                                            <p:tav tm="100000">
                                              <p:val>
                                                <p:strVal val="#ppt_h"/>
                                              </p:val>
                                            </p:tav>
                                          </p:tavLst>
                                        </p:anim>
                                        <p:animEffect transition="in" filter="fade">
                                          <p:cBhvr>
                                            <p:cTn id="47" dur="300"/>
                                            <p:tgtEl>
                                              <p:spTgt spid="49"/>
                                            </p:tgtEl>
                                          </p:cBhvr>
                                        </p:animEffect>
                                      </p:childTnLst>
                                    </p:cTn>
                                  </p:par>
                                  <p:par>
                                    <p:cTn id="48" presetID="6" presetClass="emph" presetSubtype="0" autoRev="1" fill="hold" nodeType="withEffect">
                                      <p:stCondLst>
                                        <p:cond delay="1100"/>
                                      </p:stCondLst>
                                      <p:childTnLst>
                                        <p:animScale>
                                          <p:cBhvr>
                                            <p:cTn id="49" dur="150" fill="hold"/>
                                            <p:tgtEl>
                                              <p:spTgt spid="49"/>
                                            </p:tgtEl>
                                          </p:cBhvr>
                                          <p:by x="110000" y="110000"/>
                                        </p:animScale>
                                      </p:childTnLst>
                                    </p:cTn>
                                  </p:par>
                                  <p:par>
                                    <p:cTn id="50" presetID="53" presetClass="entr" presetSubtype="16" fill="hold" grpId="0" nodeType="withEffect">
                                      <p:stCondLst>
                                        <p:cond delay="1100"/>
                                      </p:stCondLst>
                                      <p:childTnLst>
                                        <p:set>
                                          <p:cBhvr>
                                            <p:cTn id="51" dur="1" fill="hold">
                                              <p:stCondLst>
                                                <p:cond delay="0"/>
                                              </p:stCondLst>
                                            </p:cTn>
                                            <p:tgtEl>
                                              <p:spTgt spid="82"/>
                                            </p:tgtEl>
                                            <p:attrNameLst>
                                              <p:attrName>style.visibility</p:attrName>
                                            </p:attrNameLst>
                                          </p:cBhvr>
                                          <p:to>
                                            <p:strVal val="visible"/>
                                          </p:to>
                                        </p:set>
                                        <p:anim calcmode="lin" valueType="num">
                                          <p:cBhvr>
                                            <p:cTn id="52" dur="300" fill="hold"/>
                                            <p:tgtEl>
                                              <p:spTgt spid="82"/>
                                            </p:tgtEl>
                                            <p:attrNameLst>
                                              <p:attrName>ppt_w</p:attrName>
                                            </p:attrNameLst>
                                          </p:cBhvr>
                                          <p:tavLst>
                                            <p:tav tm="0">
                                              <p:val>
                                                <p:fltVal val="0"/>
                                              </p:val>
                                            </p:tav>
                                            <p:tav tm="100000">
                                              <p:val>
                                                <p:strVal val="#ppt_w"/>
                                              </p:val>
                                            </p:tav>
                                          </p:tavLst>
                                        </p:anim>
                                        <p:anim calcmode="lin" valueType="num">
                                          <p:cBhvr>
                                            <p:cTn id="53" dur="300" fill="hold"/>
                                            <p:tgtEl>
                                              <p:spTgt spid="82"/>
                                            </p:tgtEl>
                                            <p:attrNameLst>
                                              <p:attrName>ppt_h</p:attrName>
                                            </p:attrNameLst>
                                          </p:cBhvr>
                                          <p:tavLst>
                                            <p:tav tm="0">
                                              <p:val>
                                                <p:fltVal val="0"/>
                                              </p:val>
                                            </p:tav>
                                            <p:tav tm="100000">
                                              <p:val>
                                                <p:strVal val="#ppt_h"/>
                                              </p:val>
                                            </p:tav>
                                          </p:tavLst>
                                        </p:anim>
                                        <p:animEffect transition="in" filter="fade">
                                          <p:cBhvr>
                                            <p:cTn id="54" dur="300"/>
                                            <p:tgtEl>
                                              <p:spTgt spid="82"/>
                                            </p:tgtEl>
                                          </p:cBhvr>
                                        </p:animEffect>
                                      </p:childTnLst>
                                    </p:cTn>
                                  </p:par>
                                  <p:par>
                                    <p:cTn id="55" presetID="6" presetClass="emph" presetSubtype="0" autoRev="1" fill="hold" grpId="1" nodeType="withEffect">
                                      <p:stCondLst>
                                        <p:cond delay="1400"/>
                                      </p:stCondLst>
                                      <p:childTnLst>
                                        <p:animScale>
                                          <p:cBhvr>
                                            <p:cTn id="56" dur="150" fill="hold"/>
                                            <p:tgtEl>
                                              <p:spTgt spid="82"/>
                                            </p:tgtEl>
                                          </p:cBhvr>
                                          <p:by x="110000" y="110000"/>
                                        </p:animScale>
                                      </p:childTnLst>
                                    </p:cTn>
                                  </p:par>
                                  <p:par>
                                    <p:cTn id="57" presetID="53" presetClass="entr" presetSubtype="16" fill="hold" nodeType="withEffect">
                                      <p:stCondLst>
                                        <p:cond delay="900"/>
                                      </p:stCondLst>
                                      <p:childTnLst>
                                        <p:set>
                                          <p:cBhvr>
                                            <p:cTn id="58" dur="1" fill="hold">
                                              <p:stCondLst>
                                                <p:cond delay="0"/>
                                              </p:stCondLst>
                                            </p:cTn>
                                            <p:tgtEl>
                                              <p:spTgt spid="52"/>
                                            </p:tgtEl>
                                            <p:attrNameLst>
                                              <p:attrName>style.visibility</p:attrName>
                                            </p:attrNameLst>
                                          </p:cBhvr>
                                          <p:to>
                                            <p:strVal val="visible"/>
                                          </p:to>
                                        </p:set>
                                        <p:anim calcmode="lin" valueType="num">
                                          <p:cBhvr>
                                            <p:cTn id="59" dur="300" fill="hold"/>
                                            <p:tgtEl>
                                              <p:spTgt spid="52"/>
                                            </p:tgtEl>
                                            <p:attrNameLst>
                                              <p:attrName>ppt_w</p:attrName>
                                            </p:attrNameLst>
                                          </p:cBhvr>
                                          <p:tavLst>
                                            <p:tav tm="0">
                                              <p:val>
                                                <p:fltVal val="0"/>
                                              </p:val>
                                            </p:tav>
                                            <p:tav tm="100000">
                                              <p:val>
                                                <p:strVal val="#ppt_w"/>
                                              </p:val>
                                            </p:tav>
                                          </p:tavLst>
                                        </p:anim>
                                        <p:anim calcmode="lin" valueType="num">
                                          <p:cBhvr>
                                            <p:cTn id="60" dur="300" fill="hold"/>
                                            <p:tgtEl>
                                              <p:spTgt spid="52"/>
                                            </p:tgtEl>
                                            <p:attrNameLst>
                                              <p:attrName>ppt_h</p:attrName>
                                            </p:attrNameLst>
                                          </p:cBhvr>
                                          <p:tavLst>
                                            <p:tav tm="0">
                                              <p:val>
                                                <p:fltVal val="0"/>
                                              </p:val>
                                            </p:tav>
                                            <p:tav tm="100000">
                                              <p:val>
                                                <p:strVal val="#ppt_h"/>
                                              </p:val>
                                            </p:tav>
                                          </p:tavLst>
                                        </p:anim>
                                        <p:animEffect transition="in" filter="fade">
                                          <p:cBhvr>
                                            <p:cTn id="61" dur="300"/>
                                            <p:tgtEl>
                                              <p:spTgt spid="52"/>
                                            </p:tgtEl>
                                          </p:cBhvr>
                                        </p:animEffect>
                                      </p:childTnLst>
                                    </p:cTn>
                                  </p:par>
                                  <p:par>
                                    <p:cTn id="62" presetID="6" presetClass="emph" presetSubtype="0" autoRev="1" fill="hold" nodeType="withEffect">
                                      <p:stCondLst>
                                        <p:cond delay="1200"/>
                                      </p:stCondLst>
                                      <p:childTnLst>
                                        <p:animScale>
                                          <p:cBhvr>
                                            <p:cTn id="63" dur="150" fill="hold"/>
                                            <p:tgtEl>
                                              <p:spTgt spid="52"/>
                                            </p:tgtEl>
                                          </p:cBhvr>
                                          <p:by x="110000" y="110000"/>
                                        </p:animScale>
                                      </p:childTnLst>
                                    </p:cTn>
                                  </p:par>
                                  <p:par>
                                    <p:cTn id="64" presetID="53" presetClass="entr" presetSubtype="16" fill="hold" grpId="0" nodeType="withEffect">
                                      <p:stCondLst>
                                        <p:cond delay="1200"/>
                                      </p:stCondLst>
                                      <p:childTnLst>
                                        <p:set>
                                          <p:cBhvr>
                                            <p:cTn id="65" dur="1" fill="hold">
                                              <p:stCondLst>
                                                <p:cond delay="0"/>
                                              </p:stCondLst>
                                            </p:cTn>
                                            <p:tgtEl>
                                              <p:spTgt spid="83"/>
                                            </p:tgtEl>
                                            <p:attrNameLst>
                                              <p:attrName>style.visibility</p:attrName>
                                            </p:attrNameLst>
                                          </p:cBhvr>
                                          <p:to>
                                            <p:strVal val="visible"/>
                                          </p:to>
                                        </p:set>
                                        <p:anim calcmode="lin" valueType="num">
                                          <p:cBhvr>
                                            <p:cTn id="66" dur="300" fill="hold"/>
                                            <p:tgtEl>
                                              <p:spTgt spid="83"/>
                                            </p:tgtEl>
                                            <p:attrNameLst>
                                              <p:attrName>ppt_w</p:attrName>
                                            </p:attrNameLst>
                                          </p:cBhvr>
                                          <p:tavLst>
                                            <p:tav tm="0">
                                              <p:val>
                                                <p:fltVal val="0"/>
                                              </p:val>
                                            </p:tav>
                                            <p:tav tm="100000">
                                              <p:val>
                                                <p:strVal val="#ppt_w"/>
                                              </p:val>
                                            </p:tav>
                                          </p:tavLst>
                                        </p:anim>
                                        <p:anim calcmode="lin" valueType="num">
                                          <p:cBhvr>
                                            <p:cTn id="67" dur="300" fill="hold"/>
                                            <p:tgtEl>
                                              <p:spTgt spid="83"/>
                                            </p:tgtEl>
                                            <p:attrNameLst>
                                              <p:attrName>ppt_h</p:attrName>
                                            </p:attrNameLst>
                                          </p:cBhvr>
                                          <p:tavLst>
                                            <p:tav tm="0">
                                              <p:val>
                                                <p:fltVal val="0"/>
                                              </p:val>
                                            </p:tav>
                                            <p:tav tm="100000">
                                              <p:val>
                                                <p:strVal val="#ppt_h"/>
                                              </p:val>
                                            </p:tav>
                                          </p:tavLst>
                                        </p:anim>
                                        <p:animEffect transition="in" filter="fade">
                                          <p:cBhvr>
                                            <p:cTn id="68" dur="300"/>
                                            <p:tgtEl>
                                              <p:spTgt spid="83"/>
                                            </p:tgtEl>
                                          </p:cBhvr>
                                        </p:animEffect>
                                      </p:childTnLst>
                                    </p:cTn>
                                  </p:par>
                                  <p:par>
                                    <p:cTn id="69" presetID="6" presetClass="emph" presetSubtype="0" autoRev="1" fill="hold" grpId="1" nodeType="withEffect">
                                      <p:stCondLst>
                                        <p:cond delay="1500"/>
                                      </p:stCondLst>
                                      <p:childTnLst>
                                        <p:animScale>
                                          <p:cBhvr>
                                            <p:cTn id="70" dur="150" fill="hold"/>
                                            <p:tgtEl>
                                              <p:spTgt spid="83"/>
                                            </p:tgtEl>
                                          </p:cBhvr>
                                          <p:by x="110000" y="110000"/>
                                        </p:animScale>
                                      </p:childTnLst>
                                    </p:cTn>
                                  </p:par>
                                  <p:par>
                                    <p:cTn id="71" presetID="53" presetClass="entr" presetSubtype="16" fill="hold" nodeType="withEffect">
                                      <p:stCondLst>
                                        <p:cond delay="1000"/>
                                      </p:stCondLst>
                                      <p:childTnLst>
                                        <p:set>
                                          <p:cBhvr>
                                            <p:cTn id="72" dur="1" fill="hold">
                                              <p:stCondLst>
                                                <p:cond delay="0"/>
                                              </p:stCondLst>
                                            </p:cTn>
                                            <p:tgtEl>
                                              <p:spTgt spid="55"/>
                                            </p:tgtEl>
                                            <p:attrNameLst>
                                              <p:attrName>style.visibility</p:attrName>
                                            </p:attrNameLst>
                                          </p:cBhvr>
                                          <p:to>
                                            <p:strVal val="visible"/>
                                          </p:to>
                                        </p:set>
                                        <p:anim calcmode="lin" valueType="num">
                                          <p:cBhvr>
                                            <p:cTn id="73" dur="300" fill="hold"/>
                                            <p:tgtEl>
                                              <p:spTgt spid="55"/>
                                            </p:tgtEl>
                                            <p:attrNameLst>
                                              <p:attrName>ppt_w</p:attrName>
                                            </p:attrNameLst>
                                          </p:cBhvr>
                                          <p:tavLst>
                                            <p:tav tm="0">
                                              <p:val>
                                                <p:fltVal val="0"/>
                                              </p:val>
                                            </p:tav>
                                            <p:tav tm="100000">
                                              <p:val>
                                                <p:strVal val="#ppt_w"/>
                                              </p:val>
                                            </p:tav>
                                          </p:tavLst>
                                        </p:anim>
                                        <p:anim calcmode="lin" valueType="num">
                                          <p:cBhvr>
                                            <p:cTn id="74" dur="300" fill="hold"/>
                                            <p:tgtEl>
                                              <p:spTgt spid="55"/>
                                            </p:tgtEl>
                                            <p:attrNameLst>
                                              <p:attrName>ppt_h</p:attrName>
                                            </p:attrNameLst>
                                          </p:cBhvr>
                                          <p:tavLst>
                                            <p:tav tm="0">
                                              <p:val>
                                                <p:fltVal val="0"/>
                                              </p:val>
                                            </p:tav>
                                            <p:tav tm="100000">
                                              <p:val>
                                                <p:strVal val="#ppt_h"/>
                                              </p:val>
                                            </p:tav>
                                          </p:tavLst>
                                        </p:anim>
                                        <p:animEffect transition="in" filter="fade">
                                          <p:cBhvr>
                                            <p:cTn id="75" dur="300"/>
                                            <p:tgtEl>
                                              <p:spTgt spid="55"/>
                                            </p:tgtEl>
                                          </p:cBhvr>
                                        </p:animEffect>
                                      </p:childTnLst>
                                    </p:cTn>
                                  </p:par>
                                  <p:par>
                                    <p:cTn id="76" presetID="6" presetClass="emph" presetSubtype="0" autoRev="1" fill="hold" nodeType="withEffect">
                                      <p:stCondLst>
                                        <p:cond delay="1300"/>
                                      </p:stCondLst>
                                      <p:childTnLst>
                                        <p:animScale>
                                          <p:cBhvr>
                                            <p:cTn id="77" dur="150" fill="hold"/>
                                            <p:tgtEl>
                                              <p:spTgt spid="55"/>
                                            </p:tgtEl>
                                          </p:cBhvr>
                                          <p:by x="110000" y="110000"/>
                                        </p:animScale>
                                      </p:childTnLst>
                                    </p:cTn>
                                  </p:par>
                                  <p:par>
                                    <p:cTn id="78" presetID="53" presetClass="entr" presetSubtype="16" fill="hold" grpId="0" nodeType="withEffect">
                                      <p:stCondLst>
                                        <p:cond delay="1300"/>
                                      </p:stCondLst>
                                      <p:childTnLst>
                                        <p:set>
                                          <p:cBhvr>
                                            <p:cTn id="79" dur="1" fill="hold">
                                              <p:stCondLst>
                                                <p:cond delay="0"/>
                                              </p:stCondLst>
                                            </p:cTn>
                                            <p:tgtEl>
                                              <p:spTgt spid="84"/>
                                            </p:tgtEl>
                                            <p:attrNameLst>
                                              <p:attrName>style.visibility</p:attrName>
                                            </p:attrNameLst>
                                          </p:cBhvr>
                                          <p:to>
                                            <p:strVal val="visible"/>
                                          </p:to>
                                        </p:set>
                                        <p:anim calcmode="lin" valueType="num">
                                          <p:cBhvr>
                                            <p:cTn id="80" dur="300" fill="hold"/>
                                            <p:tgtEl>
                                              <p:spTgt spid="84"/>
                                            </p:tgtEl>
                                            <p:attrNameLst>
                                              <p:attrName>ppt_w</p:attrName>
                                            </p:attrNameLst>
                                          </p:cBhvr>
                                          <p:tavLst>
                                            <p:tav tm="0">
                                              <p:val>
                                                <p:fltVal val="0"/>
                                              </p:val>
                                            </p:tav>
                                            <p:tav tm="100000">
                                              <p:val>
                                                <p:strVal val="#ppt_w"/>
                                              </p:val>
                                            </p:tav>
                                          </p:tavLst>
                                        </p:anim>
                                        <p:anim calcmode="lin" valueType="num">
                                          <p:cBhvr>
                                            <p:cTn id="81" dur="300" fill="hold"/>
                                            <p:tgtEl>
                                              <p:spTgt spid="84"/>
                                            </p:tgtEl>
                                            <p:attrNameLst>
                                              <p:attrName>ppt_h</p:attrName>
                                            </p:attrNameLst>
                                          </p:cBhvr>
                                          <p:tavLst>
                                            <p:tav tm="0">
                                              <p:val>
                                                <p:fltVal val="0"/>
                                              </p:val>
                                            </p:tav>
                                            <p:tav tm="100000">
                                              <p:val>
                                                <p:strVal val="#ppt_h"/>
                                              </p:val>
                                            </p:tav>
                                          </p:tavLst>
                                        </p:anim>
                                        <p:animEffect transition="in" filter="fade">
                                          <p:cBhvr>
                                            <p:cTn id="82" dur="300"/>
                                            <p:tgtEl>
                                              <p:spTgt spid="84"/>
                                            </p:tgtEl>
                                          </p:cBhvr>
                                        </p:animEffect>
                                      </p:childTnLst>
                                    </p:cTn>
                                  </p:par>
                                  <p:par>
                                    <p:cTn id="83" presetID="6" presetClass="emph" presetSubtype="0" autoRev="1" fill="hold" grpId="1" nodeType="withEffect">
                                      <p:stCondLst>
                                        <p:cond delay="1600"/>
                                      </p:stCondLst>
                                      <p:childTnLst>
                                        <p:animScale>
                                          <p:cBhvr>
                                            <p:cTn id="84" dur="150" fill="hold"/>
                                            <p:tgtEl>
                                              <p:spTgt spid="84"/>
                                            </p:tgtEl>
                                          </p:cBhvr>
                                          <p:by x="110000" y="110000"/>
                                        </p:animScale>
                                      </p:childTnLst>
                                    </p:cTn>
                                  </p:par>
                                  <p:par>
                                    <p:cTn id="85" presetID="53" presetClass="entr" presetSubtype="16" fill="hold" nodeType="withEffect">
                                      <p:stCondLst>
                                        <p:cond delay="1100"/>
                                      </p:stCondLst>
                                      <p:childTnLst>
                                        <p:set>
                                          <p:cBhvr>
                                            <p:cTn id="86" dur="1" fill="hold">
                                              <p:stCondLst>
                                                <p:cond delay="0"/>
                                              </p:stCondLst>
                                            </p:cTn>
                                            <p:tgtEl>
                                              <p:spTgt spid="67"/>
                                            </p:tgtEl>
                                            <p:attrNameLst>
                                              <p:attrName>style.visibility</p:attrName>
                                            </p:attrNameLst>
                                          </p:cBhvr>
                                          <p:to>
                                            <p:strVal val="visible"/>
                                          </p:to>
                                        </p:set>
                                        <p:anim calcmode="lin" valueType="num">
                                          <p:cBhvr>
                                            <p:cTn id="87" dur="300" fill="hold"/>
                                            <p:tgtEl>
                                              <p:spTgt spid="67"/>
                                            </p:tgtEl>
                                            <p:attrNameLst>
                                              <p:attrName>ppt_w</p:attrName>
                                            </p:attrNameLst>
                                          </p:cBhvr>
                                          <p:tavLst>
                                            <p:tav tm="0">
                                              <p:val>
                                                <p:fltVal val="0"/>
                                              </p:val>
                                            </p:tav>
                                            <p:tav tm="100000">
                                              <p:val>
                                                <p:strVal val="#ppt_w"/>
                                              </p:val>
                                            </p:tav>
                                          </p:tavLst>
                                        </p:anim>
                                        <p:anim calcmode="lin" valueType="num">
                                          <p:cBhvr>
                                            <p:cTn id="88" dur="300" fill="hold"/>
                                            <p:tgtEl>
                                              <p:spTgt spid="67"/>
                                            </p:tgtEl>
                                            <p:attrNameLst>
                                              <p:attrName>ppt_h</p:attrName>
                                            </p:attrNameLst>
                                          </p:cBhvr>
                                          <p:tavLst>
                                            <p:tav tm="0">
                                              <p:val>
                                                <p:fltVal val="0"/>
                                              </p:val>
                                            </p:tav>
                                            <p:tav tm="100000">
                                              <p:val>
                                                <p:strVal val="#ppt_h"/>
                                              </p:val>
                                            </p:tav>
                                          </p:tavLst>
                                        </p:anim>
                                        <p:animEffect transition="in" filter="fade">
                                          <p:cBhvr>
                                            <p:cTn id="89" dur="300"/>
                                            <p:tgtEl>
                                              <p:spTgt spid="67"/>
                                            </p:tgtEl>
                                          </p:cBhvr>
                                        </p:animEffect>
                                      </p:childTnLst>
                                    </p:cTn>
                                  </p:par>
                                  <p:par>
                                    <p:cTn id="90" presetID="6" presetClass="emph" presetSubtype="0" autoRev="1" fill="hold" nodeType="withEffect">
                                      <p:stCondLst>
                                        <p:cond delay="1400"/>
                                      </p:stCondLst>
                                      <p:childTnLst>
                                        <p:animScale>
                                          <p:cBhvr>
                                            <p:cTn id="91" dur="150" fill="hold"/>
                                            <p:tgtEl>
                                              <p:spTgt spid="67"/>
                                            </p:tgtEl>
                                          </p:cBhvr>
                                          <p:by x="110000" y="110000"/>
                                        </p:animScale>
                                      </p:childTnLst>
                                    </p:cTn>
                                  </p:par>
                                  <p:par>
                                    <p:cTn id="92" presetID="53" presetClass="entr" presetSubtype="16" fill="hold" grpId="0" nodeType="withEffect">
                                      <p:stCondLst>
                                        <p:cond delay="1400"/>
                                      </p:stCondLst>
                                      <p:childTnLst>
                                        <p:set>
                                          <p:cBhvr>
                                            <p:cTn id="93" dur="1" fill="hold">
                                              <p:stCondLst>
                                                <p:cond delay="0"/>
                                              </p:stCondLst>
                                            </p:cTn>
                                            <p:tgtEl>
                                              <p:spTgt spid="85"/>
                                            </p:tgtEl>
                                            <p:attrNameLst>
                                              <p:attrName>style.visibility</p:attrName>
                                            </p:attrNameLst>
                                          </p:cBhvr>
                                          <p:to>
                                            <p:strVal val="visible"/>
                                          </p:to>
                                        </p:set>
                                        <p:anim calcmode="lin" valueType="num">
                                          <p:cBhvr>
                                            <p:cTn id="94" dur="300" fill="hold"/>
                                            <p:tgtEl>
                                              <p:spTgt spid="85"/>
                                            </p:tgtEl>
                                            <p:attrNameLst>
                                              <p:attrName>ppt_w</p:attrName>
                                            </p:attrNameLst>
                                          </p:cBhvr>
                                          <p:tavLst>
                                            <p:tav tm="0">
                                              <p:val>
                                                <p:fltVal val="0"/>
                                              </p:val>
                                            </p:tav>
                                            <p:tav tm="100000">
                                              <p:val>
                                                <p:strVal val="#ppt_w"/>
                                              </p:val>
                                            </p:tav>
                                          </p:tavLst>
                                        </p:anim>
                                        <p:anim calcmode="lin" valueType="num">
                                          <p:cBhvr>
                                            <p:cTn id="95" dur="300" fill="hold"/>
                                            <p:tgtEl>
                                              <p:spTgt spid="85"/>
                                            </p:tgtEl>
                                            <p:attrNameLst>
                                              <p:attrName>ppt_h</p:attrName>
                                            </p:attrNameLst>
                                          </p:cBhvr>
                                          <p:tavLst>
                                            <p:tav tm="0">
                                              <p:val>
                                                <p:fltVal val="0"/>
                                              </p:val>
                                            </p:tav>
                                            <p:tav tm="100000">
                                              <p:val>
                                                <p:strVal val="#ppt_h"/>
                                              </p:val>
                                            </p:tav>
                                          </p:tavLst>
                                        </p:anim>
                                        <p:animEffect transition="in" filter="fade">
                                          <p:cBhvr>
                                            <p:cTn id="96" dur="300"/>
                                            <p:tgtEl>
                                              <p:spTgt spid="85"/>
                                            </p:tgtEl>
                                          </p:cBhvr>
                                        </p:animEffect>
                                      </p:childTnLst>
                                    </p:cTn>
                                  </p:par>
                                  <p:par>
                                    <p:cTn id="97" presetID="6" presetClass="emph" presetSubtype="0" autoRev="1" fill="hold" grpId="1" nodeType="withEffect">
                                      <p:stCondLst>
                                        <p:cond delay="1700"/>
                                      </p:stCondLst>
                                      <p:childTnLst>
                                        <p:animScale>
                                          <p:cBhvr>
                                            <p:cTn id="98" dur="150" fill="hold"/>
                                            <p:tgtEl>
                                              <p:spTgt spid="85"/>
                                            </p:tgtEl>
                                          </p:cBhvr>
                                          <p:by x="110000" y="110000"/>
                                        </p:animScale>
                                      </p:childTnLst>
                                    </p:cTn>
                                  </p:par>
                                  <p:par>
                                    <p:cTn id="99" presetID="2" presetClass="entr" presetSubtype="8" fill="hold" grpId="0" nodeType="withEffect" p14:presetBounceEnd="50000">
                                      <p:stCondLst>
                                        <p:cond delay="1700"/>
                                      </p:stCondLst>
                                      <p:childTnLst>
                                        <p:set>
                                          <p:cBhvr>
                                            <p:cTn id="100" dur="1" fill="hold">
                                              <p:stCondLst>
                                                <p:cond delay="0"/>
                                              </p:stCondLst>
                                            </p:cTn>
                                            <p:tgtEl>
                                              <p:spTgt spid="70"/>
                                            </p:tgtEl>
                                            <p:attrNameLst>
                                              <p:attrName>style.visibility</p:attrName>
                                            </p:attrNameLst>
                                          </p:cBhvr>
                                          <p:to>
                                            <p:strVal val="visible"/>
                                          </p:to>
                                        </p:set>
                                        <p:anim calcmode="lin" valueType="num" p14:bounceEnd="50000">
                                          <p:cBhvr additive="base">
                                            <p:cTn id="101" dur="500" fill="hold"/>
                                            <p:tgtEl>
                                              <p:spTgt spid="70"/>
                                            </p:tgtEl>
                                            <p:attrNameLst>
                                              <p:attrName>ppt_x</p:attrName>
                                            </p:attrNameLst>
                                          </p:cBhvr>
                                          <p:tavLst>
                                            <p:tav tm="0">
                                              <p:val>
                                                <p:strVal val="0-#ppt_w/2"/>
                                              </p:val>
                                            </p:tav>
                                            <p:tav tm="100000">
                                              <p:val>
                                                <p:strVal val="#ppt_x"/>
                                              </p:val>
                                            </p:tav>
                                          </p:tavLst>
                                        </p:anim>
                                        <p:anim calcmode="lin" valueType="num" p14:bounceEnd="50000">
                                          <p:cBhvr additive="base">
                                            <p:cTn id="102" dur="500" fill="hold"/>
                                            <p:tgtEl>
                                              <p:spTgt spid="70"/>
                                            </p:tgtEl>
                                            <p:attrNameLst>
                                              <p:attrName>ppt_y</p:attrName>
                                            </p:attrNameLst>
                                          </p:cBhvr>
                                          <p:tavLst>
                                            <p:tav tm="0">
                                              <p:val>
                                                <p:strVal val="#ppt_y"/>
                                              </p:val>
                                            </p:tav>
                                            <p:tav tm="100000">
                                              <p:val>
                                                <p:strVal val="#ppt_y"/>
                                              </p:val>
                                            </p:tav>
                                          </p:tavLst>
                                        </p:anim>
                                      </p:childTnLst>
                                    </p:cTn>
                                  </p:par>
                                  <p:par>
                                    <p:cTn id="103" presetID="2" presetClass="entr" presetSubtype="8" fill="hold" grpId="0" nodeType="withEffect" p14:presetBounceEnd="50000">
                                      <p:stCondLst>
                                        <p:cond delay="1700"/>
                                      </p:stCondLst>
                                      <p:childTnLst>
                                        <p:set>
                                          <p:cBhvr>
                                            <p:cTn id="104" dur="1" fill="hold">
                                              <p:stCondLst>
                                                <p:cond delay="0"/>
                                              </p:stCondLst>
                                            </p:cTn>
                                            <p:tgtEl>
                                              <p:spTgt spid="71"/>
                                            </p:tgtEl>
                                            <p:attrNameLst>
                                              <p:attrName>style.visibility</p:attrName>
                                            </p:attrNameLst>
                                          </p:cBhvr>
                                          <p:to>
                                            <p:strVal val="visible"/>
                                          </p:to>
                                        </p:set>
                                        <p:anim calcmode="lin" valueType="num" p14:bounceEnd="50000">
                                          <p:cBhvr additive="base">
                                            <p:cTn id="105" dur="500" fill="hold"/>
                                            <p:tgtEl>
                                              <p:spTgt spid="71"/>
                                            </p:tgtEl>
                                            <p:attrNameLst>
                                              <p:attrName>ppt_x</p:attrName>
                                            </p:attrNameLst>
                                          </p:cBhvr>
                                          <p:tavLst>
                                            <p:tav tm="0">
                                              <p:val>
                                                <p:strVal val="0-#ppt_w/2"/>
                                              </p:val>
                                            </p:tav>
                                            <p:tav tm="100000">
                                              <p:val>
                                                <p:strVal val="#ppt_x"/>
                                              </p:val>
                                            </p:tav>
                                          </p:tavLst>
                                        </p:anim>
                                        <p:anim calcmode="lin" valueType="num" p14:bounceEnd="50000">
                                          <p:cBhvr additive="base">
                                            <p:cTn id="106" dur="500" fill="hold"/>
                                            <p:tgtEl>
                                              <p:spTgt spid="71"/>
                                            </p:tgtEl>
                                            <p:attrNameLst>
                                              <p:attrName>ppt_y</p:attrName>
                                            </p:attrNameLst>
                                          </p:cBhvr>
                                          <p:tavLst>
                                            <p:tav tm="0">
                                              <p:val>
                                                <p:strVal val="#ppt_y"/>
                                              </p:val>
                                            </p:tav>
                                            <p:tav tm="100000">
                                              <p:val>
                                                <p:strVal val="#ppt_y"/>
                                              </p:val>
                                            </p:tav>
                                          </p:tavLst>
                                        </p:anim>
                                      </p:childTnLst>
                                    </p:cTn>
                                  </p:par>
                                  <p:par>
                                    <p:cTn id="107" presetID="2" presetClass="entr" presetSubtype="8" fill="hold" grpId="0" nodeType="withEffect" p14:presetBounceEnd="50000">
                                      <p:stCondLst>
                                        <p:cond delay="1700"/>
                                      </p:stCondLst>
                                      <p:childTnLst>
                                        <p:set>
                                          <p:cBhvr>
                                            <p:cTn id="108" dur="1" fill="hold">
                                              <p:stCondLst>
                                                <p:cond delay="0"/>
                                              </p:stCondLst>
                                            </p:cTn>
                                            <p:tgtEl>
                                              <p:spTgt spid="78"/>
                                            </p:tgtEl>
                                            <p:attrNameLst>
                                              <p:attrName>style.visibility</p:attrName>
                                            </p:attrNameLst>
                                          </p:cBhvr>
                                          <p:to>
                                            <p:strVal val="visible"/>
                                          </p:to>
                                        </p:set>
                                        <p:anim calcmode="lin" valueType="num" p14:bounceEnd="50000">
                                          <p:cBhvr additive="base">
                                            <p:cTn id="109" dur="500" fill="hold"/>
                                            <p:tgtEl>
                                              <p:spTgt spid="78"/>
                                            </p:tgtEl>
                                            <p:attrNameLst>
                                              <p:attrName>ppt_x</p:attrName>
                                            </p:attrNameLst>
                                          </p:cBhvr>
                                          <p:tavLst>
                                            <p:tav tm="0">
                                              <p:val>
                                                <p:strVal val="0-#ppt_w/2"/>
                                              </p:val>
                                            </p:tav>
                                            <p:tav tm="100000">
                                              <p:val>
                                                <p:strVal val="#ppt_x"/>
                                              </p:val>
                                            </p:tav>
                                          </p:tavLst>
                                        </p:anim>
                                        <p:anim calcmode="lin" valueType="num" p14:bounceEnd="50000">
                                          <p:cBhvr additive="base">
                                            <p:cTn id="110" dur="500" fill="hold"/>
                                            <p:tgtEl>
                                              <p:spTgt spid="78"/>
                                            </p:tgtEl>
                                            <p:attrNameLst>
                                              <p:attrName>ppt_y</p:attrName>
                                            </p:attrNameLst>
                                          </p:cBhvr>
                                          <p:tavLst>
                                            <p:tav tm="0">
                                              <p:val>
                                                <p:strVal val="#ppt_y"/>
                                              </p:val>
                                            </p:tav>
                                            <p:tav tm="100000">
                                              <p:val>
                                                <p:strVal val="#ppt_y"/>
                                              </p:val>
                                            </p:tav>
                                          </p:tavLst>
                                        </p:anim>
                                      </p:childTnLst>
                                    </p:cTn>
                                  </p:par>
                                  <p:par>
                                    <p:cTn id="111" presetID="2" presetClass="entr" presetSubtype="2" fill="hold" grpId="0" nodeType="withEffect" p14:presetBounceEnd="50000">
                                      <p:stCondLst>
                                        <p:cond delay="1800"/>
                                      </p:stCondLst>
                                      <p:childTnLst>
                                        <p:set>
                                          <p:cBhvr>
                                            <p:cTn id="112" dur="1" fill="hold">
                                              <p:stCondLst>
                                                <p:cond delay="0"/>
                                              </p:stCondLst>
                                            </p:cTn>
                                            <p:tgtEl>
                                              <p:spTgt spid="73"/>
                                            </p:tgtEl>
                                            <p:attrNameLst>
                                              <p:attrName>style.visibility</p:attrName>
                                            </p:attrNameLst>
                                          </p:cBhvr>
                                          <p:to>
                                            <p:strVal val="visible"/>
                                          </p:to>
                                        </p:set>
                                        <p:anim calcmode="lin" valueType="num" p14:bounceEnd="50000">
                                          <p:cBhvr additive="base">
                                            <p:cTn id="113" dur="500" fill="hold"/>
                                            <p:tgtEl>
                                              <p:spTgt spid="73"/>
                                            </p:tgtEl>
                                            <p:attrNameLst>
                                              <p:attrName>ppt_x</p:attrName>
                                            </p:attrNameLst>
                                          </p:cBhvr>
                                          <p:tavLst>
                                            <p:tav tm="0">
                                              <p:val>
                                                <p:strVal val="1+#ppt_w/2"/>
                                              </p:val>
                                            </p:tav>
                                            <p:tav tm="100000">
                                              <p:val>
                                                <p:strVal val="#ppt_x"/>
                                              </p:val>
                                            </p:tav>
                                          </p:tavLst>
                                        </p:anim>
                                        <p:anim calcmode="lin" valueType="num" p14:bounceEnd="50000">
                                          <p:cBhvr additive="base">
                                            <p:cTn id="114" dur="500" fill="hold"/>
                                            <p:tgtEl>
                                              <p:spTgt spid="73"/>
                                            </p:tgtEl>
                                            <p:attrNameLst>
                                              <p:attrName>ppt_y</p:attrName>
                                            </p:attrNameLst>
                                          </p:cBhvr>
                                          <p:tavLst>
                                            <p:tav tm="0">
                                              <p:val>
                                                <p:strVal val="#ppt_y"/>
                                              </p:val>
                                            </p:tav>
                                            <p:tav tm="100000">
                                              <p:val>
                                                <p:strVal val="#ppt_y"/>
                                              </p:val>
                                            </p:tav>
                                          </p:tavLst>
                                        </p:anim>
                                      </p:childTnLst>
                                    </p:cTn>
                                  </p:par>
                                  <p:par>
                                    <p:cTn id="115" presetID="2" presetClass="entr" presetSubtype="2" fill="hold" grpId="0" nodeType="withEffect" p14:presetBounceEnd="50000">
                                      <p:stCondLst>
                                        <p:cond delay="1800"/>
                                      </p:stCondLst>
                                      <p:childTnLst>
                                        <p:set>
                                          <p:cBhvr>
                                            <p:cTn id="116" dur="1" fill="hold">
                                              <p:stCondLst>
                                                <p:cond delay="0"/>
                                              </p:stCondLst>
                                            </p:cTn>
                                            <p:tgtEl>
                                              <p:spTgt spid="75"/>
                                            </p:tgtEl>
                                            <p:attrNameLst>
                                              <p:attrName>style.visibility</p:attrName>
                                            </p:attrNameLst>
                                          </p:cBhvr>
                                          <p:to>
                                            <p:strVal val="visible"/>
                                          </p:to>
                                        </p:set>
                                        <p:anim calcmode="lin" valueType="num" p14:bounceEnd="50000">
                                          <p:cBhvr additive="base">
                                            <p:cTn id="117" dur="500" fill="hold"/>
                                            <p:tgtEl>
                                              <p:spTgt spid="75"/>
                                            </p:tgtEl>
                                            <p:attrNameLst>
                                              <p:attrName>ppt_x</p:attrName>
                                            </p:attrNameLst>
                                          </p:cBhvr>
                                          <p:tavLst>
                                            <p:tav tm="0">
                                              <p:val>
                                                <p:strVal val="1+#ppt_w/2"/>
                                              </p:val>
                                            </p:tav>
                                            <p:tav tm="100000">
                                              <p:val>
                                                <p:strVal val="#ppt_x"/>
                                              </p:val>
                                            </p:tav>
                                          </p:tavLst>
                                        </p:anim>
                                        <p:anim calcmode="lin" valueType="num" p14:bounceEnd="50000">
                                          <p:cBhvr additive="base">
                                            <p:cTn id="118" dur="500" fill="hold"/>
                                            <p:tgtEl>
                                              <p:spTgt spid="75"/>
                                            </p:tgtEl>
                                            <p:attrNameLst>
                                              <p:attrName>ppt_y</p:attrName>
                                            </p:attrNameLst>
                                          </p:cBhvr>
                                          <p:tavLst>
                                            <p:tav tm="0">
                                              <p:val>
                                                <p:strVal val="#ppt_y"/>
                                              </p:val>
                                            </p:tav>
                                            <p:tav tm="100000">
                                              <p:val>
                                                <p:strVal val="#ppt_y"/>
                                              </p:val>
                                            </p:tav>
                                          </p:tavLst>
                                        </p:anim>
                                      </p:childTnLst>
                                    </p:cTn>
                                  </p:par>
                                  <p:par>
                                    <p:cTn id="119" presetID="2" presetClass="entr" presetSubtype="2" fill="hold" grpId="0" nodeType="withEffect" p14:presetBounceEnd="50000">
                                      <p:stCondLst>
                                        <p:cond delay="1800"/>
                                      </p:stCondLst>
                                      <p:childTnLst>
                                        <p:set>
                                          <p:cBhvr>
                                            <p:cTn id="120" dur="1" fill="hold">
                                              <p:stCondLst>
                                                <p:cond delay="0"/>
                                              </p:stCondLst>
                                            </p:cTn>
                                            <p:tgtEl>
                                              <p:spTgt spid="80"/>
                                            </p:tgtEl>
                                            <p:attrNameLst>
                                              <p:attrName>style.visibility</p:attrName>
                                            </p:attrNameLst>
                                          </p:cBhvr>
                                          <p:to>
                                            <p:strVal val="visible"/>
                                          </p:to>
                                        </p:set>
                                        <p:anim calcmode="lin" valueType="num" p14:bounceEnd="50000">
                                          <p:cBhvr additive="base">
                                            <p:cTn id="121" dur="500" fill="hold"/>
                                            <p:tgtEl>
                                              <p:spTgt spid="80"/>
                                            </p:tgtEl>
                                            <p:attrNameLst>
                                              <p:attrName>ppt_x</p:attrName>
                                            </p:attrNameLst>
                                          </p:cBhvr>
                                          <p:tavLst>
                                            <p:tav tm="0">
                                              <p:val>
                                                <p:strVal val="1+#ppt_w/2"/>
                                              </p:val>
                                            </p:tav>
                                            <p:tav tm="100000">
                                              <p:val>
                                                <p:strVal val="#ppt_x"/>
                                              </p:val>
                                            </p:tav>
                                          </p:tavLst>
                                        </p:anim>
                                        <p:anim calcmode="lin" valueType="num" p14:bounceEnd="50000">
                                          <p:cBhvr additive="base">
                                            <p:cTn id="122" dur="500" fill="hold"/>
                                            <p:tgtEl>
                                              <p:spTgt spid="80"/>
                                            </p:tgtEl>
                                            <p:attrNameLst>
                                              <p:attrName>ppt_y</p:attrName>
                                            </p:attrNameLst>
                                          </p:cBhvr>
                                          <p:tavLst>
                                            <p:tav tm="0">
                                              <p:val>
                                                <p:strVal val="#ppt_y"/>
                                              </p:val>
                                            </p:tav>
                                            <p:tav tm="100000">
                                              <p:val>
                                                <p:strVal val="#ppt_y"/>
                                              </p:val>
                                            </p:tav>
                                          </p:tavLst>
                                        </p:anim>
                                      </p:childTnLst>
                                    </p:cTn>
                                  </p:par>
                                  <p:par>
                                    <p:cTn id="123" presetID="2" presetClass="entr" presetSubtype="8" fill="hold" grpId="0" nodeType="withEffect" p14:presetBounceEnd="50000">
                                      <p:stCondLst>
                                        <p:cond delay="1900"/>
                                      </p:stCondLst>
                                      <p:childTnLst>
                                        <p:set>
                                          <p:cBhvr>
                                            <p:cTn id="124" dur="1" fill="hold">
                                              <p:stCondLst>
                                                <p:cond delay="0"/>
                                              </p:stCondLst>
                                            </p:cTn>
                                            <p:tgtEl>
                                              <p:spTgt spid="72"/>
                                            </p:tgtEl>
                                            <p:attrNameLst>
                                              <p:attrName>style.visibility</p:attrName>
                                            </p:attrNameLst>
                                          </p:cBhvr>
                                          <p:to>
                                            <p:strVal val="visible"/>
                                          </p:to>
                                        </p:set>
                                        <p:anim calcmode="lin" valueType="num" p14:bounceEnd="50000">
                                          <p:cBhvr additive="base">
                                            <p:cTn id="125" dur="500" fill="hold"/>
                                            <p:tgtEl>
                                              <p:spTgt spid="72"/>
                                            </p:tgtEl>
                                            <p:attrNameLst>
                                              <p:attrName>ppt_x</p:attrName>
                                            </p:attrNameLst>
                                          </p:cBhvr>
                                          <p:tavLst>
                                            <p:tav tm="0">
                                              <p:val>
                                                <p:strVal val="0-#ppt_w/2"/>
                                              </p:val>
                                            </p:tav>
                                            <p:tav tm="100000">
                                              <p:val>
                                                <p:strVal val="#ppt_x"/>
                                              </p:val>
                                            </p:tav>
                                          </p:tavLst>
                                        </p:anim>
                                        <p:anim calcmode="lin" valueType="num" p14:bounceEnd="50000">
                                          <p:cBhvr additive="base">
                                            <p:cTn id="126" dur="500" fill="hold"/>
                                            <p:tgtEl>
                                              <p:spTgt spid="72"/>
                                            </p:tgtEl>
                                            <p:attrNameLst>
                                              <p:attrName>ppt_y</p:attrName>
                                            </p:attrNameLst>
                                          </p:cBhvr>
                                          <p:tavLst>
                                            <p:tav tm="0">
                                              <p:val>
                                                <p:strVal val="#ppt_y"/>
                                              </p:val>
                                            </p:tav>
                                            <p:tav tm="100000">
                                              <p:val>
                                                <p:strVal val="#ppt_y"/>
                                              </p:val>
                                            </p:tav>
                                          </p:tavLst>
                                        </p:anim>
                                      </p:childTnLst>
                                    </p:cTn>
                                  </p:par>
                                  <p:par>
                                    <p:cTn id="127" presetID="2" presetClass="entr" presetSubtype="8" fill="hold" grpId="0" nodeType="withEffect" p14:presetBounceEnd="50000">
                                      <p:stCondLst>
                                        <p:cond delay="1900"/>
                                      </p:stCondLst>
                                      <p:childTnLst>
                                        <p:set>
                                          <p:cBhvr>
                                            <p:cTn id="128" dur="1" fill="hold">
                                              <p:stCondLst>
                                                <p:cond delay="0"/>
                                              </p:stCondLst>
                                            </p:cTn>
                                            <p:tgtEl>
                                              <p:spTgt spid="77"/>
                                            </p:tgtEl>
                                            <p:attrNameLst>
                                              <p:attrName>style.visibility</p:attrName>
                                            </p:attrNameLst>
                                          </p:cBhvr>
                                          <p:to>
                                            <p:strVal val="visible"/>
                                          </p:to>
                                        </p:set>
                                        <p:anim calcmode="lin" valueType="num" p14:bounceEnd="50000">
                                          <p:cBhvr additive="base">
                                            <p:cTn id="129" dur="500" fill="hold"/>
                                            <p:tgtEl>
                                              <p:spTgt spid="77"/>
                                            </p:tgtEl>
                                            <p:attrNameLst>
                                              <p:attrName>ppt_x</p:attrName>
                                            </p:attrNameLst>
                                          </p:cBhvr>
                                          <p:tavLst>
                                            <p:tav tm="0">
                                              <p:val>
                                                <p:strVal val="0-#ppt_w/2"/>
                                              </p:val>
                                            </p:tav>
                                            <p:tav tm="100000">
                                              <p:val>
                                                <p:strVal val="#ppt_x"/>
                                              </p:val>
                                            </p:tav>
                                          </p:tavLst>
                                        </p:anim>
                                        <p:anim calcmode="lin" valueType="num" p14:bounceEnd="50000">
                                          <p:cBhvr additive="base">
                                            <p:cTn id="130" dur="500" fill="hold"/>
                                            <p:tgtEl>
                                              <p:spTgt spid="77"/>
                                            </p:tgtEl>
                                            <p:attrNameLst>
                                              <p:attrName>ppt_y</p:attrName>
                                            </p:attrNameLst>
                                          </p:cBhvr>
                                          <p:tavLst>
                                            <p:tav tm="0">
                                              <p:val>
                                                <p:strVal val="#ppt_y"/>
                                              </p:val>
                                            </p:tav>
                                            <p:tav tm="100000">
                                              <p:val>
                                                <p:strVal val="#ppt_y"/>
                                              </p:val>
                                            </p:tav>
                                          </p:tavLst>
                                        </p:anim>
                                      </p:childTnLst>
                                    </p:cTn>
                                  </p:par>
                                  <p:par>
                                    <p:cTn id="131" presetID="2" presetClass="entr" presetSubtype="8" fill="hold" grpId="0" nodeType="withEffect" p14:presetBounceEnd="50000">
                                      <p:stCondLst>
                                        <p:cond delay="1900"/>
                                      </p:stCondLst>
                                      <p:childTnLst>
                                        <p:set>
                                          <p:cBhvr>
                                            <p:cTn id="132" dur="1" fill="hold">
                                              <p:stCondLst>
                                                <p:cond delay="0"/>
                                              </p:stCondLst>
                                            </p:cTn>
                                            <p:tgtEl>
                                              <p:spTgt spid="79"/>
                                            </p:tgtEl>
                                            <p:attrNameLst>
                                              <p:attrName>style.visibility</p:attrName>
                                            </p:attrNameLst>
                                          </p:cBhvr>
                                          <p:to>
                                            <p:strVal val="visible"/>
                                          </p:to>
                                        </p:set>
                                        <p:anim calcmode="lin" valueType="num" p14:bounceEnd="50000">
                                          <p:cBhvr additive="base">
                                            <p:cTn id="133" dur="500" fill="hold"/>
                                            <p:tgtEl>
                                              <p:spTgt spid="79"/>
                                            </p:tgtEl>
                                            <p:attrNameLst>
                                              <p:attrName>ppt_x</p:attrName>
                                            </p:attrNameLst>
                                          </p:cBhvr>
                                          <p:tavLst>
                                            <p:tav tm="0">
                                              <p:val>
                                                <p:strVal val="0-#ppt_w/2"/>
                                              </p:val>
                                            </p:tav>
                                            <p:tav tm="100000">
                                              <p:val>
                                                <p:strVal val="#ppt_x"/>
                                              </p:val>
                                            </p:tav>
                                          </p:tavLst>
                                        </p:anim>
                                        <p:anim calcmode="lin" valueType="num" p14:bounceEnd="50000">
                                          <p:cBhvr additive="base">
                                            <p:cTn id="134" dur="500" fill="hold"/>
                                            <p:tgtEl>
                                              <p:spTgt spid="79"/>
                                            </p:tgtEl>
                                            <p:attrNameLst>
                                              <p:attrName>ppt_y</p:attrName>
                                            </p:attrNameLst>
                                          </p:cBhvr>
                                          <p:tavLst>
                                            <p:tav tm="0">
                                              <p:val>
                                                <p:strVal val="#ppt_y"/>
                                              </p:val>
                                            </p:tav>
                                            <p:tav tm="100000">
                                              <p:val>
                                                <p:strVal val="#ppt_y"/>
                                              </p:val>
                                            </p:tav>
                                          </p:tavLst>
                                        </p:anim>
                                      </p:childTnLst>
                                    </p:cTn>
                                  </p:par>
                                  <p:par>
                                    <p:cTn id="135" presetID="2" presetClass="entr" presetSubtype="2" fill="hold" grpId="0" nodeType="withEffect" p14:presetBounceEnd="50000">
                                      <p:stCondLst>
                                        <p:cond delay="2000"/>
                                      </p:stCondLst>
                                      <p:childTnLst>
                                        <p:set>
                                          <p:cBhvr>
                                            <p:cTn id="136" dur="1" fill="hold">
                                              <p:stCondLst>
                                                <p:cond delay="0"/>
                                              </p:stCondLst>
                                            </p:cTn>
                                            <p:tgtEl>
                                              <p:spTgt spid="74"/>
                                            </p:tgtEl>
                                            <p:attrNameLst>
                                              <p:attrName>style.visibility</p:attrName>
                                            </p:attrNameLst>
                                          </p:cBhvr>
                                          <p:to>
                                            <p:strVal val="visible"/>
                                          </p:to>
                                        </p:set>
                                        <p:anim calcmode="lin" valueType="num" p14:bounceEnd="50000">
                                          <p:cBhvr additive="base">
                                            <p:cTn id="137" dur="500" fill="hold"/>
                                            <p:tgtEl>
                                              <p:spTgt spid="74"/>
                                            </p:tgtEl>
                                            <p:attrNameLst>
                                              <p:attrName>ppt_x</p:attrName>
                                            </p:attrNameLst>
                                          </p:cBhvr>
                                          <p:tavLst>
                                            <p:tav tm="0">
                                              <p:val>
                                                <p:strVal val="1+#ppt_w/2"/>
                                              </p:val>
                                            </p:tav>
                                            <p:tav tm="100000">
                                              <p:val>
                                                <p:strVal val="#ppt_x"/>
                                              </p:val>
                                            </p:tav>
                                          </p:tavLst>
                                        </p:anim>
                                        <p:anim calcmode="lin" valueType="num" p14:bounceEnd="50000">
                                          <p:cBhvr additive="base">
                                            <p:cTn id="138" dur="500" fill="hold"/>
                                            <p:tgtEl>
                                              <p:spTgt spid="74"/>
                                            </p:tgtEl>
                                            <p:attrNameLst>
                                              <p:attrName>ppt_y</p:attrName>
                                            </p:attrNameLst>
                                          </p:cBhvr>
                                          <p:tavLst>
                                            <p:tav tm="0">
                                              <p:val>
                                                <p:strVal val="#ppt_y"/>
                                              </p:val>
                                            </p:tav>
                                            <p:tav tm="100000">
                                              <p:val>
                                                <p:strVal val="#ppt_y"/>
                                              </p:val>
                                            </p:tav>
                                          </p:tavLst>
                                        </p:anim>
                                      </p:childTnLst>
                                    </p:cTn>
                                  </p:par>
                                  <p:par>
                                    <p:cTn id="139" presetID="2" presetClass="entr" presetSubtype="2" fill="hold" grpId="0" nodeType="withEffect" p14:presetBounceEnd="50000">
                                      <p:stCondLst>
                                        <p:cond delay="2000"/>
                                      </p:stCondLst>
                                      <p:childTnLst>
                                        <p:set>
                                          <p:cBhvr>
                                            <p:cTn id="140" dur="1" fill="hold">
                                              <p:stCondLst>
                                                <p:cond delay="0"/>
                                              </p:stCondLst>
                                            </p:cTn>
                                            <p:tgtEl>
                                              <p:spTgt spid="76"/>
                                            </p:tgtEl>
                                            <p:attrNameLst>
                                              <p:attrName>style.visibility</p:attrName>
                                            </p:attrNameLst>
                                          </p:cBhvr>
                                          <p:to>
                                            <p:strVal val="visible"/>
                                          </p:to>
                                        </p:set>
                                        <p:anim calcmode="lin" valueType="num" p14:bounceEnd="50000">
                                          <p:cBhvr additive="base">
                                            <p:cTn id="141" dur="500" fill="hold"/>
                                            <p:tgtEl>
                                              <p:spTgt spid="76"/>
                                            </p:tgtEl>
                                            <p:attrNameLst>
                                              <p:attrName>ppt_x</p:attrName>
                                            </p:attrNameLst>
                                          </p:cBhvr>
                                          <p:tavLst>
                                            <p:tav tm="0">
                                              <p:val>
                                                <p:strVal val="1+#ppt_w/2"/>
                                              </p:val>
                                            </p:tav>
                                            <p:tav tm="100000">
                                              <p:val>
                                                <p:strVal val="#ppt_x"/>
                                              </p:val>
                                            </p:tav>
                                          </p:tavLst>
                                        </p:anim>
                                        <p:anim calcmode="lin" valueType="num" p14:bounceEnd="50000">
                                          <p:cBhvr additive="base">
                                            <p:cTn id="142" dur="500" fill="hold"/>
                                            <p:tgtEl>
                                              <p:spTgt spid="76"/>
                                            </p:tgtEl>
                                            <p:attrNameLst>
                                              <p:attrName>ppt_y</p:attrName>
                                            </p:attrNameLst>
                                          </p:cBhvr>
                                          <p:tavLst>
                                            <p:tav tm="0">
                                              <p:val>
                                                <p:strVal val="#ppt_y"/>
                                              </p:val>
                                            </p:tav>
                                            <p:tav tm="100000">
                                              <p:val>
                                                <p:strVal val="#ppt_y"/>
                                              </p:val>
                                            </p:tav>
                                          </p:tavLst>
                                        </p:anim>
                                      </p:childTnLst>
                                    </p:cTn>
                                  </p:par>
                                  <p:par>
                                    <p:cTn id="143" presetID="2" presetClass="entr" presetSubtype="2" fill="hold" grpId="0" nodeType="withEffect" p14:presetBounceEnd="50000">
                                      <p:stCondLst>
                                        <p:cond delay="2000"/>
                                      </p:stCondLst>
                                      <p:childTnLst>
                                        <p:set>
                                          <p:cBhvr>
                                            <p:cTn id="144" dur="1" fill="hold">
                                              <p:stCondLst>
                                                <p:cond delay="0"/>
                                              </p:stCondLst>
                                            </p:cTn>
                                            <p:tgtEl>
                                              <p:spTgt spid="81"/>
                                            </p:tgtEl>
                                            <p:attrNameLst>
                                              <p:attrName>style.visibility</p:attrName>
                                            </p:attrNameLst>
                                          </p:cBhvr>
                                          <p:to>
                                            <p:strVal val="visible"/>
                                          </p:to>
                                        </p:set>
                                        <p:anim calcmode="lin" valueType="num" p14:bounceEnd="50000">
                                          <p:cBhvr additive="base">
                                            <p:cTn id="145" dur="500" fill="hold"/>
                                            <p:tgtEl>
                                              <p:spTgt spid="81"/>
                                            </p:tgtEl>
                                            <p:attrNameLst>
                                              <p:attrName>ppt_x</p:attrName>
                                            </p:attrNameLst>
                                          </p:cBhvr>
                                          <p:tavLst>
                                            <p:tav tm="0">
                                              <p:val>
                                                <p:strVal val="1+#ppt_w/2"/>
                                              </p:val>
                                            </p:tav>
                                            <p:tav tm="100000">
                                              <p:val>
                                                <p:strVal val="#ppt_x"/>
                                              </p:val>
                                            </p:tav>
                                          </p:tavLst>
                                        </p:anim>
                                        <p:anim calcmode="lin" valueType="num" p14:bounceEnd="50000">
                                          <p:cBhvr additive="base">
                                            <p:cTn id="146" dur="500" fill="hold"/>
                                            <p:tgtEl>
                                              <p:spTgt spid="81"/>
                                            </p:tgtEl>
                                            <p:attrNameLst>
                                              <p:attrName>ppt_y</p:attrName>
                                            </p:attrNameLst>
                                          </p:cBhvr>
                                          <p:tavLst>
                                            <p:tav tm="0">
                                              <p:val>
                                                <p:strVal val="#ppt_y"/>
                                              </p:val>
                                            </p:tav>
                                            <p:tav tm="100000">
                                              <p:val>
                                                <p:strVal val="#ppt_y"/>
                                              </p:val>
                                            </p:tav>
                                          </p:tavLst>
                                        </p:anim>
                                      </p:childTnLst>
                                    </p:cTn>
                                  </p:par>
                                  <p:par>
                                    <p:cTn id="147" presetID="16" presetClass="entr" presetSubtype="37" fill="hold" nodeType="withEffect">
                                      <p:stCondLst>
                                        <p:cond delay="1000"/>
                                      </p:stCondLst>
                                      <p:childTnLst>
                                        <p:set>
                                          <p:cBhvr>
                                            <p:cTn id="148" dur="1" fill="hold">
                                              <p:stCondLst>
                                                <p:cond delay="0"/>
                                              </p:stCondLst>
                                            </p:cTn>
                                            <p:tgtEl>
                                              <p:spTgt spid="87"/>
                                            </p:tgtEl>
                                            <p:attrNameLst>
                                              <p:attrName>style.visibility</p:attrName>
                                            </p:attrNameLst>
                                          </p:cBhvr>
                                          <p:to>
                                            <p:strVal val="visible"/>
                                          </p:to>
                                        </p:set>
                                        <p:animEffect transition="in" filter="barn(outVertical)">
                                          <p:cBhvr>
                                            <p:cTn id="149" dur="500"/>
                                            <p:tgtEl>
                                              <p:spTgt spid="87"/>
                                            </p:tgtEl>
                                          </p:cBhvr>
                                        </p:animEffect>
                                      </p:childTnLst>
                                    </p:cTn>
                                  </p:par>
                                  <p:par>
                                    <p:cTn id="150" presetID="16" presetClass="entr" presetSubtype="37" fill="hold" grpId="0" nodeType="withEffect">
                                      <p:stCondLst>
                                        <p:cond delay="1000"/>
                                      </p:stCondLst>
                                      <p:childTnLst>
                                        <p:set>
                                          <p:cBhvr>
                                            <p:cTn id="151" dur="1" fill="hold">
                                              <p:stCondLst>
                                                <p:cond delay="0"/>
                                              </p:stCondLst>
                                            </p:cTn>
                                            <p:tgtEl>
                                              <p:spTgt spid="64"/>
                                            </p:tgtEl>
                                            <p:attrNameLst>
                                              <p:attrName>style.visibility</p:attrName>
                                            </p:attrNameLst>
                                          </p:cBhvr>
                                          <p:to>
                                            <p:strVal val="visible"/>
                                          </p:to>
                                        </p:set>
                                        <p:animEffect transition="in" filter="barn(outVertical)">
                                          <p:cBhvr>
                                            <p:cTn id="15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59" grpId="0" animBg="1"/>
          <p:bldP spid="59" grpId="1" animBg="1"/>
          <p:bldP spid="60" grpId="0" animBg="1"/>
          <p:bldP spid="60" grpId="1" animBg="1"/>
          <p:bldP spid="61" grpId="0" animBg="1"/>
          <p:bldP spid="61" grpId="1" animBg="1"/>
          <p:bldP spid="62" grpId="0"/>
          <p:bldP spid="62" grpId="1"/>
          <p:bldP spid="63" grpId="0"/>
          <p:bldP spid="64" grpId="0"/>
          <p:bldP spid="70" grpId="0" animBg="1"/>
          <p:bldP spid="71" grpId="0" animBg="1"/>
          <p:bldP spid="72" grpId="0" animBg="1"/>
          <p:bldP spid="73" grpId="0" animBg="1"/>
          <p:bldP spid="74" grpId="0" animBg="1"/>
          <p:bldP spid="75" grpId="0" animBg="1"/>
          <p:bldP spid="76" grpId="0" animBg="1"/>
          <p:bldP spid="77" grpId="0" animBg="1"/>
          <p:bldP spid="78" grpId="0"/>
          <p:bldP spid="79" grpId="0"/>
          <p:bldP spid="80" grpId="0"/>
          <p:bldP spid="81" grpId="0"/>
          <p:bldP spid="82" grpId="0"/>
          <p:bldP spid="82" grpId="1"/>
          <p:bldP spid="83" grpId="0"/>
          <p:bldP spid="83" grpId="1"/>
          <p:bldP spid="84" grpId="0"/>
          <p:bldP spid="84" grpId="1"/>
          <p:bldP spid="85" grpId="0"/>
          <p:bldP spid="85" grpId="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p:cTn id="7" dur="300" fill="hold"/>
                                            <p:tgtEl>
                                              <p:spTgt spid="61"/>
                                            </p:tgtEl>
                                            <p:attrNameLst>
                                              <p:attrName>ppt_w</p:attrName>
                                            </p:attrNameLst>
                                          </p:cBhvr>
                                          <p:tavLst>
                                            <p:tav tm="0">
                                              <p:val>
                                                <p:fltVal val="0"/>
                                              </p:val>
                                            </p:tav>
                                            <p:tav tm="100000">
                                              <p:val>
                                                <p:strVal val="#ppt_w"/>
                                              </p:val>
                                            </p:tav>
                                          </p:tavLst>
                                        </p:anim>
                                        <p:anim calcmode="lin" valueType="num">
                                          <p:cBhvr>
                                            <p:cTn id="8" dur="300" fill="hold"/>
                                            <p:tgtEl>
                                              <p:spTgt spid="61"/>
                                            </p:tgtEl>
                                            <p:attrNameLst>
                                              <p:attrName>ppt_h</p:attrName>
                                            </p:attrNameLst>
                                          </p:cBhvr>
                                          <p:tavLst>
                                            <p:tav tm="0">
                                              <p:val>
                                                <p:fltVal val="0"/>
                                              </p:val>
                                            </p:tav>
                                            <p:tav tm="100000">
                                              <p:val>
                                                <p:strVal val="#ppt_h"/>
                                              </p:val>
                                            </p:tav>
                                          </p:tavLst>
                                        </p:anim>
                                        <p:animEffect transition="in" filter="fade">
                                          <p:cBhvr>
                                            <p:cTn id="9" dur="300"/>
                                            <p:tgtEl>
                                              <p:spTgt spid="61"/>
                                            </p:tgtEl>
                                          </p:cBhvr>
                                        </p:animEffect>
                                      </p:childTnLst>
                                    </p:cTn>
                                  </p:par>
                                  <p:par>
                                    <p:cTn id="10" presetID="6" presetClass="emph" presetSubtype="0" autoRev="1" fill="hold" grpId="1" nodeType="withEffect">
                                      <p:stCondLst>
                                        <p:cond delay="300"/>
                                      </p:stCondLst>
                                      <p:childTnLst>
                                        <p:animScale>
                                          <p:cBhvr>
                                            <p:cTn id="11" dur="150" fill="hold"/>
                                            <p:tgtEl>
                                              <p:spTgt spid="61"/>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60"/>
                                            </p:tgtEl>
                                            <p:attrNameLst>
                                              <p:attrName>style.visibility</p:attrName>
                                            </p:attrNameLst>
                                          </p:cBhvr>
                                          <p:to>
                                            <p:strVal val="visible"/>
                                          </p:to>
                                        </p:set>
                                        <p:anim calcmode="lin" valueType="num">
                                          <p:cBhvr>
                                            <p:cTn id="14" dur="300" fill="hold"/>
                                            <p:tgtEl>
                                              <p:spTgt spid="60"/>
                                            </p:tgtEl>
                                            <p:attrNameLst>
                                              <p:attrName>ppt_w</p:attrName>
                                            </p:attrNameLst>
                                          </p:cBhvr>
                                          <p:tavLst>
                                            <p:tav tm="0">
                                              <p:val>
                                                <p:fltVal val="0"/>
                                              </p:val>
                                            </p:tav>
                                            <p:tav tm="100000">
                                              <p:val>
                                                <p:strVal val="#ppt_w"/>
                                              </p:val>
                                            </p:tav>
                                          </p:tavLst>
                                        </p:anim>
                                        <p:anim calcmode="lin" valueType="num">
                                          <p:cBhvr>
                                            <p:cTn id="15" dur="300" fill="hold"/>
                                            <p:tgtEl>
                                              <p:spTgt spid="60"/>
                                            </p:tgtEl>
                                            <p:attrNameLst>
                                              <p:attrName>ppt_h</p:attrName>
                                            </p:attrNameLst>
                                          </p:cBhvr>
                                          <p:tavLst>
                                            <p:tav tm="0">
                                              <p:val>
                                                <p:fltVal val="0"/>
                                              </p:val>
                                            </p:tav>
                                            <p:tav tm="100000">
                                              <p:val>
                                                <p:strVal val="#ppt_h"/>
                                              </p:val>
                                            </p:tav>
                                          </p:tavLst>
                                        </p:anim>
                                        <p:animEffect transition="in" filter="fade">
                                          <p:cBhvr>
                                            <p:cTn id="16" dur="300"/>
                                            <p:tgtEl>
                                              <p:spTgt spid="60"/>
                                            </p:tgtEl>
                                          </p:cBhvr>
                                        </p:animEffect>
                                      </p:childTnLst>
                                    </p:cTn>
                                  </p:par>
                                  <p:par>
                                    <p:cTn id="17" presetID="6" presetClass="emph" presetSubtype="0" autoRev="1" fill="hold" grpId="1" nodeType="withEffect">
                                      <p:stCondLst>
                                        <p:cond delay="600"/>
                                      </p:stCondLst>
                                      <p:childTnLst>
                                        <p:animScale>
                                          <p:cBhvr>
                                            <p:cTn id="18" dur="150" fill="hold"/>
                                            <p:tgtEl>
                                              <p:spTgt spid="60"/>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9"/>
                                            </p:tgtEl>
                                            <p:attrNameLst>
                                              <p:attrName>style.visibility</p:attrName>
                                            </p:attrNameLst>
                                          </p:cBhvr>
                                          <p:to>
                                            <p:strVal val="visible"/>
                                          </p:to>
                                        </p:set>
                                        <p:anim calcmode="lin" valueType="num">
                                          <p:cBhvr>
                                            <p:cTn id="21" dur="300" fill="hold"/>
                                            <p:tgtEl>
                                              <p:spTgt spid="59"/>
                                            </p:tgtEl>
                                            <p:attrNameLst>
                                              <p:attrName>ppt_w</p:attrName>
                                            </p:attrNameLst>
                                          </p:cBhvr>
                                          <p:tavLst>
                                            <p:tav tm="0">
                                              <p:val>
                                                <p:fltVal val="0"/>
                                              </p:val>
                                            </p:tav>
                                            <p:tav tm="100000">
                                              <p:val>
                                                <p:strVal val="#ppt_w"/>
                                              </p:val>
                                            </p:tav>
                                          </p:tavLst>
                                        </p:anim>
                                        <p:anim calcmode="lin" valueType="num">
                                          <p:cBhvr>
                                            <p:cTn id="22" dur="300" fill="hold"/>
                                            <p:tgtEl>
                                              <p:spTgt spid="59"/>
                                            </p:tgtEl>
                                            <p:attrNameLst>
                                              <p:attrName>ppt_h</p:attrName>
                                            </p:attrNameLst>
                                          </p:cBhvr>
                                          <p:tavLst>
                                            <p:tav tm="0">
                                              <p:val>
                                                <p:fltVal val="0"/>
                                              </p:val>
                                            </p:tav>
                                            <p:tav tm="100000">
                                              <p:val>
                                                <p:strVal val="#ppt_h"/>
                                              </p:val>
                                            </p:tav>
                                          </p:tavLst>
                                        </p:anim>
                                        <p:animEffect transition="in" filter="fade">
                                          <p:cBhvr>
                                            <p:cTn id="23" dur="300"/>
                                            <p:tgtEl>
                                              <p:spTgt spid="59"/>
                                            </p:tgtEl>
                                          </p:cBhvr>
                                        </p:animEffect>
                                      </p:childTnLst>
                                    </p:cTn>
                                  </p:par>
                                  <p:par>
                                    <p:cTn id="24" presetID="6" presetClass="emph" presetSubtype="0" autoRev="1" fill="hold" grpId="1" nodeType="withEffect">
                                      <p:stCondLst>
                                        <p:cond delay="900"/>
                                      </p:stCondLst>
                                      <p:childTnLst>
                                        <p:animScale>
                                          <p:cBhvr>
                                            <p:cTn id="25" dur="150" fill="hold"/>
                                            <p:tgtEl>
                                              <p:spTgt spid="59"/>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8"/>
                                            </p:tgtEl>
                                            <p:attrNameLst>
                                              <p:attrName>style.visibility</p:attrName>
                                            </p:attrNameLst>
                                          </p:cBhvr>
                                          <p:to>
                                            <p:strVal val="visible"/>
                                          </p:to>
                                        </p:set>
                                        <p:anim calcmode="lin" valueType="num">
                                          <p:cBhvr>
                                            <p:cTn id="28" dur="300" fill="hold"/>
                                            <p:tgtEl>
                                              <p:spTgt spid="58"/>
                                            </p:tgtEl>
                                            <p:attrNameLst>
                                              <p:attrName>ppt_w</p:attrName>
                                            </p:attrNameLst>
                                          </p:cBhvr>
                                          <p:tavLst>
                                            <p:tav tm="0">
                                              <p:val>
                                                <p:fltVal val="0"/>
                                              </p:val>
                                            </p:tav>
                                            <p:tav tm="100000">
                                              <p:val>
                                                <p:strVal val="#ppt_w"/>
                                              </p:val>
                                            </p:tav>
                                          </p:tavLst>
                                        </p:anim>
                                        <p:anim calcmode="lin" valueType="num">
                                          <p:cBhvr>
                                            <p:cTn id="29" dur="300" fill="hold"/>
                                            <p:tgtEl>
                                              <p:spTgt spid="58"/>
                                            </p:tgtEl>
                                            <p:attrNameLst>
                                              <p:attrName>ppt_h</p:attrName>
                                            </p:attrNameLst>
                                          </p:cBhvr>
                                          <p:tavLst>
                                            <p:tav tm="0">
                                              <p:val>
                                                <p:fltVal val="0"/>
                                              </p:val>
                                            </p:tav>
                                            <p:tav tm="100000">
                                              <p:val>
                                                <p:strVal val="#ppt_h"/>
                                              </p:val>
                                            </p:tav>
                                          </p:tavLst>
                                        </p:anim>
                                        <p:animEffect transition="in" filter="fade">
                                          <p:cBhvr>
                                            <p:cTn id="30" dur="300"/>
                                            <p:tgtEl>
                                              <p:spTgt spid="58"/>
                                            </p:tgtEl>
                                          </p:cBhvr>
                                        </p:animEffect>
                                      </p:childTnLst>
                                    </p:cTn>
                                  </p:par>
                                  <p:par>
                                    <p:cTn id="31" presetID="6" presetClass="emph" presetSubtype="0" autoRev="1" fill="hold" grpId="1" nodeType="withEffect">
                                      <p:stCondLst>
                                        <p:cond delay="1200"/>
                                      </p:stCondLst>
                                      <p:childTnLst>
                                        <p:animScale>
                                          <p:cBhvr>
                                            <p:cTn id="32" dur="150" fill="hold"/>
                                            <p:tgtEl>
                                              <p:spTgt spid="58"/>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62"/>
                                            </p:tgtEl>
                                            <p:attrNameLst>
                                              <p:attrName>style.visibility</p:attrName>
                                            </p:attrNameLst>
                                          </p:cBhvr>
                                          <p:to>
                                            <p:strVal val="visible"/>
                                          </p:to>
                                        </p:set>
                                        <p:anim calcmode="lin" valueType="num">
                                          <p:cBhvr>
                                            <p:cTn id="35" dur="300" fill="hold"/>
                                            <p:tgtEl>
                                              <p:spTgt spid="62"/>
                                            </p:tgtEl>
                                            <p:attrNameLst>
                                              <p:attrName>ppt_w</p:attrName>
                                            </p:attrNameLst>
                                          </p:cBhvr>
                                          <p:tavLst>
                                            <p:tav tm="0">
                                              <p:val>
                                                <p:fltVal val="0"/>
                                              </p:val>
                                            </p:tav>
                                            <p:tav tm="100000">
                                              <p:val>
                                                <p:strVal val="#ppt_w"/>
                                              </p:val>
                                            </p:tav>
                                          </p:tavLst>
                                        </p:anim>
                                        <p:anim calcmode="lin" valueType="num">
                                          <p:cBhvr>
                                            <p:cTn id="36" dur="300" fill="hold"/>
                                            <p:tgtEl>
                                              <p:spTgt spid="62"/>
                                            </p:tgtEl>
                                            <p:attrNameLst>
                                              <p:attrName>ppt_h</p:attrName>
                                            </p:attrNameLst>
                                          </p:cBhvr>
                                          <p:tavLst>
                                            <p:tav tm="0">
                                              <p:val>
                                                <p:fltVal val="0"/>
                                              </p:val>
                                            </p:tav>
                                            <p:tav tm="100000">
                                              <p:val>
                                                <p:strVal val="#ppt_h"/>
                                              </p:val>
                                            </p:tav>
                                          </p:tavLst>
                                        </p:anim>
                                        <p:animEffect transition="in" filter="fade">
                                          <p:cBhvr>
                                            <p:cTn id="37" dur="300"/>
                                            <p:tgtEl>
                                              <p:spTgt spid="62"/>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par>
                                    <p:cTn id="41" presetID="6" presetClass="emph" presetSubtype="0" autoRev="1" fill="hold" grpId="1" nodeType="withEffect">
                                      <p:stCondLst>
                                        <p:cond delay="800"/>
                                      </p:stCondLst>
                                      <p:childTnLst>
                                        <p:animScale>
                                          <p:cBhvr>
                                            <p:cTn id="42" dur="150" fill="hold"/>
                                            <p:tgtEl>
                                              <p:spTgt spid="62"/>
                                            </p:tgtEl>
                                          </p:cBhvr>
                                          <p:by x="110000" y="110000"/>
                                        </p:animScale>
                                      </p:childTnLst>
                                    </p:cTn>
                                  </p:par>
                                  <p:par>
                                    <p:cTn id="43" presetID="53" presetClass="entr" presetSubtype="16" fill="hold" nodeType="withEffect">
                                      <p:stCondLst>
                                        <p:cond delay="800"/>
                                      </p:stCondLst>
                                      <p:childTnLst>
                                        <p:set>
                                          <p:cBhvr>
                                            <p:cTn id="44" dur="1" fill="hold">
                                              <p:stCondLst>
                                                <p:cond delay="0"/>
                                              </p:stCondLst>
                                            </p:cTn>
                                            <p:tgtEl>
                                              <p:spTgt spid="49"/>
                                            </p:tgtEl>
                                            <p:attrNameLst>
                                              <p:attrName>style.visibility</p:attrName>
                                            </p:attrNameLst>
                                          </p:cBhvr>
                                          <p:to>
                                            <p:strVal val="visible"/>
                                          </p:to>
                                        </p:set>
                                        <p:anim calcmode="lin" valueType="num">
                                          <p:cBhvr>
                                            <p:cTn id="45" dur="300" fill="hold"/>
                                            <p:tgtEl>
                                              <p:spTgt spid="49"/>
                                            </p:tgtEl>
                                            <p:attrNameLst>
                                              <p:attrName>ppt_w</p:attrName>
                                            </p:attrNameLst>
                                          </p:cBhvr>
                                          <p:tavLst>
                                            <p:tav tm="0">
                                              <p:val>
                                                <p:fltVal val="0"/>
                                              </p:val>
                                            </p:tav>
                                            <p:tav tm="100000">
                                              <p:val>
                                                <p:strVal val="#ppt_w"/>
                                              </p:val>
                                            </p:tav>
                                          </p:tavLst>
                                        </p:anim>
                                        <p:anim calcmode="lin" valueType="num">
                                          <p:cBhvr>
                                            <p:cTn id="46" dur="300" fill="hold"/>
                                            <p:tgtEl>
                                              <p:spTgt spid="49"/>
                                            </p:tgtEl>
                                            <p:attrNameLst>
                                              <p:attrName>ppt_h</p:attrName>
                                            </p:attrNameLst>
                                          </p:cBhvr>
                                          <p:tavLst>
                                            <p:tav tm="0">
                                              <p:val>
                                                <p:fltVal val="0"/>
                                              </p:val>
                                            </p:tav>
                                            <p:tav tm="100000">
                                              <p:val>
                                                <p:strVal val="#ppt_h"/>
                                              </p:val>
                                            </p:tav>
                                          </p:tavLst>
                                        </p:anim>
                                        <p:animEffect transition="in" filter="fade">
                                          <p:cBhvr>
                                            <p:cTn id="47" dur="300"/>
                                            <p:tgtEl>
                                              <p:spTgt spid="49"/>
                                            </p:tgtEl>
                                          </p:cBhvr>
                                        </p:animEffect>
                                      </p:childTnLst>
                                    </p:cTn>
                                  </p:par>
                                  <p:par>
                                    <p:cTn id="48" presetID="6" presetClass="emph" presetSubtype="0" autoRev="1" fill="hold" nodeType="withEffect">
                                      <p:stCondLst>
                                        <p:cond delay="1100"/>
                                      </p:stCondLst>
                                      <p:childTnLst>
                                        <p:animScale>
                                          <p:cBhvr>
                                            <p:cTn id="49" dur="150" fill="hold"/>
                                            <p:tgtEl>
                                              <p:spTgt spid="49"/>
                                            </p:tgtEl>
                                          </p:cBhvr>
                                          <p:by x="110000" y="110000"/>
                                        </p:animScale>
                                      </p:childTnLst>
                                    </p:cTn>
                                  </p:par>
                                  <p:par>
                                    <p:cTn id="50" presetID="53" presetClass="entr" presetSubtype="16" fill="hold" grpId="0" nodeType="withEffect">
                                      <p:stCondLst>
                                        <p:cond delay="1100"/>
                                      </p:stCondLst>
                                      <p:childTnLst>
                                        <p:set>
                                          <p:cBhvr>
                                            <p:cTn id="51" dur="1" fill="hold">
                                              <p:stCondLst>
                                                <p:cond delay="0"/>
                                              </p:stCondLst>
                                            </p:cTn>
                                            <p:tgtEl>
                                              <p:spTgt spid="82"/>
                                            </p:tgtEl>
                                            <p:attrNameLst>
                                              <p:attrName>style.visibility</p:attrName>
                                            </p:attrNameLst>
                                          </p:cBhvr>
                                          <p:to>
                                            <p:strVal val="visible"/>
                                          </p:to>
                                        </p:set>
                                        <p:anim calcmode="lin" valueType="num">
                                          <p:cBhvr>
                                            <p:cTn id="52" dur="300" fill="hold"/>
                                            <p:tgtEl>
                                              <p:spTgt spid="82"/>
                                            </p:tgtEl>
                                            <p:attrNameLst>
                                              <p:attrName>ppt_w</p:attrName>
                                            </p:attrNameLst>
                                          </p:cBhvr>
                                          <p:tavLst>
                                            <p:tav tm="0">
                                              <p:val>
                                                <p:fltVal val="0"/>
                                              </p:val>
                                            </p:tav>
                                            <p:tav tm="100000">
                                              <p:val>
                                                <p:strVal val="#ppt_w"/>
                                              </p:val>
                                            </p:tav>
                                          </p:tavLst>
                                        </p:anim>
                                        <p:anim calcmode="lin" valueType="num">
                                          <p:cBhvr>
                                            <p:cTn id="53" dur="300" fill="hold"/>
                                            <p:tgtEl>
                                              <p:spTgt spid="82"/>
                                            </p:tgtEl>
                                            <p:attrNameLst>
                                              <p:attrName>ppt_h</p:attrName>
                                            </p:attrNameLst>
                                          </p:cBhvr>
                                          <p:tavLst>
                                            <p:tav tm="0">
                                              <p:val>
                                                <p:fltVal val="0"/>
                                              </p:val>
                                            </p:tav>
                                            <p:tav tm="100000">
                                              <p:val>
                                                <p:strVal val="#ppt_h"/>
                                              </p:val>
                                            </p:tav>
                                          </p:tavLst>
                                        </p:anim>
                                        <p:animEffect transition="in" filter="fade">
                                          <p:cBhvr>
                                            <p:cTn id="54" dur="300"/>
                                            <p:tgtEl>
                                              <p:spTgt spid="82"/>
                                            </p:tgtEl>
                                          </p:cBhvr>
                                        </p:animEffect>
                                      </p:childTnLst>
                                    </p:cTn>
                                  </p:par>
                                  <p:par>
                                    <p:cTn id="55" presetID="6" presetClass="emph" presetSubtype="0" autoRev="1" fill="hold" grpId="1" nodeType="withEffect">
                                      <p:stCondLst>
                                        <p:cond delay="1400"/>
                                      </p:stCondLst>
                                      <p:childTnLst>
                                        <p:animScale>
                                          <p:cBhvr>
                                            <p:cTn id="56" dur="150" fill="hold"/>
                                            <p:tgtEl>
                                              <p:spTgt spid="82"/>
                                            </p:tgtEl>
                                          </p:cBhvr>
                                          <p:by x="110000" y="110000"/>
                                        </p:animScale>
                                      </p:childTnLst>
                                    </p:cTn>
                                  </p:par>
                                  <p:par>
                                    <p:cTn id="57" presetID="53" presetClass="entr" presetSubtype="16" fill="hold" nodeType="withEffect">
                                      <p:stCondLst>
                                        <p:cond delay="900"/>
                                      </p:stCondLst>
                                      <p:childTnLst>
                                        <p:set>
                                          <p:cBhvr>
                                            <p:cTn id="58" dur="1" fill="hold">
                                              <p:stCondLst>
                                                <p:cond delay="0"/>
                                              </p:stCondLst>
                                            </p:cTn>
                                            <p:tgtEl>
                                              <p:spTgt spid="52"/>
                                            </p:tgtEl>
                                            <p:attrNameLst>
                                              <p:attrName>style.visibility</p:attrName>
                                            </p:attrNameLst>
                                          </p:cBhvr>
                                          <p:to>
                                            <p:strVal val="visible"/>
                                          </p:to>
                                        </p:set>
                                        <p:anim calcmode="lin" valueType="num">
                                          <p:cBhvr>
                                            <p:cTn id="59" dur="300" fill="hold"/>
                                            <p:tgtEl>
                                              <p:spTgt spid="52"/>
                                            </p:tgtEl>
                                            <p:attrNameLst>
                                              <p:attrName>ppt_w</p:attrName>
                                            </p:attrNameLst>
                                          </p:cBhvr>
                                          <p:tavLst>
                                            <p:tav tm="0">
                                              <p:val>
                                                <p:fltVal val="0"/>
                                              </p:val>
                                            </p:tav>
                                            <p:tav tm="100000">
                                              <p:val>
                                                <p:strVal val="#ppt_w"/>
                                              </p:val>
                                            </p:tav>
                                          </p:tavLst>
                                        </p:anim>
                                        <p:anim calcmode="lin" valueType="num">
                                          <p:cBhvr>
                                            <p:cTn id="60" dur="300" fill="hold"/>
                                            <p:tgtEl>
                                              <p:spTgt spid="52"/>
                                            </p:tgtEl>
                                            <p:attrNameLst>
                                              <p:attrName>ppt_h</p:attrName>
                                            </p:attrNameLst>
                                          </p:cBhvr>
                                          <p:tavLst>
                                            <p:tav tm="0">
                                              <p:val>
                                                <p:fltVal val="0"/>
                                              </p:val>
                                            </p:tav>
                                            <p:tav tm="100000">
                                              <p:val>
                                                <p:strVal val="#ppt_h"/>
                                              </p:val>
                                            </p:tav>
                                          </p:tavLst>
                                        </p:anim>
                                        <p:animEffect transition="in" filter="fade">
                                          <p:cBhvr>
                                            <p:cTn id="61" dur="300"/>
                                            <p:tgtEl>
                                              <p:spTgt spid="52"/>
                                            </p:tgtEl>
                                          </p:cBhvr>
                                        </p:animEffect>
                                      </p:childTnLst>
                                    </p:cTn>
                                  </p:par>
                                  <p:par>
                                    <p:cTn id="62" presetID="6" presetClass="emph" presetSubtype="0" autoRev="1" fill="hold" nodeType="withEffect">
                                      <p:stCondLst>
                                        <p:cond delay="1200"/>
                                      </p:stCondLst>
                                      <p:childTnLst>
                                        <p:animScale>
                                          <p:cBhvr>
                                            <p:cTn id="63" dur="150" fill="hold"/>
                                            <p:tgtEl>
                                              <p:spTgt spid="52"/>
                                            </p:tgtEl>
                                          </p:cBhvr>
                                          <p:by x="110000" y="110000"/>
                                        </p:animScale>
                                      </p:childTnLst>
                                    </p:cTn>
                                  </p:par>
                                  <p:par>
                                    <p:cTn id="64" presetID="53" presetClass="entr" presetSubtype="16" fill="hold" grpId="0" nodeType="withEffect">
                                      <p:stCondLst>
                                        <p:cond delay="1200"/>
                                      </p:stCondLst>
                                      <p:childTnLst>
                                        <p:set>
                                          <p:cBhvr>
                                            <p:cTn id="65" dur="1" fill="hold">
                                              <p:stCondLst>
                                                <p:cond delay="0"/>
                                              </p:stCondLst>
                                            </p:cTn>
                                            <p:tgtEl>
                                              <p:spTgt spid="83"/>
                                            </p:tgtEl>
                                            <p:attrNameLst>
                                              <p:attrName>style.visibility</p:attrName>
                                            </p:attrNameLst>
                                          </p:cBhvr>
                                          <p:to>
                                            <p:strVal val="visible"/>
                                          </p:to>
                                        </p:set>
                                        <p:anim calcmode="lin" valueType="num">
                                          <p:cBhvr>
                                            <p:cTn id="66" dur="300" fill="hold"/>
                                            <p:tgtEl>
                                              <p:spTgt spid="83"/>
                                            </p:tgtEl>
                                            <p:attrNameLst>
                                              <p:attrName>ppt_w</p:attrName>
                                            </p:attrNameLst>
                                          </p:cBhvr>
                                          <p:tavLst>
                                            <p:tav tm="0">
                                              <p:val>
                                                <p:fltVal val="0"/>
                                              </p:val>
                                            </p:tav>
                                            <p:tav tm="100000">
                                              <p:val>
                                                <p:strVal val="#ppt_w"/>
                                              </p:val>
                                            </p:tav>
                                          </p:tavLst>
                                        </p:anim>
                                        <p:anim calcmode="lin" valueType="num">
                                          <p:cBhvr>
                                            <p:cTn id="67" dur="300" fill="hold"/>
                                            <p:tgtEl>
                                              <p:spTgt spid="83"/>
                                            </p:tgtEl>
                                            <p:attrNameLst>
                                              <p:attrName>ppt_h</p:attrName>
                                            </p:attrNameLst>
                                          </p:cBhvr>
                                          <p:tavLst>
                                            <p:tav tm="0">
                                              <p:val>
                                                <p:fltVal val="0"/>
                                              </p:val>
                                            </p:tav>
                                            <p:tav tm="100000">
                                              <p:val>
                                                <p:strVal val="#ppt_h"/>
                                              </p:val>
                                            </p:tav>
                                          </p:tavLst>
                                        </p:anim>
                                        <p:animEffect transition="in" filter="fade">
                                          <p:cBhvr>
                                            <p:cTn id="68" dur="300"/>
                                            <p:tgtEl>
                                              <p:spTgt spid="83"/>
                                            </p:tgtEl>
                                          </p:cBhvr>
                                        </p:animEffect>
                                      </p:childTnLst>
                                    </p:cTn>
                                  </p:par>
                                  <p:par>
                                    <p:cTn id="69" presetID="6" presetClass="emph" presetSubtype="0" autoRev="1" fill="hold" grpId="1" nodeType="withEffect">
                                      <p:stCondLst>
                                        <p:cond delay="1500"/>
                                      </p:stCondLst>
                                      <p:childTnLst>
                                        <p:animScale>
                                          <p:cBhvr>
                                            <p:cTn id="70" dur="150" fill="hold"/>
                                            <p:tgtEl>
                                              <p:spTgt spid="83"/>
                                            </p:tgtEl>
                                          </p:cBhvr>
                                          <p:by x="110000" y="110000"/>
                                        </p:animScale>
                                      </p:childTnLst>
                                    </p:cTn>
                                  </p:par>
                                  <p:par>
                                    <p:cTn id="71" presetID="53" presetClass="entr" presetSubtype="16" fill="hold" nodeType="withEffect">
                                      <p:stCondLst>
                                        <p:cond delay="1000"/>
                                      </p:stCondLst>
                                      <p:childTnLst>
                                        <p:set>
                                          <p:cBhvr>
                                            <p:cTn id="72" dur="1" fill="hold">
                                              <p:stCondLst>
                                                <p:cond delay="0"/>
                                              </p:stCondLst>
                                            </p:cTn>
                                            <p:tgtEl>
                                              <p:spTgt spid="55"/>
                                            </p:tgtEl>
                                            <p:attrNameLst>
                                              <p:attrName>style.visibility</p:attrName>
                                            </p:attrNameLst>
                                          </p:cBhvr>
                                          <p:to>
                                            <p:strVal val="visible"/>
                                          </p:to>
                                        </p:set>
                                        <p:anim calcmode="lin" valueType="num">
                                          <p:cBhvr>
                                            <p:cTn id="73" dur="300" fill="hold"/>
                                            <p:tgtEl>
                                              <p:spTgt spid="55"/>
                                            </p:tgtEl>
                                            <p:attrNameLst>
                                              <p:attrName>ppt_w</p:attrName>
                                            </p:attrNameLst>
                                          </p:cBhvr>
                                          <p:tavLst>
                                            <p:tav tm="0">
                                              <p:val>
                                                <p:fltVal val="0"/>
                                              </p:val>
                                            </p:tav>
                                            <p:tav tm="100000">
                                              <p:val>
                                                <p:strVal val="#ppt_w"/>
                                              </p:val>
                                            </p:tav>
                                          </p:tavLst>
                                        </p:anim>
                                        <p:anim calcmode="lin" valueType="num">
                                          <p:cBhvr>
                                            <p:cTn id="74" dur="300" fill="hold"/>
                                            <p:tgtEl>
                                              <p:spTgt spid="55"/>
                                            </p:tgtEl>
                                            <p:attrNameLst>
                                              <p:attrName>ppt_h</p:attrName>
                                            </p:attrNameLst>
                                          </p:cBhvr>
                                          <p:tavLst>
                                            <p:tav tm="0">
                                              <p:val>
                                                <p:fltVal val="0"/>
                                              </p:val>
                                            </p:tav>
                                            <p:tav tm="100000">
                                              <p:val>
                                                <p:strVal val="#ppt_h"/>
                                              </p:val>
                                            </p:tav>
                                          </p:tavLst>
                                        </p:anim>
                                        <p:animEffect transition="in" filter="fade">
                                          <p:cBhvr>
                                            <p:cTn id="75" dur="300"/>
                                            <p:tgtEl>
                                              <p:spTgt spid="55"/>
                                            </p:tgtEl>
                                          </p:cBhvr>
                                        </p:animEffect>
                                      </p:childTnLst>
                                    </p:cTn>
                                  </p:par>
                                  <p:par>
                                    <p:cTn id="76" presetID="6" presetClass="emph" presetSubtype="0" autoRev="1" fill="hold" nodeType="withEffect">
                                      <p:stCondLst>
                                        <p:cond delay="1300"/>
                                      </p:stCondLst>
                                      <p:childTnLst>
                                        <p:animScale>
                                          <p:cBhvr>
                                            <p:cTn id="77" dur="150" fill="hold"/>
                                            <p:tgtEl>
                                              <p:spTgt spid="55"/>
                                            </p:tgtEl>
                                          </p:cBhvr>
                                          <p:by x="110000" y="110000"/>
                                        </p:animScale>
                                      </p:childTnLst>
                                    </p:cTn>
                                  </p:par>
                                  <p:par>
                                    <p:cTn id="78" presetID="53" presetClass="entr" presetSubtype="16" fill="hold" grpId="0" nodeType="withEffect">
                                      <p:stCondLst>
                                        <p:cond delay="1300"/>
                                      </p:stCondLst>
                                      <p:childTnLst>
                                        <p:set>
                                          <p:cBhvr>
                                            <p:cTn id="79" dur="1" fill="hold">
                                              <p:stCondLst>
                                                <p:cond delay="0"/>
                                              </p:stCondLst>
                                            </p:cTn>
                                            <p:tgtEl>
                                              <p:spTgt spid="84"/>
                                            </p:tgtEl>
                                            <p:attrNameLst>
                                              <p:attrName>style.visibility</p:attrName>
                                            </p:attrNameLst>
                                          </p:cBhvr>
                                          <p:to>
                                            <p:strVal val="visible"/>
                                          </p:to>
                                        </p:set>
                                        <p:anim calcmode="lin" valueType="num">
                                          <p:cBhvr>
                                            <p:cTn id="80" dur="300" fill="hold"/>
                                            <p:tgtEl>
                                              <p:spTgt spid="84"/>
                                            </p:tgtEl>
                                            <p:attrNameLst>
                                              <p:attrName>ppt_w</p:attrName>
                                            </p:attrNameLst>
                                          </p:cBhvr>
                                          <p:tavLst>
                                            <p:tav tm="0">
                                              <p:val>
                                                <p:fltVal val="0"/>
                                              </p:val>
                                            </p:tav>
                                            <p:tav tm="100000">
                                              <p:val>
                                                <p:strVal val="#ppt_w"/>
                                              </p:val>
                                            </p:tav>
                                          </p:tavLst>
                                        </p:anim>
                                        <p:anim calcmode="lin" valueType="num">
                                          <p:cBhvr>
                                            <p:cTn id="81" dur="300" fill="hold"/>
                                            <p:tgtEl>
                                              <p:spTgt spid="84"/>
                                            </p:tgtEl>
                                            <p:attrNameLst>
                                              <p:attrName>ppt_h</p:attrName>
                                            </p:attrNameLst>
                                          </p:cBhvr>
                                          <p:tavLst>
                                            <p:tav tm="0">
                                              <p:val>
                                                <p:fltVal val="0"/>
                                              </p:val>
                                            </p:tav>
                                            <p:tav tm="100000">
                                              <p:val>
                                                <p:strVal val="#ppt_h"/>
                                              </p:val>
                                            </p:tav>
                                          </p:tavLst>
                                        </p:anim>
                                        <p:animEffect transition="in" filter="fade">
                                          <p:cBhvr>
                                            <p:cTn id="82" dur="300"/>
                                            <p:tgtEl>
                                              <p:spTgt spid="84"/>
                                            </p:tgtEl>
                                          </p:cBhvr>
                                        </p:animEffect>
                                      </p:childTnLst>
                                    </p:cTn>
                                  </p:par>
                                  <p:par>
                                    <p:cTn id="83" presetID="6" presetClass="emph" presetSubtype="0" autoRev="1" fill="hold" grpId="1" nodeType="withEffect">
                                      <p:stCondLst>
                                        <p:cond delay="1600"/>
                                      </p:stCondLst>
                                      <p:childTnLst>
                                        <p:animScale>
                                          <p:cBhvr>
                                            <p:cTn id="84" dur="150" fill="hold"/>
                                            <p:tgtEl>
                                              <p:spTgt spid="84"/>
                                            </p:tgtEl>
                                          </p:cBhvr>
                                          <p:by x="110000" y="110000"/>
                                        </p:animScale>
                                      </p:childTnLst>
                                    </p:cTn>
                                  </p:par>
                                  <p:par>
                                    <p:cTn id="85" presetID="53" presetClass="entr" presetSubtype="16" fill="hold" nodeType="withEffect">
                                      <p:stCondLst>
                                        <p:cond delay="1100"/>
                                      </p:stCondLst>
                                      <p:childTnLst>
                                        <p:set>
                                          <p:cBhvr>
                                            <p:cTn id="86" dur="1" fill="hold">
                                              <p:stCondLst>
                                                <p:cond delay="0"/>
                                              </p:stCondLst>
                                            </p:cTn>
                                            <p:tgtEl>
                                              <p:spTgt spid="67"/>
                                            </p:tgtEl>
                                            <p:attrNameLst>
                                              <p:attrName>style.visibility</p:attrName>
                                            </p:attrNameLst>
                                          </p:cBhvr>
                                          <p:to>
                                            <p:strVal val="visible"/>
                                          </p:to>
                                        </p:set>
                                        <p:anim calcmode="lin" valueType="num">
                                          <p:cBhvr>
                                            <p:cTn id="87" dur="300" fill="hold"/>
                                            <p:tgtEl>
                                              <p:spTgt spid="67"/>
                                            </p:tgtEl>
                                            <p:attrNameLst>
                                              <p:attrName>ppt_w</p:attrName>
                                            </p:attrNameLst>
                                          </p:cBhvr>
                                          <p:tavLst>
                                            <p:tav tm="0">
                                              <p:val>
                                                <p:fltVal val="0"/>
                                              </p:val>
                                            </p:tav>
                                            <p:tav tm="100000">
                                              <p:val>
                                                <p:strVal val="#ppt_w"/>
                                              </p:val>
                                            </p:tav>
                                          </p:tavLst>
                                        </p:anim>
                                        <p:anim calcmode="lin" valueType="num">
                                          <p:cBhvr>
                                            <p:cTn id="88" dur="300" fill="hold"/>
                                            <p:tgtEl>
                                              <p:spTgt spid="67"/>
                                            </p:tgtEl>
                                            <p:attrNameLst>
                                              <p:attrName>ppt_h</p:attrName>
                                            </p:attrNameLst>
                                          </p:cBhvr>
                                          <p:tavLst>
                                            <p:tav tm="0">
                                              <p:val>
                                                <p:fltVal val="0"/>
                                              </p:val>
                                            </p:tav>
                                            <p:tav tm="100000">
                                              <p:val>
                                                <p:strVal val="#ppt_h"/>
                                              </p:val>
                                            </p:tav>
                                          </p:tavLst>
                                        </p:anim>
                                        <p:animEffect transition="in" filter="fade">
                                          <p:cBhvr>
                                            <p:cTn id="89" dur="300"/>
                                            <p:tgtEl>
                                              <p:spTgt spid="67"/>
                                            </p:tgtEl>
                                          </p:cBhvr>
                                        </p:animEffect>
                                      </p:childTnLst>
                                    </p:cTn>
                                  </p:par>
                                  <p:par>
                                    <p:cTn id="90" presetID="6" presetClass="emph" presetSubtype="0" autoRev="1" fill="hold" nodeType="withEffect">
                                      <p:stCondLst>
                                        <p:cond delay="1400"/>
                                      </p:stCondLst>
                                      <p:childTnLst>
                                        <p:animScale>
                                          <p:cBhvr>
                                            <p:cTn id="91" dur="150" fill="hold"/>
                                            <p:tgtEl>
                                              <p:spTgt spid="67"/>
                                            </p:tgtEl>
                                          </p:cBhvr>
                                          <p:by x="110000" y="110000"/>
                                        </p:animScale>
                                      </p:childTnLst>
                                    </p:cTn>
                                  </p:par>
                                  <p:par>
                                    <p:cTn id="92" presetID="53" presetClass="entr" presetSubtype="16" fill="hold" grpId="0" nodeType="withEffect">
                                      <p:stCondLst>
                                        <p:cond delay="1400"/>
                                      </p:stCondLst>
                                      <p:childTnLst>
                                        <p:set>
                                          <p:cBhvr>
                                            <p:cTn id="93" dur="1" fill="hold">
                                              <p:stCondLst>
                                                <p:cond delay="0"/>
                                              </p:stCondLst>
                                            </p:cTn>
                                            <p:tgtEl>
                                              <p:spTgt spid="85"/>
                                            </p:tgtEl>
                                            <p:attrNameLst>
                                              <p:attrName>style.visibility</p:attrName>
                                            </p:attrNameLst>
                                          </p:cBhvr>
                                          <p:to>
                                            <p:strVal val="visible"/>
                                          </p:to>
                                        </p:set>
                                        <p:anim calcmode="lin" valueType="num">
                                          <p:cBhvr>
                                            <p:cTn id="94" dur="300" fill="hold"/>
                                            <p:tgtEl>
                                              <p:spTgt spid="85"/>
                                            </p:tgtEl>
                                            <p:attrNameLst>
                                              <p:attrName>ppt_w</p:attrName>
                                            </p:attrNameLst>
                                          </p:cBhvr>
                                          <p:tavLst>
                                            <p:tav tm="0">
                                              <p:val>
                                                <p:fltVal val="0"/>
                                              </p:val>
                                            </p:tav>
                                            <p:tav tm="100000">
                                              <p:val>
                                                <p:strVal val="#ppt_w"/>
                                              </p:val>
                                            </p:tav>
                                          </p:tavLst>
                                        </p:anim>
                                        <p:anim calcmode="lin" valueType="num">
                                          <p:cBhvr>
                                            <p:cTn id="95" dur="300" fill="hold"/>
                                            <p:tgtEl>
                                              <p:spTgt spid="85"/>
                                            </p:tgtEl>
                                            <p:attrNameLst>
                                              <p:attrName>ppt_h</p:attrName>
                                            </p:attrNameLst>
                                          </p:cBhvr>
                                          <p:tavLst>
                                            <p:tav tm="0">
                                              <p:val>
                                                <p:fltVal val="0"/>
                                              </p:val>
                                            </p:tav>
                                            <p:tav tm="100000">
                                              <p:val>
                                                <p:strVal val="#ppt_h"/>
                                              </p:val>
                                            </p:tav>
                                          </p:tavLst>
                                        </p:anim>
                                        <p:animEffect transition="in" filter="fade">
                                          <p:cBhvr>
                                            <p:cTn id="96" dur="300"/>
                                            <p:tgtEl>
                                              <p:spTgt spid="85"/>
                                            </p:tgtEl>
                                          </p:cBhvr>
                                        </p:animEffect>
                                      </p:childTnLst>
                                    </p:cTn>
                                  </p:par>
                                  <p:par>
                                    <p:cTn id="97" presetID="6" presetClass="emph" presetSubtype="0" autoRev="1" fill="hold" grpId="1" nodeType="withEffect">
                                      <p:stCondLst>
                                        <p:cond delay="1700"/>
                                      </p:stCondLst>
                                      <p:childTnLst>
                                        <p:animScale>
                                          <p:cBhvr>
                                            <p:cTn id="98" dur="150" fill="hold"/>
                                            <p:tgtEl>
                                              <p:spTgt spid="85"/>
                                            </p:tgtEl>
                                          </p:cBhvr>
                                          <p:by x="110000" y="110000"/>
                                        </p:animScale>
                                      </p:childTnLst>
                                    </p:cTn>
                                  </p:par>
                                  <p:par>
                                    <p:cTn id="99" presetID="2" presetClass="entr" presetSubtype="8" fill="hold" grpId="0" nodeType="withEffect">
                                      <p:stCondLst>
                                        <p:cond delay="1700"/>
                                      </p:stCondLst>
                                      <p:childTnLst>
                                        <p:set>
                                          <p:cBhvr>
                                            <p:cTn id="100" dur="1" fill="hold">
                                              <p:stCondLst>
                                                <p:cond delay="0"/>
                                              </p:stCondLst>
                                            </p:cTn>
                                            <p:tgtEl>
                                              <p:spTgt spid="70"/>
                                            </p:tgtEl>
                                            <p:attrNameLst>
                                              <p:attrName>style.visibility</p:attrName>
                                            </p:attrNameLst>
                                          </p:cBhvr>
                                          <p:to>
                                            <p:strVal val="visible"/>
                                          </p:to>
                                        </p:set>
                                        <p:anim calcmode="lin" valueType="num">
                                          <p:cBhvr additive="base">
                                            <p:cTn id="101" dur="500" fill="hold"/>
                                            <p:tgtEl>
                                              <p:spTgt spid="70"/>
                                            </p:tgtEl>
                                            <p:attrNameLst>
                                              <p:attrName>ppt_x</p:attrName>
                                            </p:attrNameLst>
                                          </p:cBhvr>
                                          <p:tavLst>
                                            <p:tav tm="0">
                                              <p:val>
                                                <p:strVal val="0-#ppt_w/2"/>
                                              </p:val>
                                            </p:tav>
                                            <p:tav tm="100000">
                                              <p:val>
                                                <p:strVal val="#ppt_x"/>
                                              </p:val>
                                            </p:tav>
                                          </p:tavLst>
                                        </p:anim>
                                        <p:anim calcmode="lin" valueType="num">
                                          <p:cBhvr additive="base">
                                            <p:cTn id="102" dur="500" fill="hold"/>
                                            <p:tgtEl>
                                              <p:spTgt spid="70"/>
                                            </p:tgtEl>
                                            <p:attrNameLst>
                                              <p:attrName>ppt_y</p:attrName>
                                            </p:attrNameLst>
                                          </p:cBhvr>
                                          <p:tavLst>
                                            <p:tav tm="0">
                                              <p:val>
                                                <p:strVal val="#ppt_y"/>
                                              </p:val>
                                            </p:tav>
                                            <p:tav tm="100000">
                                              <p:val>
                                                <p:strVal val="#ppt_y"/>
                                              </p:val>
                                            </p:tav>
                                          </p:tavLst>
                                        </p:anim>
                                      </p:childTnLst>
                                    </p:cTn>
                                  </p:par>
                                  <p:par>
                                    <p:cTn id="103" presetID="2" presetClass="entr" presetSubtype="8" fill="hold" grpId="0" nodeType="withEffect">
                                      <p:stCondLst>
                                        <p:cond delay="1700"/>
                                      </p:stCondLst>
                                      <p:childTnLst>
                                        <p:set>
                                          <p:cBhvr>
                                            <p:cTn id="104" dur="1" fill="hold">
                                              <p:stCondLst>
                                                <p:cond delay="0"/>
                                              </p:stCondLst>
                                            </p:cTn>
                                            <p:tgtEl>
                                              <p:spTgt spid="71"/>
                                            </p:tgtEl>
                                            <p:attrNameLst>
                                              <p:attrName>style.visibility</p:attrName>
                                            </p:attrNameLst>
                                          </p:cBhvr>
                                          <p:to>
                                            <p:strVal val="visible"/>
                                          </p:to>
                                        </p:set>
                                        <p:anim calcmode="lin" valueType="num">
                                          <p:cBhvr additive="base">
                                            <p:cTn id="105" dur="500" fill="hold"/>
                                            <p:tgtEl>
                                              <p:spTgt spid="71"/>
                                            </p:tgtEl>
                                            <p:attrNameLst>
                                              <p:attrName>ppt_x</p:attrName>
                                            </p:attrNameLst>
                                          </p:cBhvr>
                                          <p:tavLst>
                                            <p:tav tm="0">
                                              <p:val>
                                                <p:strVal val="0-#ppt_w/2"/>
                                              </p:val>
                                            </p:tav>
                                            <p:tav tm="100000">
                                              <p:val>
                                                <p:strVal val="#ppt_x"/>
                                              </p:val>
                                            </p:tav>
                                          </p:tavLst>
                                        </p:anim>
                                        <p:anim calcmode="lin" valueType="num">
                                          <p:cBhvr additive="base">
                                            <p:cTn id="106" dur="500" fill="hold"/>
                                            <p:tgtEl>
                                              <p:spTgt spid="71"/>
                                            </p:tgtEl>
                                            <p:attrNameLst>
                                              <p:attrName>ppt_y</p:attrName>
                                            </p:attrNameLst>
                                          </p:cBhvr>
                                          <p:tavLst>
                                            <p:tav tm="0">
                                              <p:val>
                                                <p:strVal val="#ppt_y"/>
                                              </p:val>
                                            </p:tav>
                                            <p:tav tm="100000">
                                              <p:val>
                                                <p:strVal val="#ppt_y"/>
                                              </p:val>
                                            </p:tav>
                                          </p:tavLst>
                                        </p:anim>
                                      </p:childTnLst>
                                    </p:cTn>
                                  </p:par>
                                  <p:par>
                                    <p:cTn id="107" presetID="2" presetClass="entr" presetSubtype="8" fill="hold" grpId="0" nodeType="withEffect">
                                      <p:stCondLst>
                                        <p:cond delay="1700"/>
                                      </p:stCondLst>
                                      <p:childTnLst>
                                        <p:set>
                                          <p:cBhvr>
                                            <p:cTn id="108" dur="1" fill="hold">
                                              <p:stCondLst>
                                                <p:cond delay="0"/>
                                              </p:stCondLst>
                                            </p:cTn>
                                            <p:tgtEl>
                                              <p:spTgt spid="78"/>
                                            </p:tgtEl>
                                            <p:attrNameLst>
                                              <p:attrName>style.visibility</p:attrName>
                                            </p:attrNameLst>
                                          </p:cBhvr>
                                          <p:to>
                                            <p:strVal val="visible"/>
                                          </p:to>
                                        </p:set>
                                        <p:anim calcmode="lin" valueType="num">
                                          <p:cBhvr additive="base">
                                            <p:cTn id="109" dur="500" fill="hold"/>
                                            <p:tgtEl>
                                              <p:spTgt spid="78"/>
                                            </p:tgtEl>
                                            <p:attrNameLst>
                                              <p:attrName>ppt_x</p:attrName>
                                            </p:attrNameLst>
                                          </p:cBhvr>
                                          <p:tavLst>
                                            <p:tav tm="0">
                                              <p:val>
                                                <p:strVal val="0-#ppt_w/2"/>
                                              </p:val>
                                            </p:tav>
                                            <p:tav tm="100000">
                                              <p:val>
                                                <p:strVal val="#ppt_x"/>
                                              </p:val>
                                            </p:tav>
                                          </p:tavLst>
                                        </p:anim>
                                        <p:anim calcmode="lin" valueType="num">
                                          <p:cBhvr additive="base">
                                            <p:cTn id="110" dur="500" fill="hold"/>
                                            <p:tgtEl>
                                              <p:spTgt spid="78"/>
                                            </p:tgtEl>
                                            <p:attrNameLst>
                                              <p:attrName>ppt_y</p:attrName>
                                            </p:attrNameLst>
                                          </p:cBhvr>
                                          <p:tavLst>
                                            <p:tav tm="0">
                                              <p:val>
                                                <p:strVal val="#ppt_y"/>
                                              </p:val>
                                            </p:tav>
                                            <p:tav tm="100000">
                                              <p:val>
                                                <p:strVal val="#ppt_y"/>
                                              </p:val>
                                            </p:tav>
                                          </p:tavLst>
                                        </p:anim>
                                      </p:childTnLst>
                                    </p:cTn>
                                  </p:par>
                                  <p:par>
                                    <p:cTn id="111" presetID="2" presetClass="entr" presetSubtype="2" fill="hold" grpId="0" nodeType="withEffect">
                                      <p:stCondLst>
                                        <p:cond delay="1800"/>
                                      </p:stCondLst>
                                      <p:childTnLst>
                                        <p:set>
                                          <p:cBhvr>
                                            <p:cTn id="112" dur="1" fill="hold">
                                              <p:stCondLst>
                                                <p:cond delay="0"/>
                                              </p:stCondLst>
                                            </p:cTn>
                                            <p:tgtEl>
                                              <p:spTgt spid="73"/>
                                            </p:tgtEl>
                                            <p:attrNameLst>
                                              <p:attrName>style.visibility</p:attrName>
                                            </p:attrNameLst>
                                          </p:cBhvr>
                                          <p:to>
                                            <p:strVal val="visible"/>
                                          </p:to>
                                        </p:set>
                                        <p:anim calcmode="lin" valueType="num">
                                          <p:cBhvr additive="base">
                                            <p:cTn id="113" dur="500" fill="hold"/>
                                            <p:tgtEl>
                                              <p:spTgt spid="73"/>
                                            </p:tgtEl>
                                            <p:attrNameLst>
                                              <p:attrName>ppt_x</p:attrName>
                                            </p:attrNameLst>
                                          </p:cBhvr>
                                          <p:tavLst>
                                            <p:tav tm="0">
                                              <p:val>
                                                <p:strVal val="1+#ppt_w/2"/>
                                              </p:val>
                                            </p:tav>
                                            <p:tav tm="100000">
                                              <p:val>
                                                <p:strVal val="#ppt_x"/>
                                              </p:val>
                                            </p:tav>
                                          </p:tavLst>
                                        </p:anim>
                                        <p:anim calcmode="lin" valueType="num">
                                          <p:cBhvr additive="base">
                                            <p:cTn id="114" dur="500" fill="hold"/>
                                            <p:tgtEl>
                                              <p:spTgt spid="73"/>
                                            </p:tgtEl>
                                            <p:attrNameLst>
                                              <p:attrName>ppt_y</p:attrName>
                                            </p:attrNameLst>
                                          </p:cBhvr>
                                          <p:tavLst>
                                            <p:tav tm="0">
                                              <p:val>
                                                <p:strVal val="#ppt_y"/>
                                              </p:val>
                                            </p:tav>
                                            <p:tav tm="100000">
                                              <p:val>
                                                <p:strVal val="#ppt_y"/>
                                              </p:val>
                                            </p:tav>
                                          </p:tavLst>
                                        </p:anim>
                                      </p:childTnLst>
                                    </p:cTn>
                                  </p:par>
                                  <p:par>
                                    <p:cTn id="115" presetID="2" presetClass="entr" presetSubtype="2" fill="hold" grpId="0" nodeType="withEffect">
                                      <p:stCondLst>
                                        <p:cond delay="1800"/>
                                      </p:stCondLst>
                                      <p:childTnLst>
                                        <p:set>
                                          <p:cBhvr>
                                            <p:cTn id="116" dur="1" fill="hold">
                                              <p:stCondLst>
                                                <p:cond delay="0"/>
                                              </p:stCondLst>
                                            </p:cTn>
                                            <p:tgtEl>
                                              <p:spTgt spid="75"/>
                                            </p:tgtEl>
                                            <p:attrNameLst>
                                              <p:attrName>style.visibility</p:attrName>
                                            </p:attrNameLst>
                                          </p:cBhvr>
                                          <p:to>
                                            <p:strVal val="visible"/>
                                          </p:to>
                                        </p:set>
                                        <p:anim calcmode="lin" valueType="num">
                                          <p:cBhvr additive="base">
                                            <p:cTn id="117" dur="500" fill="hold"/>
                                            <p:tgtEl>
                                              <p:spTgt spid="75"/>
                                            </p:tgtEl>
                                            <p:attrNameLst>
                                              <p:attrName>ppt_x</p:attrName>
                                            </p:attrNameLst>
                                          </p:cBhvr>
                                          <p:tavLst>
                                            <p:tav tm="0">
                                              <p:val>
                                                <p:strVal val="1+#ppt_w/2"/>
                                              </p:val>
                                            </p:tav>
                                            <p:tav tm="100000">
                                              <p:val>
                                                <p:strVal val="#ppt_x"/>
                                              </p:val>
                                            </p:tav>
                                          </p:tavLst>
                                        </p:anim>
                                        <p:anim calcmode="lin" valueType="num">
                                          <p:cBhvr additive="base">
                                            <p:cTn id="118" dur="500" fill="hold"/>
                                            <p:tgtEl>
                                              <p:spTgt spid="75"/>
                                            </p:tgtEl>
                                            <p:attrNameLst>
                                              <p:attrName>ppt_y</p:attrName>
                                            </p:attrNameLst>
                                          </p:cBhvr>
                                          <p:tavLst>
                                            <p:tav tm="0">
                                              <p:val>
                                                <p:strVal val="#ppt_y"/>
                                              </p:val>
                                            </p:tav>
                                            <p:tav tm="100000">
                                              <p:val>
                                                <p:strVal val="#ppt_y"/>
                                              </p:val>
                                            </p:tav>
                                          </p:tavLst>
                                        </p:anim>
                                      </p:childTnLst>
                                    </p:cTn>
                                  </p:par>
                                  <p:par>
                                    <p:cTn id="119" presetID="2" presetClass="entr" presetSubtype="2" fill="hold" grpId="0" nodeType="withEffect">
                                      <p:stCondLst>
                                        <p:cond delay="1800"/>
                                      </p:stCondLst>
                                      <p:childTnLst>
                                        <p:set>
                                          <p:cBhvr>
                                            <p:cTn id="120" dur="1" fill="hold">
                                              <p:stCondLst>
                                                <p:cond delay="0"/>
                                              </p:stCondLst>
                                            </p:cTn>
                                            <p:tgtEl>
                                              <p:spTgt spid="80"/>
                                            </p:tgtEl>
                                            <p:attrNameLst>
                                              <p:attrName>style.visibility</p:attrName>
                                            </p:attrNameLst>
                                          </p:cBhvr>
                                          <p:to>
                                            <p:strVal val="visible"/>
                                          </p:to>
                                        </p:set>
                                        <p:anim calcmode="lin" valueType="num">
                                          <p:cBhvr additive="base">
                                            <p:cTn id="121" dur="500" fill="hold"/>
                                            <p:tgtEl>
                                              <p:spTgt spid="80"/>
                                            </p:tgtEl>
                                            <p:attrNameLst>
                                              <p:attrName>ppt_x</p:attrName>
                                            </p:attrNameLst>
                                          </p:cBhvr>
                                          <p:tavLst>
                                            <p:tav tm="0">
                                              <p:val>
                                                <p:strVal val="1+#ppt_w/2"/>
                                              </p:val>
                                            </p:tav>
                                            <p:tav tm="100000">
                                              <p:val>
                                                <p:strVal val="#ppt_x"/>
                                              </p:val>
                                            </p:tav>
                                          </p:tavLst>
                                        </p:anim>
                                        <p:anim calcmode="lin" valueType="num">
                                          <p:cBhvr additive="base">
                                            <p:cTn id="122" dur="500" fill="hold"/>
                                            <p:tgtEl>
                                              <p:spTgt spid="80"/>
                                            </p:tgtEl>
                                            <p:attrNameLst>
                                              <p:attrName>ppt_y</p:attrName>
                                            </p:attrNameLst>
                                          </p:cBhvr>
                                          <p:tavLst>
                                            <p:tav tm="0">
                                              <p:val>
                                                <p:strVal val="#ppt_y"/>
                                              </p:val>
                                            </p:tav>
                                            <p:tav tm="100000">
                                              <p:val>
                                                <p:strVal val="#ppt_y"/>
                                              </p:val>
                                            </p:tav>
                                          </p:tavLst>
                                        </p:anim>
                                      </p:childTnLst>
                                    </p:cTn>
                                  </p:par>
                                  <p:par>
                                    <p:cTn id="123" presetID="2" presetClass="entr" presetSubtype="8" fill="hold" grpId="0" nodeType="withEffect">
                                      <p:stCondLst>
                                        <p:cond delay="1900"/>
                                      </p:stCondLst>
                                      <p:childTnLst>
                                        <p:set>
                                          <p:cBhvr>
                                            <p:cTn id="124" dur="1" fill="hold">
                                              <p:stCondLst>
                                                <p:cond delay="0"/>
                                              </p:stCondLst>
                                            </p:cTn>
                                            <p:tgtEl>
                                              <p:spTgt spid="72"/>
                                            </p:tgtEl>
                                            <p:attrNameLst>
                                              <p:attrName>style.visibility</p:attrName>
                                            </p:attrNameLst>
                                          </p:cBhvr>
                                          <p:to>
                                            <p:strVal val="visible"/>
                                          </p:to>
                                        </p:set>
                                        <p:anim calcmode="lin" valueType="num">
                                          <p:cBhvr additive="base">
                                            <p:cTn id="125" dur="500" fill="hold"/>
                                            <p:tgtEl>
                                              <p:spTgt spid="72"/>
                                            </p:tgtEl>
                                            <p:attrNameLst>
                                              <p:attrName>ppt_x</p:attrName>
                                            </p:attrNameLst>
                                          </p:cBhvr>
                                          <p:tavLst>
                                            <p:tav tm="0">
                                              <p:val>
                                                <p:strVal val="0-#ppt_w/2"/>
                                              </p:val>
                                            </p:tav>
                                            <p:tav tm="100000">
                                              <p:val>
                                                <p:strVal val="#ppt_x"/>
                                              </p:val>
                                            </p:tav>
                                          </p:tavLst>
                                        </p:anim>
                                        <p:anim calcmode="lin" valueType="num">
                                          <p:cBhvr additive="base">
                                            <p:cTn id="126" dur="500" fill="hold"/>
                                            <p:tgtEl>
                                              <p:spTgt spid="72"/>
                                            </p:tgtEl>
                                            <p:attrNameLst>
                                              <p:attrName>ppt_y</p:attrName>
                                            </p:attrNameLst>
                                          </p:cBhvr>
                                          <p:tavLst>
                                            <p:tav tm="0">
                                              <p:val>
                                                <p:strVal val="#ppt_y"/>
                                              </p:val>
                                            </p:tav>
                                            <p:tav tm="100000">
                                              <p:val>
                                                <p:strVal val="#ppt_y"/>
                                              </p:val>
                                            </p:tav>
                                          </p:tavLst>
                                        </p:anim>
                                      </p:childTnLst>
                                    </p:cTn>
                                  </p:par>
                                  <p:par>
                                    <p:cTn id="127" presetID="2" presetClass="entr" presetSubtype="8" fill="hold" grpId="0" nodeType="withEffect">
                                      <p:stCondLst>
                                        <p:cond delay="1900"/>
                                      </p:stCondLst>
                                      <p:childTnLst>
                                        <p:set>
                                          <p:cBhvr>
                                            <p:cTn id="128" dur="1" fill="hold">
                                              <p:stCondLst>
                                                <p:cond delay="0"/>
                                              </p:stCondLst>
                                            </p:cTn>
                                            <p:tgtEl>
                                              <p:spTgt spid="77"/>
                                            </p:tgtEl>
                                            <p:attrNameLst>
                                              <p:attrName>style.visibility</p:attrName>
                                            </p:attrNameLst>
                                          </p:cBhvr>
                                          <p:to>
                                            <p:strVal val="visible"/>
                                          </p:to>
                                        </p:set>
                                        <p:anim calcmode="lin" valueType="num">
                                          <p:cBhvr additive="base">
                                            <p:cTn id="129" dur="500" fill="hold"/>
                                            <p:tgtEl>
                                              <p:spTgt spid="77"/>
                                            </p:tgtEl>
                                            <p:attrNameLst>
                                              <p:attrName>ppt_x</p:attrName>
                                            </p:attrNameLst>
                                          </p:cBhvr>
                                          <p:tavLst>
                                            <p:tav tm="0">
                                              <p:val>
                                                <p:strVal val="0-#ppt_w/2"/>
                                              </p:val>
                                            </p:tav>
                                            <p:tav tm="100000">
                                              <p:val>
                                                <p:strVal val="#ppt_x"/>
                                              </p:val>
                                            </p:tav>
                                          </p:tavLst>
                                        </p:anim>
                                        <p:anim calcmode="lin" valueType="num">
                                          <p:cBhvr additive="base">
                                            <p:cTn id="130" dur="500" fill="hold"/>
                                            <p:tgtEl>
                                              <p:spTgt spid="77"/>
                                            </p:tgtEl>
                                            <p:attrNameLst>
                                              <p:attrName>ppt_y</p:attrName>
                                            </p:attrNameLst>
                                          </p:cBhvr>
                                          <p:tavLst>
                                            <p:tav tm="0">
                                              <p:val>
                                                <p:strVal val="#ppt_y"/>
                                              </p:val>
                                            </p:tav>
                                            <p:tav tm="100000">
                                              <p:val>
                                                <p:strVal val="#ppt_y"/>
                                              </p:val>
                                            </p:tav>
                                          </p:tavLst>
                                        </p:anim>
                                      </p:childTnLst>
                                    </p:cTn>
                                  </p:par>
                                  <p:par>
                                    <p:cTn id="131" presetID="2" presetClass="entr" presetSubtype="8" fill="hold" grpId="0" nodeType="withEffect">
                                      <p:stCondLst>
                                        <p:cond delay="1900"/>
                                      </p:stCondLst>
                                      <p:childTnLst>
                                        <p:set>
                                          <p:cBhvr>
                                            <p:cTn id="132" dur="1" fill="hold">
                                              <p:stCondLst>
                                                <p:cond delay="0"/>
                                              </p:stCondLst>
                                            </p:cTn>
                                            <p:tgtEl>
                                              <p:spTgt spid="79"/>
                                            </p:tgtEl>
                                            <p:attrNameLst>
                                              <p:attrName>style.visibility</p:attrName>
                                            </p:attrNameLst>
                                          </p:cBhvr>
                                          <p:to>
                                            <p:strVal val="visible"/>
                                          </p:to>
                                        </p:set>
                                        <p:anim calcmode="lin" valueType="num">
                                          <p:cBhvr additive="base">
                                            <p:cTn id="133" dur="500" fill="hold"/>
                                            <p:tgtEl>
                                              <p:spTgt spid="79"/>
                                            </p:tgtEl>
                                            <p:attrNameLst>
                                              <p:attrName>ppt_x</p:attrName>
                                            </p:attrNameLst>
                                          </p:cBhvr>
                                          <p:tavLst>
                                            <p:tav tm="0">
                                              <p:val>
                                                <p:strVal val="0-#ppt_w/2"/>
                                              </p:val>
                                            </p:tav>
                                            <p:tav tm="100000">
                                              <p:val>
                                                <p:strVal val="#ppt_x"/>
                                              </p:val>
                                            </p:tav>
                                          </p:tavLst>
                                        </p:anim>
                                        <p:anim calcmode="lin" valueType="num">
                                          <p:cBhvr additive="base">
                                            <p:cTn id="134" dur="500" fill="hold"/>
                                            <p:tgtEl>
                                              <p:spTgt spid="79"/>
                                            </p:tgtEl>
                                            <p:attrNameLst>
                                              <p:attrName>ppt_y</p:attrName>
                                            </p:attrNameLst>
                                          </p:cBhvr>
                                          <p:tavLst>
                                            <p:tav tm="0">
                                              <p:val>
                                                <p:strVal val="#ppt_y"/>
                                              </p:val>
                                            </p:tav>
                                            <p:tav tm="100000">
                                              <p:val>
                                                <p:strVal val="#ppt_y"/>
                                              </p:val>
                                            </p:tav>
                                          </p:tavLst>
                                        </p:anim>
                                      </p:childTnLst>
                                    </p:cTn>
                                  </p:par>
                                  <p:par>
                                    <p:cTn id="135" presetID="2" presetClass="entr" presetSubtype="2" fill="hold" grpId="0" nodeType="withEffect">
                                      <p:stCondLst>
                                        <p:cond delay="2000"/>
                                      </p:stCondLst>
                                      <p:childTnLst>
                                        <p:set>
                                          <p:cBhvr>
                                            <p:cTn id="136" dur="1" fill="hold">
                                              <p:stCondLst>
                                                <p:cond delay="0"/>
                                              </p:stCondLst>
                                            </p:cTn>
                                            <p:tgtEl>
                                              <p:spTgt spid="74"/>
                                            </p:tgtEl>
                                            <p:attrNameLst>
                                              <p:attrName>style.visibility</p:attrName>
                                            </p:attrNameLst>
                                          </p:cBhvr>
                                          <p:to>
                                            <p:strVal val="visible"/>
                                          </p:to>
                                        </p:set>
                                        <p:anim calcmode="lin" valueType="num">
                                          <p:cBhvr additive="base">
                                            <p:cTn id="137" dur="500" fill="hold"/>
                                            <p:tgtEl>
                                              <p:spTgt spid="74"/>
                                            </p:tgtEl>
                                            <p:attrNameLst>
                                              <p:attrName>ppt_x</p:attrName>
                                            </p:attrNameLst>
                                          </p:cBhvr>
                                          <p:tavLst>
                                            <p:tav tm="0">
                                              <p:val>
                                                <p:strVal val="1+#ppt_w/2"/>
                                              </p:val>
                                            </p:tav>
                                            <p:tav tm="100000">
                                              <p:val>
                                                <p:strVal val="#ppt_x"/>
                                              </p:val>
                                            </p:tav>
                                          </p:tavLst>
                                        </p:anim>
                                        <p:anim calcmode="lin" valueType="num">
                                          <p:cBhvr additive="base">
                                            <p:cTn id="138" dur="500" fill="hold"/>
                                            <p:tgtEl>
                                              <p:spTgt spid="74"/>
                                            </p:tgtEl>
                                            <p:attrNameLst>
                                              <p:attrName>ppt_y</p:attrName>
                                            </p:attrNameLst>
                                          </p:cBhvr>
                                          <p:tavLst>
                                            <p:tav tm="0">
                                              <p:val>
                                                <p:strVal val="#ppt_y"/>
                                              </p:val>
                                            </p:tav>
                                            <p:tav tm="100000">
                                              <p:val>
                                                <p:strVal val="#ppt_y"/>
                                              </p:val>
                                            </p:tav>
                                          </p:tavLst>
                                        </p:anim>
                                      </p:childTnLst>
                                    </p:cTn>
                                  </p:par>
                                  <p:par>
                                    <p:cTn id="139" presetID="2" presetClass="entr" presetSubtype="2" fill="hold" grpId="0" nodeType="withEffect">
                                      <p:stCondLst>
                                        <p:cond delay="2000"/>
                                      </p:stCondLst>
                                      <p:childTnLst>
                                        <p:set>
                                          <p:cBhvr>
                                            <p:cTn id="140" dur="1" fill="hold">
                                              <p:stCondLst>
                                                <p:cond delay="0"/>
                                              </p:stCondLst>
                                            </p:cTn>
                                            <p:tgtEl>
                                              <p:spTgt spid="76"/>
                                            </p:tgtEl>
                                            <p:attrNameLst>
                                              <p:attrName>style.visibility</p:attrName>
                                            </p:attrNameLst>
                                          </p:cBhvr>
                                          <p:to>
                                            <p:strVal val="visible"/>
                                          </p:to>
                                        </p:set>
                                        <p:anim calcmode="lin" valueType="num">
                                          <p:cBhvr additive="base">
                                            <p:cTn id="141" dur="500" fill="hold"/>
                                            <p:tgtEl>
                                              <p:spTgt spid="76"/>
                                            </p:tgtEl>
                                            <p:attrNameLst>
                                              <p:attrName>ppt_x</p:attrName>
                                            </p:attrNameLst>
                                          </p:cBhvr>
                                          <p:tavLst>
                                            <p:tav tm="0">
                                              <p:val>
                                                <p:strVal val="1+#ppt_w/2"/>
                                              </p:val>
                                            </p:tav>
                                            <p:tav tm="100000">
                                              <p:val>
                                                <p:strVal val="#ppt_x"/>
                                              </p:val>
                                            </p:tav>
                                          </p:tavLst>
                                        </p:anim>
                                        <p:anim calcmode="lin" valueType="num">
                                          <p:cBhvr additive="base">
                                            <p:cTn id="142" dur="500" fill="hold"/>
                                            <p:tgtEl>
                                              <p:spTgt spid="76"/>
                                            </p:tgtEl>
                                            <p:attrNameLst>
                                              <p:attrName>ppt_y</p:attrName>
                                            </p:attrNameLst>
                                          </p:cBhvr>
                                          <p:tavLst>
                                            <p:tav tm="0">
                                              <p:val>
                                                <p:strVal val="#ppt_y"/>
                                              </p:val>
                                            </p:tav>
                                            <p:tav tm="100000">
                                              <p:val>
                                                <p:strVal val="#ppt_y"/>
                                              </p:val>
                                            </p:tav>
                                          </p:tavLst>
                                        </p:anim>
                                      </p:childTnLst>
                                    </p:cTn>
                                  </p:par>
                                  <p:par>
                                    <p:cTn id="143" presetID="2" presetClass="entr" presetSubtype="2" fill="hold" grpId="0" nodeType="withEffect">
                                      <p:stCondLst>
                                        <p:cond delay="2000"/>
                                      </p:stCondLst>
                                      <p:childTnLst>
                                        <p:set>
                                          <p:cBhvr>
                                            <p:cTn id="144" dur="1" fill="hold">
                                              <p:stCondLst>
                                                <p:cond delay="0"/>
                                              </p:stCondLst>
                                            </p:cTn>
                                            <p:tgtEl>
                                              <p:spTgt spid="81"/>
                                            </p:tgtEl>
                                            <p:attrNameLst>
                                              <p:attrName>style.visibility</p:attrName>
                                            </p:attrNameLst>
                                          </p:cBhvr>
                                          <p:to>
                                            <p:strVal val="visible"/>
                                          </p:to>
                                        </p:set>
                                        <p:anim calcmode="lin" valueType="num">
                                          <p:cBhvr additive="base">
                                            <p:cTn id="145" dur="500" fill="hold"/>
                                            <p:tgtEl>
                                              <p:spTgt spid="81"/>
                                            </p:tgtEl>
                                            <p:attrNameLst>
                                              <p:attrName>ppt_x</p:attrName>
                                            </p:attrNameLst>
                                          </p:cBhvr>
                                          <p:tavLst>
                                            <p:tav tm="0">
                                              <p:val>
                                                <p:strVal val="1+#ppt_w/2"/>
                                              </p:val>
                                            </p:tav>
                                            <p:tav tm="100000">
                                              <p:val>
                                                <p:strVal val="#ppt_x"/>
                                              </p:val>
                                            </p:tav>
                                          </p:tavLst>
                                        </p:anim>
                                        <p:anim calcmode="lin" valueType="num">
                                          <p:cBhvr additive="base">
                                            <p:cTn id="146" dur="500" fill="hold"/>
                                            <p:tgtEl>
                                              <p:spTgt spid="81"/>
                                            </p:tgtEl>
                                            <p:attrNameLst>
                                              <p:attrName>ppt_y</p:attrName>
                                            </p:attrNameLst>
                                          </p:cBhvr>
                                          <p:tavLst>
                                            <p:tav tm="0">
                                              <p:val>
                                                <p:strVal val="#ppt_y"/>
                                              </p:val>
                                            </p:tav>
                                            <p:tav tm="100000">
                                              <p:val>
                                                <p:strVal val="#ppt_y"/>
                                              </p:val>
                                            </p:tav>
                                          </p:tavLst>
                                        </p:anim>
                                      </p:childTnLst>
                                    </p:cTn>
                                  </p:par>
                                  <p:par>
                                    <p:cTn id="147" presetID="16" presetClass="entr" presetSubtype="37" fill="hold" nodeType="withEffect">
                                      <p:stCondLst>
                                        <p:cond delay="1000"/>
                                      </p:stCondLst>
                                      <p:childTnLst>
                                        <p:set>
                                          <p:cBhvr>
                                            <p:cTn id="148" dur="1" fill="hold">
                                              <p:stCondLst>
                                                <p:cond delay="0"/>
                                              </p:stCondLst>
                                            </p:cTn>
                                            <p:tgtEl>
                                              <p:spTgt spid="87"/>
                                            </p:tgtEl>
                                            <p:attrNameLst>
                                              <p:attrName>style.visibility</p:attrName>
                                            </p:attrNameLst>
                                          </p:cBhvr>
                                          <p:to>
                                            <p:strVal val="visible"/>
                                          </p:to>
                                        </p:set>
                                        <p:animEffect transition="in" filter="barn(outVertical)">
                                          <p:cBhvr>
                                            <p:cTn id="149" dur="500"/>
                                            <p:tgtEl>
                                              <p:spTgt spid="87"/>
                                            </p:tgtEl>
                                          </p:cBhvr>
                                        </p:animEffect>
                                      </p:childTnLst>
                                    </p:cTn>
                                  </p:par>
                                  <p:par>
                                    <p:cTn id="150" presetID="16" presetClass="entr" presetSubtype="37" fill="hold" grpId="0" nodeType="withEffect">
                                      <p:stCondLst>
                                        <p:cond delay="1000"/>
                                      </p:stCondLst>
                                      <p:childTnLst>
                                        <p:set>
                                          <p:cBhvr>
                                            <p:cTn id="151" dur="1" fill="hold">
                                              <p:stCondLst>
                                                <p:cond delay="0"/>
                                              </p:stCondLst>
                                            </p:cTn>
                                            <p:tgtEl>
                                              <p:spTgt spid="64"/>
                                            </p:tgtEl>
                                            <p:attrNameLst>
                                              <p:attrName>style.visibility</p:attrName>
                                            </p:attrNameLst>
                                          </p:cBhvr>
                                          <p:to>
                                            <p:strVal val="visible"/>
                                          </p:to>
                                        </p:set>
                                        <p:animEffect transition="in" filter="barn(outVertical)">
                                          <p:cBhvr>
                                            <p:cTn id="15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59" grpId="0" animBg="1"/>
          <p:bldP spid="59" grpId="1" animBg="1"/>
          <p:bldP spid="60" grpId="0" animBg="1"/>
          <p:bldP spid="60" grpId="1" animBg="1"/>
          <p:bldP spid="61" grpId="0" animBg="1"/>
          <p:bldP spid="61" grpId="1" animBg="1"/>
          <p:bldP spid="62" grpId="0"/>
          <p:bldP spid="62" grpId="1"/>
          <p:bldP spid="63" grpId="0"/>
          <p:bldP spid="64" grpId="0"/>
          <p:bldP spid="70" grpId="0" animBg="1"/>
          <p:bldP spid="71" grpId="0" animBg="1"/>
          <p:bldP spid="72" grpId="0" animBg="1"/>
          <p:bldP spid="73" grpId="0" animBg="1"/>
          <p:bldP spid="74" grpId="0" animBg="1"/>
          <p:bldP spid="75" grpId="0" animBg="1"/>
          <p:bldP spid="76" grpId="0" animBg="1"/>
          <p:bldP spid="77" grpId="0" animBg="1"/>
          <p:bldP spid="78" grpId="0"/>
          <p:bldP spid="79" grpId="0"/>
          <p:bldP spid="80" grpId="0"/>
          <p:bldP spid="81" grpId="0"/>
          <p:bldP spid="82" grpId="0"/>
          <p:bldP spid="82" grpId="1"/>
          <p:bldP spid="83" grpId="0"/>
          <p:bldP spid="83" grpId="1"/>
          <p:bldP spid="84" grpId="0"/>
          <p:bldP spid="84" grpId="1"/>
          <p:bldP spid="85" grpId="0"/>
          <p:bldP spid="85" grpId="1"/>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07</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2442493"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参考资料</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2851899627"/>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Oval 6">
            <a:extLst>
              <a:ext uri="{FF2B5EF4-FFF2-40B4-BE49-F238E27FC236}">
                <a16:creationId xmlns:a16="http://schemas.microsoft.com/office/drawing/2014/main" id="{1D09DB38-621E-4EC5-85F4-779547858E10}"/>
              </a:ext>
            </a:extLst>
          </p:cNvPr>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59" name="Oval 3">
            <a:extLst>
              <a:ext uri="{FF2B5EF4-FFF2-40B4-BE49-F238E27FC236}">
                <a16:creationId xmlns:a16="http://schemas.microsoft.com/office/drawing/2014/main" id="{5B31C95D-31D6-4DB5-A05F-EE1FE7DC5C9D}"/>
              </a:ext>
            </a:extLst>
          </p:cNvPr>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60" name="Oval 4">
            <a:extLst>
              <a:ext uri="{FF2B5EF4-FFF2-40B4-BE49-F238E27FC236}">
                <a16:creationId xmlns:a16="http://schemas.microsoft.com/office/drawing/2014/main" id="{5126AEF3-7F67-425E-8C71-19FF3391DFFD}"/>
              </a:ext>
            </a:extLst>
          </p:cNvPr>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61" name="Oval 5">
            <a:extLst>
              <a:ext uri="{FF2B5EF4-FFF2-40B4-BE49-F238E27FC236}">
                <a16:creationId xmlns:a16="http://schemas.microsoft.com/office/drawing/2014/main" id="{820B66E8-FAD0-4747-AB7C-8874A000C7F6}"/>
              </a:ext>
            </a:extLst>
          </p:cNvPr>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62" name="Rectangle 39">
            <a:extLst>
              <a:ext uri="{FF2B5EF4-FFF2-40B4-BE49-F238E27FC236}">
                <a16:creationId xmlns:a16="http://schemas.microsoft.com/office/drawing/2014/main" id="{E051448D-AF27-47A7-B893-85E25F3B04BE}"/>
              </a:ext>
            </a:extLst>
          </p:cNvPr>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FFFF"/>
                </a:solidFill>
                <a:effectLst/>
                <a:latin typeface="Impact" pitchFamily="34" charset="0"/>
                <a:ea typeface="宋体" pitchFamily="2" charset="-122"/>
                <a:cs typeface="宋体" pitchFamily="2" charset="-122"/>
              </a:rPr>
              <a:t>07</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63" name="Rectangle 39">
            <a:extLst>
              <a:ext uri="{FF2B5EF4-FFF2-40B4-BE49-F238E27FC236}">
                <a16:creationId xmlns:a16="http://schemas.microsoft.com/office/drawing/2014/main" id="{18C62568-4144-4FFE-865E-2A1EC217F4BB}"/>
              </a:ext>
            </a:extLst>
          </p:cNvPr>
          <p:cNvSpPr>
            <a:spLocks noChangeArrowheads="1"/>
          </p:cNvSpPr>
          <p:nvPr/>
        </p:nvSpPr>
        <p:spPr bwMode="auto">
          <a:xfrm>
            <a:off x="915988" y="338497"/>
            <a:ext cx="192782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600" b="1" dirty="0">
                <a:solidFill>
                  <a:srgbClr val="EA5514"/>
                </a:solidFill>
                <a:latin typeface="微软雅黑" pitchFamily="34" charset="-122"/>
                <a:ea typeface="微软雅黑" pitchFamily="34" charset="-122"/>
                <a:cs typeface="宋体" pitchFamily="2" charset="-122"/>
              </a:rPr>
              <a:t>参考</a:t>
            </a:r>
            <a:r>
              <a:rPr lang="zh-CN" altLang="en-US" sz="1600" b="1">
                <a:solidFill>
                  <a:srgbClr val="EA5514"/>
                </a:solidFill>
                <a:latin typeface="微软雅黑" pitchFamily="34" charset="-122"/>
                <a:ea typeface="微软雅黑" pitchFamily="34" charset="-122"/>
                <a:cs typeface="宋体" pitchFamily="2" charset="-122"/>
              </a:rPr>
              <a:t>资料与学习资料</a:t>
            </a:r>
            <a:endParaRPr lang="en-US" altLang="zh-CN" sz="1600" b="1" dirty="0">
              <a:solidFill>
                <a:srgbClr val="EA5514"/>
              </a:solidFill>
              <a:latin typeface="微软雅黑" pitchFamily="34" charset="-122"/>
              <a:ea typeface="微软雅黑" pitchFamily="34" charset="-122"/>
              <a:cs typeface="宋体" pitchFamily="2" charset="-122"/>
            </a:endParaRPr>
          </a:p>
        </p:txBody>
      </p:sp>
      <p:sp>
        <p:nvSpPr>
          <p:cNvPr id="2" name="文本框 1">
            <a:extLst>
              <a:ext uri="{FF2B5EF4-FFF2-40B4-BE49-F238E27FC236}">
                <a16:creationId xmlns:a16="http://schemas.microsoft.com/office/drawing/2014/main" id="{7146DCED-B45F-448D-A3B1-48ED90983ED3}"/>
              </a:ext>
            </a:extLst>
          </p:cNvPr>
          <p:cNvSpPr txBox="1"/>
          <p:nvPr/>
        </p:nvSpPr>
        <p:spPr>
          <a:xfrm>
            <a:off x="794679" y="729099"/>
            <a:ext cx="7318886" cy="4308872"/>
          </a:xfrm>
          <a:prstGeom prst="rect">
            <a:avLst/>
          </a:prstGeom>
          <a:noFill/>
        </p:spPr>
        <p:txBody>
          <a:bodyPr wrap="square" rtlCol="0">
            <a:spAutoFit/>
          </a:bodyPr>
          <a:lstStyle/>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[1]Spring Boot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 </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https://spring.io/projects/spring-boot</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[2]Vue.js https://cn.vuejs.org/</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阿里云帮助文档</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 https://help.aliyun.com/</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[4]Tomcat https://www.w3cschool.cn/tomcat/</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[5]</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张海藩</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牟永敏</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软件工程导论（第</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6</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版）</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[M].</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清华大学出版社</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,2013:1-53.</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[6]</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覃征</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李旭</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王卫红</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软件体系结构（第</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4</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版）</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[M].</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清华大学出版社</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,2018:1-21.</a:t>
            </a:r>
          </a:p>
          <a:p>
            <a:pPr>
              <a:lnSpc>
                <a:spcPct val="200000"/>
              </a:lnSpc>
            </a:pP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200000"/>
              </a:lnSpc>
            </a:pP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参考网站</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小程序功能：</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[7]</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子有高考 </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https://zyllion.cn/gaokao/#/home</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[8]</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高考</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U</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选 </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http://gaokao.nercel.com</a:t>
            </a:r>
          </a:p>
          <a:p>
            <a:pPr>
              <a:lnSpc>
                <a:spcPct val="200000"/>
              </a:lnSpc>
            </a:pP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[9]</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小程序</a:t>
            </a:r>
            <a:r>
              <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招省事</a:t>
            </a:r>
            <a:endParaRPr lang="en-US" altLang="zh-CN" sz="1200" b="1" dirty="0">
              <a:solidFill>
                <a:schemeClr val="tx1">
                  <a:lumMod val="75000"/>
                  <a:lumOff val="25000"/>
                </a:schemeClr>
              </a:solidFill>
              <a:latin typeface="微软雅黑" panose="020B0503020204020204" pitchFamily="34" charset="-122"/>
              <a:ea typeface="微软雅黑" panose="020B0503020204020204" pitchFamily="34" charset="-122"/>
            </a:endParaRPr>
          </a:p>
          <a:p>
            <a:endParaRPr lang="zh-CN" altLang="en-US" sz="9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53630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p:cTn id="7" dur="300" fill="hold"/>
                                        <p:tgtEl>
                                          <p:spTgt spid="61"/>
                                        </p:tgtEl>
                                        <p:attrNameLst>
                                          <p:attrName>ppt_w</p:attrName>
                                        </p:attrNameLst>
                                      </p:cBhvr>
                                      <p:tavLst>
                                        <p:tav tm="0">
                                          <p:val>
                                            <p:fltVal val="0"/>
                                          </p:val>
                                        </p:tav>
                                        <p:tav tm="100000">
                                          <p:val>
                                            <p:strVal val="#ppt_w"/>
                                          </p:val>
                                        </p:tav>
                                      </p:tavLst>
                                    </p:anim>
                                    <p:anim calcmode="lin" valueType="num">
                                      <p:cBhvr>
                                        <p:cTn id="8" dur="300" fill="hold"/>
                                        <p:tgtEl>
                                          <p:spTgt spid="61"/>
                                        </p:tgtEl>
                                        <p:attrNameLst>
                                          <p:attrName>ppt_h</p:attrName>
                                        </p:attrNameLst>
                                      </p:cBhvr>
                                      <p:tavLst>
                                        <p:tav tm="0">
                                          <p:val>
                                            <p:fltVal val="0"/>
                                          </p:val>
                                        </p:tav>
                                        <p:tav tm="100000">
                                          <p:val>
                                            <p:strVal val="#ppt_h"/>
                                          </p:val>
                                        </p:tav>
                                      </p:tavLst>
                                    </p:anim>
                                    <p:animEffect transition="in" filter="fade">
                                      <p:cBhvr>
                                        <p:cTn id="9" dur="300"/>
                                        <p:tgtEl>
                                          <p:spTgt spid="61"/>
                                        </p:tgtEl>
                                      </p:cBhvr>
                                    </p:animEffect>
                                  </p:childTnLst>
                                </p:cTn>
                              </p:par>
                              <p:par>
                                <p:cTn id="10" presetID="6" presetClass="emph" presetSubtype="0" autoRev="1" fill="hold" grpId="1" nodeType="withEffect">
                                  <p:stCondLst>
                                    <p:cond delay="300"/>
                                  </p:stCondLst>
                                  <p:childTnLst>
                                    <p:animScale>
                                      <p:cBhvr>
                                        <p:cTn id="11" dur="150" fill="hold"/>
                                        <p:tgtEl>
                                          <p:spTgt spid="61"/>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60"/>
                                        </p:tgtEl>
                                        <p:attrNameLst>
                                          <p:attrName>style.visibility</p:attrName>
                                        </p:attrNameLst>
                                      </p:cBhvr>
                                      <p:to>
                                        <p:strVal val="visible"/>
                                      </p:to>
                                    </p:set>
                                    <p:anim calcmode="lin" valueType="num">
                                      <p:cBhvr>
                                        <p:cTn id="14" dur="300" fill="hold"/>
                                        <p:tgtEl>
                                          <p:spTgt spid="60"/>
                                        </p:tgtEl>
                                        <p:attrNameLst>
                                          <p:attrName>ppt_w</p:attrName>
                                        </p:attrNameLst>
                                      </p:cBhvr>
                                      <p:tavLst>
                                        <p:tav tm="0">
                                          <p:val>
                                            <p:fltVal val="0"/>
                                          </p:val>
                                        </p:tav>
                                        <p:tav tm="100000">
                                          <p:val>
                                            <p:strVal val="#ppt_w"/>
                                          </p:val>
                                        </p:tav>
                                      </p:tavLst>
                                    </p:anim>
                                    <p:anim calcmode="lin" valueType="num">
                                      <p:cBhvr>
                                        <p:cTn id="15" dur="300" fill="hold"/>
                                        <p:tgtEl>
                                          <p:spTgt spid="60"/>
                                        </p:tgtEl>
                                        <p:attrNameLst>
                                          <p:attrName>ppt_h</p:attrName>
                                        </p:attrNameLst>
                                      </p:cBhvr>
                                      <p:tavLst>
                                        <p:tav tm="0">
                                          <p:val>
                                            <p:fltVal val="0"/>
                                          </p:val>
                                        </p:tav>
                                        <p:tav tm="100000">
                                          <p:val>
                                            <p:strVal val="#ppt_h"/>
                                          </p:val>
                                        </p:tav>
                                      </p:tavLst>
                                    </p:anim>
                                    <p:animEffect transition="in" filter="fade">
                                      <p:cBhvr>
                                        <p:cTn id="16" dur="300"/>
                                        <p:tgtEl>
                                          <p:spTgt spid="60"/>
                                        </p:tgtEl>
                                      </p:cBhvr>
                                    </p:animEffect>
                                  </p:childTnLst>
                                </p:cTn>
                              </p:par>
                              <p:par>
                                <p:cTn id="17" presetID="6" presetClass="emph" presetSubtype="0" autoRev="1" fill="hold" grpId="1" nodeType="withEffect">
                                  <p:stCondLst>
                                    <p:cond delay="600"/>
                                  </p:stCondLst>
                                  <p:childTnLst>
                                    <p:animScale>
                                      <p:cBhvr>
                                        <p:cTn id="18" dur="150" fill="hold"/>
                                        <p:tgtEl>
                                          <p:spTgt spid="60"/>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59"/>
                                        </p:tgtEl>
                                        <p:attrNameLst>
                                          <p:attrName>style.visibility</p:attrName>
                                        </p:attrNameLst>
                                      </p:cBhvr>
                                      <p:to>
                                        <p:strVal val="visible"/>
                                      </p:to>
                                    </p:set>
                                    <p:anim calcmode="lin" valueType="num">
                                      <p:cBhvr>
                                        <p:cTn id="21" dur="300" fill="hold"/>
                                        <p:tgtEl>
                                          <p:spTgt spid="59"/>
                                        </p:tgtEl>
                                        <p:attrNameLst>
                                          <p:attrName>ppt_w</p:attrName>
                                        </p:attrNameLst>
                                      </p:cBhvr>
                                      <p:tavLst>
                                        <p:tav tm="0">
                                          <p:val>
                                            <p:fltVal val="0"/>
                                          </p:val>
                                        </p:tav>
                                        <p:tav tm="100000">
                                          <p:val>
                                            <p:strVal val="#ppt_w"/>
                                          </p:val>
                                        </p:tav>
                                      </p:tavLst>
                                    </p:anim>
                                    <p:anim calcmode="lin" valueType="num">
                                      <p:cBhvr>
                                        <p:cTn id="22" dur="300" fill="hold"/>
                                        <p:tgtEl>
                                          <p:spTgt spid="59"/>
                                        </p:tgtEl>
                                        <p:attrNameLst>
                                          <p:attrName>ppt_h</p:attrName>
                                        </p:attrNameLst>
                                      </p:cBhvr>
                                      <p:tavLst>
                                        <p:tav tm="0">
                                          <p:val>
                                            <p:fltVal val="0"/>
                                          </p:val>
                                        </p:tav>
                                        <p:tav tm="100000">
                                          <p:val>
                                            <p:strVal val="#ppt_h"/>
                                          </p:val>
                                        </p:tav>
                                      </p:tavLst>
                                    </p:anim>
                                    <p:animEffect transition="in" filter="fade">
                                      <p:cBhvr>
                                        <p:cTn id="23" dur="300"/>
                                        <p:tgtEl>
                                          <p:spTgt spid="59"/>
                                        </p:tgtEl>
                                      </p:cBhvr>
                                    </p:animEffect>
                                  </p:childTnLst>
                                </p:cTn>
                              </p:par>
                              <p:par>
                                <p:cTn id="24" presetID="6" presetClass="emph" presetSubtype="0" autoRev="1" fill="hold" grpId="1" nodeType="withEffect">
                                  <p:stCondLst>
                                    <p:cond delay="900"/>
                                  </p:stCondLst>
                                  <p:childTnLst>
                                    <p:animScale>
                                      <p:cBhvr>
                                        <p:cTn id="25" dur="150" fill="hold"/>
                                        <p:tgtEl>
                                          <p:spTgt spid="59"/>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58"/>
                                        </p:tgtEl>
                                        <p:attrNameLst>
                                          <p:attrName>style.visibility</p:attrName>
                                        </p:attrNameLst>
                                      </p:cBhvr>
                                      <p:to>
                                        <p:strVal val="visible"/>
                                      </p:to>
                                    </p:set>
                                    <p:anim calcmode="lin" valueType="num">
                                      <p:cBhvr>
                                        <p:cTn id="28" dur="300" fill="hold"/>
                                        <p:tgtEl>
                                          <p:spTgt spid="58"/>
                                        </p:tgtEl>
                                        <p:attrNameLst>
                                          <p:attrName>ppt_w</p:attrName>
                                        </p:attrNameLst>
                                      </p:cBhvr>
                                      <p:tavLst>
                                        <p:tav tm="0">
                                          <p:val>
                                            <p:fltVal val="0"/>
                                          </p:val>
                                        </p:tav>
                                        <p:tav tm="100000">
                                          <p:val>
                                            <p:strVal val="#ppt_w"/>
                                          </p:val>
                                        </p:tav>
                                      </p:tavLst>
                                    </p:anim>
                                    <p:anim calcmode="lin" valueType="num">
                                      <p:cBhvr>
                                        <p:cTn id="29" dur="300" fill="hold"/>
                                        <p:tgtEl>
                                          <p:spTgt spid="58"/>
                                        </p:tgtEl>
                                        <p:attrNameLst>
                                          <p:attrName>ppt_h</p:attrName>
                                        </p:attrNameLst>
                                      </p:cBhvr>
                                      <p:tavLst>
                                        <p:tav tm="0">
                                          <p:val>
                                            <p:fltVal val="0"/>
                                          </p:val>
                                        </p:tav>
                                        <p:tav tm="100000">
                                          <p:val>
                                            <p:strVal val="#ppt_h"/>
                                          </p:val>
                                        </p:tav>
                                      </p:tavLst>
                                    </p:anim>
                                    <p:animEffect transition="in" filter="fade">
                                      <p:cBhvr>
                                        <p:cTn id="30" dur="300"/>
                                        <p:tgtEl>
                                          <p:spTgt spid="58"/>
                                        </p:tgtEl>
                                      </p:cBhvr>
                                    </p:animEffect>
                                  </p:childTnLst>
                                </p:cTn>
                              </p:par>
                              <p:par>
                                <p:cTn id="31" presetID="6" presetClass="emph" presetSubtype="0" autoRev="1" fill="hold" grpId="1" nodeType="withEffect">
                                  <p:stCondLst>
                                    <p:cond delay="1200"/>
                                  </p:stCondLst>
                                  <p:childTnLst>
                                    <p:animScale>
                                      <p:cBhvr>
                                        <p:cTn id="32" dur="150" fill="hold"/>
                                        <p:tgtEl>
                                          <p:spTgt spid="58"/>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62"/>
                                        </p:tgtEl>
                                        <p:attrNameLst>
                                          <p:attrName>style.visibility</p:attrName>
                                        </p:attrNameLst>
                                      </p:cBhvr>
                                      <p:to>
                                        <p:strVal val="visible"/>
                                      </p:to>
                                    </p:set>
                                    <p:anim calcmode="lin" valueType="num">
                                      <p:cBhvr>
                                        <p:cTn id="35" dur="300" fill="hold"/>
                                        <p:tgtEl>
                                          <p:spTgt spid="62"/>
                                        </p:tgtEl>
                                        <p:attrNameLst>
                                          <p:attrName>ppt_w</p:attrName>
                                        </p:attrNameLst>
                                      </p:cBhvr>
                                      <p:tavLst>
                                        <p:tav tm="0">
                                          <p:val>
                                            <p:fltVal val="0"/>
                                          </p:val>
                                        </p:tav>
                                        <p:tav tm="100000">
                                          <p:val>
                                            <p:strVal val="#ppt_w"/>
                                          </p:val>
                                        </p:tav>
                                      </p:tavLst>
                                    </p:anim>
                                    <p:anim calcmode="lin" valueType="num">
                                      <p:cBhvr>
                                        <p:cTn id="36" dur="300" fill="hold"/>
                                        <p:tgtEl>
                                          <p:spTgt spid="62"/>
                                        </p:tgtEl>
                                        <p:attrNameLst>
                                          <p:attrName>ppt_h</p:attrName>
                                        </p:attrNameLst>
                                      </p:cBhvr>
                                      <p:tavLst>
                                        <p:tav tm="0">
                                          <p:val>
                                            <p:fltVal val="0"/>
                                          </p:val>
                                        </p:tav>
                                        <p:tav tm="100000">
                                          <p:val>
                                            <p:strVal val="#ppt_h"/>
                                          </p:val>
                                        </p:tav>
                                      </p:tavLst>
                                    </p:anim>
                                    <p:animEffect transition="in" filter="fade">
                                      <p:cBhvr>
                                        <p:cTn id="37" dur="300"/>
                                        <p:tgtEl>
                                          <p:spTgt spid="62"/>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63"/>
                                        </p:tgtEl>
                                        <p:attrNameLst>
                                          <p:attrName>style.visibility</p:attrName>
                                        </p:attrNameLst>
                                      </p:cBhvr>
                                      <p:to>
                                        <p:strVal val="visible"/>
                                      </p:to>
                                    </p:set>
                                    <p:animEffect transition="in" filter="wipe(left)">
                                      <p:cBhvr>
                                        <p:cTn id="40" dur="500"/>
                                        <p:tgtEl>
                                          <p:spTgt spid="63"/>
                                        </p:tgtEl>
                                      </p:cBhvr>
                                    </p:animEffect>
                                  </p:childTnLst>
                                </p:cTn>
                              </p:par>
                              <p:par>
                                <p:cTn id="41" presetID="6" presetClass="emph" presetSubtype="0" autoRev="1" fill="hold" grpId="1" nodeType="withEffect">
                                  <p:stCondLst>
                                    <p:cond delay="800"/>
                                  </p:stCondLst>
                                  <p:childTnLst>
                                    <p:animScale>
                                      <p:cBhvr>
                                        <p:cTn id="42" dur="150" fill="hold"/>
                                        <p:tgtEl>
                                          <p:spTgt spid="6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59" grpId="0" animBg="1"/>
      <p:bldP spid="59" grpId="1" animBg="1"/>
      <p:bldP spid="60" grpId="0" animBg="1"/>
      <p:bldP spid="60" grpId="1" animBg="1"/>
      <p:bldP spid="61" grpId="0" animBg="1"/>
      <p:bldP spid="61" grpId="1" animBg="1"/>
      <p:bldP spid="62" grpId="0"/>
      <p:bldP spid="62" grpId="1"/>
      <p:bldP spid="6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7"/>
          <p:cNvSpPr>
            <a:spLocks noChangeArrowheads="1"/>
          </p:cNvSpPr>
          <p:nvPr/>
        </p:nvSpPr>
        <p:spPr bwMode="auto">
          <a:xfrm>
            <a:off x="1563092" y="-1133311"/>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 name="Oval 8"/>
          <p:cNvSpPr>
            <a:spLocks noChangeArrowheads="1"/>
          </p:cNvSpPr>
          <p:nvPr/>
        </p:nvSpPr>
        <p:spPr bwMode="auto">
          <a:xfrm>
            <a:off x="3559298" y="46190"/>
            <a:ext cx="292124" cy="292124"/>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Oval 9"/>
          <p:cNvSpPr>
            <a:spLocks noChangeArrowheads="1"/>
          </p:cNvSpPr>
          <p:nvPr/>
        </p:nvSpPr>
        <p:spPr bwMode="auto">
          <a:xfrm>
            <a:off x="1057125" y="274534"/>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Oval 10"/>
          <p:cNvSpPr>
            <a:spLocks noChangeArrowheads="1"/>
          </p:cNvSpPr>
          <p:nvPr/>
        </p:nvSpPr>
        <p:spPr bwMode="auto">
          <a:xfrm>
            <a:off x="2762383" y="192252"/>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11"/>
          <p:cNvSpPr>
            <a:spLocks noChangeArrowheads="1"/>
          </p:cNvSpPr>
          <p:nvPr/>
        </p:nvSpPr>
        <p:spPr bwMode="auto">
          <a:xfrm>
            <a:off x="3940975" y="-185573"/>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Oval 13"/>
          <p:cNvSpPr>
            <a:spLocks noChangeArrowheads="1"/>
          </p:cNvSpPr>
          <p:nvPr/>
        </p:nvSpPr>
        <p:spPr bwMode="auto">
          <a:xfrm>
            <a:off x="3602893" y="252742"/>
            <a:ext cx="1206032" cy="1209241"/>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7"/>
          <p:cNvSpPr>
            <a:spLocks noChangeArrowheads="1"/>
          </p:cNvSpPr>
          <p:nvPr/>
        </p:nvSpPr>
        <p:spPr bwMode="auto">
          <a:xfrm>
            <a:off x="1952760" y="191505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Oval 18"/>
          <p:cNvSpPr>
            <a:spLocks noChangeArrowheads="1"/>
          </p:cNvSpPr>
          <p:nvPr/>
        </p:nvSpPr>
        <p:spPr bwMode="auto">
          <a:xfrm>
            <a:off x="4541477" y="31157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9"/>
          <p:cNvSpPr>
            <a:spLocks noChangeArrowheads="1"/>
          </p:cNvSpPr>
          <p:nvPr/>
        </p:nvSpPr>
        <p:spPr bwMode="auto">
          <a:xfrm>
            <a:off x="4118809" y="1559890"/>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20"/>
          <p:cNvSpPr>
            <a:spLocks noChangeArrowheads="1"/>
          </p:cNvSpPr>
          <p:nvPr/>
        </p:nvSpPr>
        <p:spPr bwMode="auto">
          <a:xfrm>
            <a:off x="3637095" y="1526927"/>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Oval 21"/>
          <p:cNvSpPr>
            <a:spLocks noChangeArrowheads="1"/>
          </p:cNvSpPr>
          <p:nvPr/>
        </p:nvSpPr>
        <p:spPr bwMode="auto">
          <a:xfrm>
            <a:off x="2875568" y="1320965"/>
            <a:ext cx="950440" cy="951935"/>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22"/>
          <p:cNvSpPr>
            <a:spLocks noChangeArrowheads="1"/>
          </p:cNvSpPr>
          <p:nvPr/>
        </p:nvSpPr>
        <p:spPr bwMode="auto">
          <a:xfrm>
            <a:off x="2122251" y="998434"/>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3"/>
          <p:cNvSpPr>
            <a:spLocks noChangeArrowheads="1"/>
          </p:cNvSpPr>
          <p:nvPr/>
        </p:nvSpPr>
        <p:spPr bwMode="auto">
          <a:xfrm>
            <a:off x="1867033" y="1597190"/>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4"/>
          <p:cNvSpPr>
            <a:spLocks noChangeArrowheads="1"/>
          </p:cNvSpPr>
          <p:nvPr/>
        </p:nvSpPr>
        <p:spPr bwMode="auto">
          <a:xfrm>
            <a:off x="1660658" y="1717840"/>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5"/>
          <p:cNvSpPr>
            <a:spLocks noChangeArrowheads="1"/>
          </p:cNvSpPr>
          <p:nvPr/>
        </p:nvSpPr>
        <p:spPr bwMode="auto">
          <a:xfrm>
            <a:off x="3032258" y="3043402"/>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6"/>
          <p:cNvSpPr>
            <a:spLocks noChangeArrowheads="1"/>
          </p:cNvSpPr>
          <p:nvPr/>
        </p:nvSpPr>
        <p:spPr bwMode="auto">
          <a:xfrm>
            <a:off x="2968760" y="3464090"/>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7"/>
          <p:cNvSpPr>
            <a:spLocks noChangeArrowheads="1"/>
          </p:cNvSpPr>
          <p:nvPr/>
        </p:nvSpPr>
        <p:spPr bwMode="auto">
          <a:xfrm>
            <a:off x="3017652" y="3659738"/>
            <a:ext cx="437740" cy="43774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8"/>
          <p:cNvSpPr>
            <a:spLocks noChangeArrowheads="1"/>
          </p:cNvSpPr>
          <p:nvPr/>
        </p:nvSpPr>
        <p:spPr bwMode="auto">
          <a:xfrm>
            <a:off x="2745717" y="4120844"/>
            <a:ext cx="317185" cy="32199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Oval 29"/>
          <p:cNvSpPr>
            <a:spLocks noChangeArrowheads="1"/>
          </p:cNvSpPr>
          <p:nvPr/>
        </p:nvSpPr>
        <p:spPr bwMode="auto">
          <a:xfrm>
            <a:off x="2928201" y="4905540"/>
            <a:ext cx="264948" cy="264948"/>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30"/>
          <p:cNvSpPr>
            <a:spLocks noChangeArrowheads="1"/>
          </p:cNvSpPr>
          <p:nvPr/>
        </p:nvSpPr>
        <p:spPr bwMode="auto">
          <a:xfrm>
            <a:off x="2745717" y="4510944"/>
            <a:ext cx="478058" cy="475179"/>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31"/>
          <p:cNvSpPr>
            <a:spLocks noChangeArrowheads="1"/>
          </p:cNvSpPr>
          <p:nvPr/>
        </p:nvSpPr>
        <p:spPr bwMode="auto">
          <a:xfrm>
            <a:off x="2624270" y="4585957"/>
            <a:ext cx="213232" cy="213232"/>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Oval 32"/>
          <p:cNvSpPr>
            <a:spLocks noChangeArrowheads="1"/>
          </p:cNvSpPr>
          <p:nvPr/>
        </p:nvSpPr>
        <p:spPr bwMode="auto">
          <a:xfrm>
            <a:off x="2321883" y="3795092"/>
            <a:ext cx="604773" cy="604773"/>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3"/>
          <p:cNvSpPr>
            <a:spLocks noChangeArrowheads="1"/>
          </p:cNvSpPr>
          <p:nvPr/>
        </p:nvSpPr>
        <p:spPr bwMode="auto">
          <a:xfrm>
            <a:off x="2800483" y="1133640"/>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4"/>
          <p:cNvSpPr>
            <a:spLocks noChangeArrowheads="1"/>
          </p:cNvSpPr>
          <p:nvPr/>
        </p:nvSpPr>
        <p:spPr bwMode="auto">
          <a:xfrm>
            <a:off x="3226138" y="2959906"/>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Oval 35"/>
          <p:cNvSpPr>
            <a:spLocks noChangeArrowheads="1"/>
          </p:cNvSpPr>
          <p:nvPr/>
        </p:nvSpPr>
        <p:spPr bwMode="auto">
          <a:xfrm>
            <a:off x="2530610" y="2770352"/>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Oval 36"/>
          <p:cNvSpPr>
            <a:spLocks noChangeArrowheads="1"/>
          </p:cNvSpPr>
          <p:nvPr/>
        </p:nvSpPr>
        <p:spPr bwMode="auto">
          <a:xfrm>
            <a:off x="2374027" y="3076740"/>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Oval 37"/>
          <p:cNvSpPr>
            <a:spLocks noChangeArrowheads="1"/>
          </p:cNvSpPr>
          <p:nvPr/>
        </p:nvSpPr>
        <p:spPr bwMode="auto">
          <a:xfrm>
            <a:off x="3083060" y="2016455"/>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39"/>
          <p:cNvSpPr>
            <a:spLocks noChangeArrowheads="1"/>
          </p:cNvSpPr>
          <p:nvPr/>
        </p:nvSpPr>
        <p:spPr bwMode="auto">
          <a:xfrm>
            <a:off x="3252923" y="2212664"/>
            <a:ext cx="7270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800" b="0" i="0" u="none" strike="noStrike" cap="none" normalizeH="0" baseline="0" dirty="0">
                <a:ln>
                  <a:noFill/>
                </a:ln>
                <a:solidFill>
                  <a:srgbClr val="FFFFFF"/>
                </a:solidFill>
                <a:effectLst/>
                <a:latin typeface="Impact" pitchFamily="34" charset="0"/>
                <a:ea typeface="宋体" pitchFamily="2" charset="-122"/>
                <a:cs typeface="宋体" pitchFamily="2" charset="-122"/>
              </a:rPr>
              <a:t>08</a:t>
            </a:r>
            <a:endParaRPr kumimoji="0" lang="zh-CN" altLang="zh-CN" sz="1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36" name="Rectangle 39"/>
          <p:cNvSpPr>
            <a:spLocks noChangeArrowheads="1"/>
          </p:cNvSpPr>
          <p:nvPr/>
        </p:nvSpPr>
        <p:spPr bwMode="auto">
          <a:xfrm>
            <a:off x="4505771" y="2185438"/>
            <a:ext cx="4098677"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4400" b="1" dirty="0">
                <a:solidFill>
                  <a:srgbClr val="EA5514"/>
                </a:solidFill>
                <a:latin typeface="微软雅黑" pitchFamily="34" charset="-122"/>
                <a:ea typeface="微软雅黑" pitchFamily="34" charset="-122"/>
                <a:cs typeface="宋体" pitchFamily="2" charset="-122"/>
              </a:rPr>
              <a:t>组员分工及评价</a:t>
            </a:r>
            <a:endParaRPr lang="en-US" altLang="zh-CN" sz="4400" b="1" dirty="0">
              <a:solidFill>
                <a:srgbClr val="EA5514"/>
              </a:solidFill>
              <a:latin typeface="微软雅黑" pitchFamily="34" charset="-122"/>
              <a:ea typeface="微软雅黑" pitchFamily="34" charset="-122"/>
              <a:cs typeface="宋体" pitchFamily="2" charset="-122"/>
            </a:endParaRPr>
          </a:p>
        </p:txBody>
      </p:sp>
    </p:spTree>
    <p:extLst>
      <p:ext uri="{BB962C8B-B14F-4D97-AF65-F5344CB8AC3E}">
        <p14:creationId xmlns:p14="http://schemas.microsoft.com/office/powerpoint/2010/main" val="1867967794"/>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14:presetBounceEnd="50000">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14:bounceEnd="50000">
                                          <p:cBhvr additive="base">
                                            <p:cTn id="196" dur="500" fill="hold"/>
                                            <p:tgtEl>
                                              <p:spTgt spid="36"/>
                                            </p:tgtEl>
                                            <p:attrNameLst>
                                              <p:attrName>ppt_x</p:attrName>
                                            </p:attrNameLst>
                                          </p:cBhvr>
                                          <p:tavLst>
                                            <p:tav tm="0">
                                              <p:val>
                                                <p:strVal val="1+#ppt_w/2"/>
                                              </p:val>
                                            </p:tav>
                                            <p:tav tm="100000">
                                              <p:val>
                                                <p:strVal val="#ppt_x"/>
                                              </p:val>
                                            </p:tav>
                                          </p:tavLst>
                                        </p:anim>
                                        <p:anim calcmode="lin" valueType="num" p14:bounceEnd="50000">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par>
                                    <p:cTn id="10" presetID="6" presetClass="emph" presetSubtype="0" autoRev="1" fill="hold" grpId="1" nodeType="withEffect">
                                      <p:stCondLst>
                                        <p:cond delay="500"/>
                                      </p:stCondLst>
                                      <p:childTnLst>
                                        <p:animScale>
                                          <p:cBhvr>
                                            <p:cTn id="11" dur="150" fill="hold"/>
                                            <p:tgtEl>
                                              <p:spTgt spid="4"/>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300" fill="hold"/>
                                            <p:tgtEl>
                                              <p:spTgt spid="5"/>
                                            </p:tgtEl>
                                            <p:attrNameLst>
                                              <p:attrName>ppt_w</p:attrName>
                                            </p:attrNameLst>
                                          </p:cBhvr>
                                          <p:tavLst>
                                            <p:tav tm="0">
                                              <p:val>
                                                <p:fltVal val="0"/>
                                              </p:val>
                                            </p:tav>
                                            <p:tav tm="100000">
                                              <p:val>
                                                <p:strVal val="#ppt_w"/>
                                              </p:val>
                                            </p:tav>
                                          </p:tavLst>
                                        </p:anim>
                                        <p:anim calcmode="lin" valueType="num">
                                          <p:cBhvr>
                                            <p:cTn id="15" dur="300" fill="hold"/>
                                            <p:tgtEl>
                                              <p:spTgt spid="5"/>
                                            </p:tgtEl>
                                            <p:attrNameLst>
                                              <p:attrName>ppt_h</p:attrName>
                                            </p:attrNameLst>
                                          </p:cBhvr>
                                          <p:tavLst>
                                            <p:tav tm="0">
                                              <p:val>
                                                <p:fltVal val="0"/>
                                              </p:val>
                                            </p:tav>
                                            <p:tav tm="100000">
                                              <p:val>
                                                <p:strVal val="#ppt_h"/>
                                              </p:val>
                                            </p:tav>
                                          </p:tavLst>
                                        </p:anim>
                                        <p:animEffect transition="in" filter="fade">
                                          <p:cBhvr>
                                            <p:cTn id="16" dur="300"/>
                                            <p:tgtEl>
                                              <p:spTgt spid="5"/>
                                            </p:tgtEl>
                                          </p:cBhvr>
                                        </p:animEffect>
                                      </p:childTnLst>
                                    </p:cTn>
                                  </p:par>
                                  <p:par>
                                    <p:cTn id="17" presetID="6" presetClass="emph" presetSubtype="0" autoRev="1" fill="hold" grpId="1" nodeType="withEffect">
                                      <p:stCondLst>
                                        <p:cond delay="300"/>
                                      </p:stCondLst>
                                      <p:childTnLst>
                                        <p:animScale>
                                          <p:cBhvr>
                                            <p:cTn id="18" dur="150" fill="hold"/>
                                            <p:tgtEl>
                                              <p:spTgt spid="5"/>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300" fill="hold"/>
                                            <p:tgtEl>
                                              <p:spTgt spid="8"/>
                                            </p:tgtEl>
                                            <p:attrNameLst>
                                              <p:attrName>ppt_w</p:attrName>
                                            </p:attrNameLst>
                                          </p:cBhvr>
                                          <p:tavLst>
                                            <p:tav tm="0">
                                              <p:val>
                                                <p:fltVal val="0"/>
                                              </p:val>
                                            </p:tav>
                                            <p:tav tm="100000">
                                              <p:val>
                                                <p:strVal val="#ppt_w"/>
                                              </p:val>
                                            </p:tav>
                                          </p:tavLst>
                                        </p:anim>
                                        <p:anim calcmode="lin" valueType="num">
                                          <p:cBhvr>
                                            <p:cTn id="22" dur="300" fill="hold"/>
                                            <p:tgtEl>
                                              <p:spTgt spid="8"/>
                                            </p:tgtEl>
                                            <p:attrNameLst>
                                              <p:attrName>ppt_h</p:attrName>
                                            </p:attrNameLst>
                                          </p:cBhvr>
                                          <p:tavLst>
                                            <p:tav tm="0">
                                              <p:val>
                                                <p:fltVal val="0"/>
                                              </p:val>
                                            </p:tav>
                                            <p:tav tm="100000">
                                              <p:val>
                                                <p:strVal val="#ppt_h"/>
                                              </p:val>
                                            </p:tav>
                                          </p:tavLst>
                                        </p:anim>
                                        <p:animEffect transition="in" filter="fade">
                                          <p:cBhvr>
                                            <p:cTn id="23" dur="300"/>
                                            <p:tgtEl>
                                              <p:spTgt spid="8"/>
                                            </p:tgtEl>
                                          </p:cBhvr>
                                        </p:animEffect>
                                      </p:childTnLst>
                                    </p:cTn>
                                  </p:par>
                                  <p:par>
                                    <p:cTn id="24" presetID="6" presetClass="emph" presetSubtype="0" autoRev="1" fill="hold" grpId="1" nodeType="withEffect">
                                      <p:stCondLst>
                                        <p:cond delay="300"/>
                                      </p:stCondLst>
                                      <p:childTnLst>
                                        <p:animScale>
                                          <p:cBhvr>
                                            <p:cTn id="25" dur="150" fill="hold"/>
                                            <p:tgtEl>
                                              <p:spTgt spid="8"/>
                                            </p:tgtEl>
                                          </p:cBhvr>
                                          <p:by x="110000" y="110000"/>
                                        </p:animScale>
                                      </p:childTnLst>
                                    </p:cTn>
                                  </p:par>
                                  <p:par>
                                    <p:cTn id="26" presetID="53" presetClass="entr" presetSubtype="16"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 calcmode="lin" valueType="num">
                                          <p:cBhvr>
                                            <p:cTn id="28" dur="300" fill="hold"/>
                                            <p:tgtEl>
                                              <p:spTgt spid="10"/>
                                            </p:tgtEl>
                                            <p:attrNameLst>
                                              <p:attrName>ppt_w</p:attrName>
                                            </p:attrNameLst>
                                          </p:cBhvr>
                                          <p:tavLst>
                                            <p:tav tm="0">
                                              <p:val>
                                                <p:fltVal val="0"/>
                                              </p:val>
                                            </p:tav>
                                            <p:tav tm="100000">
                                              <p:val>
                                                <p:strVal val="#ppt_w"/>
                                              </p:val>
                                            </p:tav>
                                          </p:tavLst>
                                        </p:anim>
                                        <p:anim calcmode="lin" valueType="num">
                                          <p:cBhvr>
                                            <p:cTn id="29" dur="300" fill="hold"/>
                                            <p:tgtEl>
                                              <p:spTgt spid="10"/>
                                            </p:tgtEl>
                                            <p:attrNameLst>
                                              <p:attrName>ppt_h</p:attrName>
                                            </p:attrNameLst>
                                          </p:cBhvr>
                                          <p:tavLst>
                                            <p:tav tm="0">
                                              <p:val>
                                                <p:fltVal val="0"/>
                                              </p:val>
                                            </p:tav>
                                            <p:tav tm="100000">
                                              <p:val>
                                                <p:strVal val="#ppt_h"/>
                                              </p:val>
                                            </p:tav>
                                          </p:tavLst>
                                        </p:anim>
                                        <p:animEffect transition="in" filter="fade">
                                          <p:cBhvr>
                                            <p:cTn id="30" dur="300"/>
                                            <p:tgtEl>
                                              <p:spTgt spid="10"/>
                                            </p:tgtEl>
                                          </p:cBhvr>
                                        </p:animEffect>
                                      </p:childTnLst>
                                    </p:cTn>
                                  </p:par>
                                  <p:par>
                                    <p:cTn id="31" presetID="6" presetClass="emph" presetSubtype="0" autoRev="1" fill="hold" grpId="1" nodeType="withEffect">
                                      <p:stCondLst>
                                        <p:cond delay="600"/>
                                      </p:stCondLst>
                                      <p:childTnLst>
                                        <p:animScale>
                                          <p:cBhvr>
                                            <p:cTn id="32" dur="150" fill="hold"/>
                                            <p:tgtEl>
                                              <p:spTgt spid="10"/>
                                            </p:tgtEl>
                                          </p:cBhvr>
                                          <p:by x="110000" y="110000"/>
                                        </p:animScale>
                                      </p:childTnLst>
                                    </p:cTn>
                                  </p:par>
                                  <p:par>
                                    <p:cTn id="33" presetID="53" presetClass="entr" presetSubtype="16" fill="hold" grpId="0" nodeType="withEffect">
                                      <p:stCondLst>
                                        <p:cond delay="200"/>
                                      </p:stCondLst>
                                      <p:childTnLst>
                                        <p:set>
                                          <p:cBhvr>
                                            <p:cTn id="34" dur="1" fill="hold">
                                              <p:stCondLst>
                                                <p:cond delay="0"/>
                                              </p:stCondLst>
                                            </p:cTn>
                                            <p:tgtEl>
                                              <p:spTgt spid="7"/>
                                            </p:tgtEl>
                                            <p:attrNameLst>
                                              <p:attrName>style.visibility</p:attrName>
                                            </p:attrNameLst>
                                          </p:cBhvr>
                                          <p:to>
                                            <p:strVal val="visible"/>
                                          </p:to>
                                        </p:set>
                                        <p:anim calcmode="lin" valueType="num">
                                          <p:cBhvr>
                                            <p:cTn id="35" dur="300" fill="hold"/>
                                            <p:tgtEl>
                                              <p:spTgt spid="7"/>
                                            </p:tgtEl>
                                            <p:attrNameLst>
                                              <p:attrName>ppt_w</p:attrName>
                                            </p:attrNameLst>
                                          </p:cBhvr>
                                          <p:tavLst>
                                            <p:tav tm="0">
                                              <p:val>
                                                <p:fltVal val="0"/>
                                              </p:val>
                                            </p:tav>
                                            <p:tav tm="100000">
                                              <p:val>
                                                <p:strVal val="#ppt_w"/>
                                              </p:val>
                                            </p:tav>
                                          </p:tavLst>
                                        </p:anim>
                                        <p:anim calcmode="lin" valueType="num">
                                          <p:cBhvr>
                                            <p:cTn id="36" dur="300" fill="hold"/>
                                            <p:tgtEl>
                                              <p:spTgt spid="7"/>
                                            </p:tgtEl>
                                            <p:attrNameLst>
                                              <p:attrName>ppt_h</p:attrName>
                                            </p:attrNameLst>
                                          </p:cBhvr>
                                          <p:tavLst>
                                            <p:tav tm="0">
                                              <p:val>
                                                <p:fltVal val="0"/>
                                              </p:val>
                                            </p:tav>
                                            <p:tav tm="100000">
                                              <p:val>
                                                <p:strVal val="#ppt_h"/>
                                              </p:val>
                                            </p:tav>
                                          </p:tavLst>
                                        </p:anim>
                                        <p:animEffect transition="in" filter="fade">
                                          <p:cBhvr>
                                            <p:cTn id="37" dur="300"/>
                                            <p:tgtEl>
                                              <p:spTgt spid="7"/>
                                            </p:tgtEl>
                                          </p:cBhvr>
                                        </p:animEffect>
                                      </p:childTnLst>
                                    </p:cTn>
                                  </p:par>
                                  <p:par>
                                    <p:cTn id="38" presetID="6" presetClass="emph" presetSubtype="0" autoRev="1" fill="hold" grpId="1" nodeType="withEffect">
                                      <p:stCondLst>
                                        <p:cond delay="500"/>
                                      </p:stCondLst>
                                      <p:childTnLst>
                                        <p:animScale>
                                          <p:cBhvr>
                                            <p:cTn id="39" dur="150" fill="hold"/>
                                            <p:tgtEl>
                                              <p:spTgt spid="7"/>
                                            </p:tgtEl>
                                          </p:cBhvr>
                                          <p:by x="110000" y="110000"/>
                                        </p:animScale>
                                      </p:childTnLst>
                                    </p:cTn>
                                  </p:par>
                                  <p:par>
                                    <p:cTn id="40" presetID="53" presetClass="entr" presetSubtype="16"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ppt_w</p:attrName>
                                            </p:attrNameLst>
                                          </p:cBhvr>
                                          <p:tavLst>
                                            <p:tav tm="0">
                                              <p:val>
                                                <p:fltVal val="0"/>
                                              </p:val>
                                            </p:tav>
                                            <p:tav tm="100000">
                                              <p:val>
                                                <p:strVal val="#ppt_w"/>
                                              </p:val>
                                            </p:tav>
                                          </p:tavLst>
                                        </p:anim>
                                        <p:anim calcmode="lin" valueType="num">
                                          <p:cBhvr>
                                            <p:cTn id="43" dur="300" fill="hold"/>
                                            <p:tgtEl>
                                              <p:spTgt spid="6"/>
                                            </p:tgtEl>
                                            <p:attrNameLst>
                                              <p:attrName>ppt_h</p:attrName>
                                            </p:attrNameLst>
                                          </p:cBhvr>
                                          <p:tavLst>
                                            <p:tav tm="0">
                                              <p:val>
                                                <p:fltVal val="0"/>
                                              </p:val>
                                            </p:tav>
                                            <p:tav tm="100000">
                                              <p:val>
                                                <p:strVal val="#ppt_h"/>
                                              </p:val>
                                            </p:tav>
                                          </p:tavLst>
                                        </p:anim>
                                        <p:animEffect transition="in" filter="fade">
                                          <p:cBhvr>
                                            <p:cTn id="44" dur="300"/>
                                            <p:tgtEl>
                                              <p:spTgt spid="6"/>
                                            </p:tgtEl>
                                          </p:cBhvr>
                                        </p:animEffect>
                                      </p:childTnLst>
                                    </p:cTn>
                                  </p:par>
                                  <p:par>
                                    <p:cTn id="45" presetID="6" presetClass="emph" presetSubtype="0" autoRev="1" fill="hold" grpId="1" nodeType="withEffect">
                                      <p:stCondLst>
                                        <p:cond delay="300"/>
                                      </p:stCondLst>
                                      <p:childTnLst>
                                        <p:animScale>
                                          <p:cBhvr>
                                            <p:cTn id="46" dur="150" fill="hold"/>
                                            <p:tgtEl>
                                              <p:spTgt spid="6"/>
                                            </p:tgtEl>
                                          </p:cBhvr>
                                          <p:by x="110000" y="110000"/>
                                        </p:animScale>
                                      </p:childTnLst>
                                    </p:cTn>
                                  </p:par>
                                  <p:par>
                                    <p:cTn id="47" presetID="53" presetClass="entr" presetSubtype="16" fill="hold" grpId="0" nodeType="withEffect">
                                      <p:stCondLst>
                                        <p:cond delay="200"/>
                                      </p:stCondLst>
                                      <p:childTnLst>
                                        <p:set>
                                          <p:cBhvr>
                                            <p:cTn id="48" dur="1" fill="hold">
                                              <p:stCondLst>
                                                <p:cond delay="0"/>
                                              </p:stCondLst>
                                            </p:cTn>
                                            <p:tgtEl>
                                              <p:spTgt spid="19"/>
                                            </p:tgtEl>
                                            <p:attrNameLst>
                                              <p:attrName>style.visibility</p:attrName>
                                            </p:attrNameLst>
                                          </p:cBhvr>
                                          <p:to>
                                            <p:strVal val="visible"/>
                                          </p:to>
                                        </p:set>
                                        <p:anim calcmode="lin" valueType="num">
                                          <p:cBhvr>
                                            <p:cTn id="49" dur="300" fill="hold"/>
                                            <p:tgtEl>
                                              <p:spTgt spid="19"/>
                                            </p:tgtEl>
                                            <p:attrNameLst>
                                              <p:attrName>ppt_w</p:attrName>
                                            </p:attrNameLst>
                                          </p:cBhvr>
                                          <p:tavLst>
                                            <p:tav tm="0">
                                              <p:val>
                                                <p:fltVal val="0"/>
                                              </p:val>
                                            </p:tav>
                                            <p:tav tm="100000">
                                              <p:val>
                                                <p:strVal val="#ppt_w"/>
                                              </p:val>
                                            </p:tav>
                                          </p:tavLst>
                                        </p:anim>
                                        <p:anim calcmode="lin" valueType="num">
                                          <p:cBhvr>
                                            <p:cTn id="50" dur="300" fill="hold"/>
                                            <p:tgtEl>
                                              <p:spTgt spid="19"/>
                                            </p:tgtEl>
                                            <p:attrNameLst>
                                              <p:attrName>ppt_h</p:attrName>
                                            </p:attrNameLst>
                                          </p:cBhvr>
                                          <p:tavLst>
                                            <p:tav tm="0">
                                              <p:val>
                                                <p:fltVal val="0"/>
                                              </p:val>
                                            </p:tav>
                                            <p:tav tm="100000">
                                              <p:val>
                                                <p:strVal val="#ppt_h"/>
                                              </p:val>
                                            </p:tav>
                                          </p:tavLst>
                                        </p:anim>
                                        <p:animEffect transition="in" filter="fade">
                                          <p:cBhvr>
                                            <p:cTn id="51" dur="300"/>
                                            <p:tgtEl>
                                              <p:spTgt spid="19"/>
                                            </p:tgtEl>
                                          </p:cBhvr>
                                        </p:animEffect>
                                      </p:childTnLst>
                                    </p:cTn>
                                  </p:par>
                                  <p:par>
                                    <p:cTn id="52" presetID="6" presetClass="emph" presetSubtype="0" autoRev="1" fill="hold" grpId="1" nodeType="withEffect">
                                      <p:stCondLst>
                                        <p:cond delay="500"/>
                                      </p:stCondLst>
                                      <p:childTnLst>
                                        <p:animScale>
                                          <p:cBhvr>
                                            <p:cTn id="53" dur="150" fill="hold"/>
                                            <p:tgtEl>
                                              <p:spTgt spid="19"/>
                                            </p:tgtEl>
                                          </p:cBhvr>
                                          <p:by x="110000" y="110000"/>
                                        </p:animScale>
                                      </p:childTnLst>
                                    </p:cTn>
                                  </p:par>
                                  <p:par>
                                    <p:cTn id="54" presetID="53" presetClass="entr" presetSubtype="16" fill="hold" grpId="0" nodeType="withEffect">
                                      <p:stCondLst>
                                        <p:cond delay="400"/>
                                      </p:stCondLst>
                                      <p:childTnLst>
                                        <p:set>
                                          <p:cBhvr>
                                            <p:cTn id="55" dur="1" fill="hold">
                                              <p:stCondLst>
                                                <p:cond delay="0"/>
                                              </p:stCondLst>
                                            </p:cTn>
                                            <p:tgtEl>
                                              <p:spTgt spid="30"/>
                                            </p:tgtEl>
                                            <p:attrNameLst>
                                              <p:attrName>style.visibility</p:attrName>
                                            </p:attrNameLst>
                                          </p:cBhvr>
                                          <p:to>
                                            <p:strVal val="visible"/>
                                          </p:to>
                                        </p:set>
                                        <p:anim calcmode="lin" valueType="num">
                                          <p:cBhvr>
                                            <p:cTn id="56" dur="300" fill="hold"/>
                                            <p:tgtEl>
                                              <p:spTgt spid="30"/>
                                            </p:tgtEl>
                                            <p:attrNameLst>
                                              <p:attrName>ppt_w</p:attrName>
                                            </p:attrNameLst>
                                          </p:cBhvr>
                                          <p:tavLst>
                                            <p:tav tm="0">
                                              <p:val>
                                                <p:fltVal val="0"/>
                                              </p:val>
                                            </p:tav>
                                            <p:tav tm="100000">
                                              <p:val>
                                                <p:strVal val="#ppt_w"/>
                                              </p:val>
                                            </p:tav>
                                          </p:tavLst>
                                        </p:anim>
                                        <p:anim calcmode="lin" valueType="num">
                                          <p:cBhvr>
                                            <p:cTn id="57" dur="300" fill="hold"/>
                                            <p:tgtEl>
                                              <p:spTgt spid="30"/>
                                            </p:tgtEl>
                                            <p:attrNameLst>
                                              <p:attrName>ppt_h</p:attrName>
                                            </p:attrNameLst>
                                          </p:cBhvr>
                                          <p:tavLst>
                                            <p:tav tm="0">
                                              <p:val>
                                                <p:fltVal val="0"/>
                                              </p:val>
                                            </p:tav>
                                            <p:tav tm="100000">
                                              <p:val>
                                                <p:strVal val="#ppt_h"/>
                                              </p:val>
                                            </p:tav>
                                          </p:tavLst>
                                        </p:anim>
                                        <p:animEffect transition="in" filter="fade">
                                          <p:cBhvr>
                                            <p:cTn id="58" dur="300"/>
                                            <p:tgtEl>
                                              <p:spTgt spid="30"/>
                                            </p:tgtEl>
                                          </p:cBhvr>
                                        </p:animEffect>
                                      </p:childTnLst>
                                    </p:cTn>
                                  </p:par>
                                  <p:par>
                                    <p:cTn id="59" presetID="6" presetClass="emph" presetSubtype="0" autoRev="1" fill="hold" grpId="1" nodeType="withEffect">
                                      <p:stCondLst>
                                        <p:cond delay="700"/>
                                      </p:stCondLst>
                                      <p:childTnLst>
                                        <p:animScale>
                                          <p:cBhvr>
                                            <p:cTn id="60" dur="150" fill="hold"/>
                                            <p:tgtEl>
                                              <p:spTgt spid="30"/>
                                            </p:tgtEl>
                                          </p:cBhvr>
                                          <p:by x="110000" y="110000"/>
                                        </p:animScale>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300" fill="hold"/>
                                            <p:tgtEl>
                                              <p:spTgt spid="16"/>
                                            </p:tgtEl>
                                            <p:attrNameLst>
                                              <p:attrName>ppt_w</p:attrName>
                                            </p:attrNameLst>
                                          </p:cBhvr>
                                          <p:tavLst>
                                            <p:tav tm="0">
                                              <p:val>
                                                <p:fltVal val="0"/>
                                              </p:val>
                                            </p:tav>
                                            <p:tav tm="100000">
                                              <p:val>
                                                <p:strVal val="#ppt_w"/>
                                              </p:val>
                                            </p:tav>
                                          </p:tavLst>
                                        </p:anim>
                                        <p:anim calcmode="lin" valueType="num">
                                          <p:cBhvr>
                                            <p:cTn id="64" dur="300" fill="hold"/>
                                            <p:tgtEl>
                                              <p:spTgt spid="16"/>
                                            </p:tgtEl>
                                            <p:attrNameLst>
                                              <p:attrName>ppt_h</p:attrName>
                                            </p:attrNameLst>
                                          </p:cBhvr>
                                          <p:tavLst>
                                            <p:tav tm="0">
                                              <p:val>
                                                <p:fltVal val="0"/>
                                              </p:val>
                                            </p:tav>
                                            <p:tav tm="100000">
                                              <p:val>
                                                <p:strVal val="#ppt_h"/>
                                              </p:val>
                                            </p:tav>
                                          </p:tavLst>
                                        </p:anim>
                                        <p:animEffect transition="in" filter="fade">
                                          <p:cBhvr>
                                            <p:cTn id="65" dur="300"/>
                                            <p:tgtEl>
                                              <p:spTgt spid="16"/>
                                            </p:tgtEl>
                                          </p:cBhvr>
                                        </p:animEffect>
                                      </p:childTnLst>
                                    </p:cTn>
                                  </p:par>
                                  <p:par>
                                    <p:cTn id="66" presetID="6" presetClass="emph" presetSubtype="0" autoRev="1" fill="hold" grpId="1" nodeType="withEffect">
                                      <p:stCondLst>
                                        <p:cond delay="300"/>
                                      </p:stCondLst>
                                      <p:childTnLst>
                                        <p:animScale>
                                          <p:cBhvr>
                                            <p:cTn id="67" dur="150" fill="hold"/>
                                            <p:tgtEl>
                                              <p:spTgt spid="16"/>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300" fill="hold"/>
                                            <p:tgtEl>
                                              <p:spTgt spid="17"/>
                                            </p:tgtEl>
                                            <p:attrNameLst>
                                              <p:attrName>ppt_w</p:attrName>
                                            </p:attrNameLst>
                                          </p:cBhvr>
                                          <p:tavLst>
                                            <p:tav tm="0">
                                              <p:val>
                                                <p:fltVal val="0"/>
                                              </p:val>
                                            </p:tav>
                                            <p:tav tm="100000">
                                              <p:val>
                                                <p:strVal val="#ppt_w"/>
                                              </p:val>
                                            </p:tav>
                                          </p:tavLst>
                                        </p:anim>
                                        <p:anim calcmode="lin" valueType="num">
                                          <p:cBhvr>
                                            <p:cTn id="71" dur="300" fill="hold"/>
                                            <p:tgtEl>
                                              <p:spTgt spid="17"/>
                                            </p:tgtEl>
                                            <p:attrNameLst>
                                              <p:attrName>ppt_h</p:attrName>
                                            </p:attrNameLst>
                                          </p:cBhvr>
                                          <p:tavLst>
                                            <p:tav tm="0">
                                              <p:val>
                                                <p:fltVal val="0"/>
                                              </p:val>
                                            </p:tav>
                                            <p:tav tm="100000">
                                              <p:val>
                                                <p:strVal val="#ppt_h"/>
                                              </p:val>
                                            </p:tav>
                                          </p:tavLst>
                                        </p:anim>
                                        <p:animEffect transition="in" filter="fade">
                                          <p:cBhvr>
                                            <p:cTn id="72" dur="300"/>
                                            <p:tgtEl>
                                              <p:spTgt spid="17"/>
                                            </p:tgtEl>
                                          </p:cBhvr>
                                        </p:animEffect>
                                      </p:childTnLst>
                                    </p:cTn>
                                  </p:par>
                                  <p:par>
                                    <p:cTn id="73" presetID="6" presetClass="emph" presetSubtype="0" autoRev="1" fill="hold" grpId="1" nodeType="withEffect">
                                      <p:stCondLst>
                                        <p:cond delay="300"/>
                                      </p:stCondLst>
                                      <p:childTnLst>
                                        <p:animScale>
                                          <p:cBhvr>
                                            <p:cTn id="74" dur="150" fill="hold"/>
                                            <p:tgtEl>
                                              <p:spTgt spid="17"/>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300" fill="hold"/>
                                            <p:tgtEl>
                                              <p:spTgt spid="15"/>
                                            </p:tgtEl>
                                            <p:attrNameLst>
                                              <p:attrName>ppt_w</p:attrName>
                                            </p:attrNameLst>
                                          </p:cBhvr>
                                          <p:tavLst>
                                            <p:tav tm="0">
                                              <p:val>
                                                <p:fltVal val="0"/>
                                              </p:val>
                                            </p:tav>
                                            <p:tav tm="100000">
                                              <p:val>
                                                <p:strVal val="#ppt_w"/>
                                              </p:val>
                                            </p:tav>
                                          </p:tavLst>
                                        </p:anim>
                                        <p:anim calcmode="lin" valueType="num">
                                          <p:cBhvr>
                                            <p:cTn id="78" dur="300" fill="hold"/>
                                            <p:tgtEl>
                                              <p:spTgt spid="15"/>
                                            </p:tgtEl>
                                            <p:attrNameLst>
                                              <p:attrName>ppt_h</p:attrName>
                                            </p:attrNameLst>
                                          </p:cBhvr>
                                          <p:tavLst>
                                            <p:tav tm="0">
                                              <p:val>
                                                <p:fltVal val="0"/>
                                              </p:val>
                                            </p:tav>
                                            <p:tav tm="100000">
                                              <p:val>
                                                <p:strVal val="#ppt_h"/>
                                              </p:val>
                                            </p:tav>
                                          </p:tavLst>
                                        </p:anim>
                                        <p:animEffect transition="in" filter="fade">
                                          <p:cBhvr>
                                            <p:cTn id="79" dur="300"/>
                                            <p:tgtEl>
                                              <p:spTgt spid="15"/>
                                            </p:tgtEl>
                                          </p:cBhvr>
                                        </p:animEffect>
                                      </p:childTnLst>
                                    </p:cTn>
                                  </p:par>
                                  <p:par>
                                    <p:cTn id="80" presetID="6" presetClass="emph" presetSubtype="0" autoRev="1" fill="hold" grpId="1" nodeType="withEffect">
                                      <p:stCondLst>
                                        <p:cond delay="300"/>
                                      </p:stCondLst>
                                      <p:childTnLst>
                                        <p:animScale>
                                          <p:cBhvr>
                                            <p:cTn id="81" dur="150" fill="hold"/>
                                            <p:tgtEl>
                                              <p:spTgt spid="15"/>
                                            </p:tgtEl>
                                          </p:cBhvr>
                                          <p:by x="110000" y="110000"/>
                                        </p:animScale>
                                      </p:childTnLst>
                                    </p:cTn>
                                  </p:par>
                                  <p:par>
                                    <p:cTn id="82" presetID="53" presetClass="entr" presetSubtype="16" fill="hold" grpId="0" nodeType="withEffect">
                                      <p:stCondLst>
                                        <p:cond delay="200"/>
                                      </p:stCondLst>
                                      <p:childTnLst>
                                        <p:set>
                                          <p:cBhvr>
                                            <p:cTn id="83" dur="1" fill="hold">
                                              <p:stCondLst>
                                                <p:cond delay="0"/>
                                              </p:stCondLst>
                                            </p:cTn>
                                            <p:tgtEl>
                                              <p:spTgt spid="18"/>
                                            </p:tgtEl>
                                            <p:attrNameLst>
                                              <p:attrName>style.visibility</p:attrName>
                                            </p:attrNameLst>
                                          </p:cBhvr>
                                          <p:to>
                                            <p:strVal val="visible"/>
                                          </p:to>
                                        </p:set>
                                        <p:anim calcmode="lin" valueType="num">
                                          <p:cBhvr>
                                            <p:cTn id="84" dur="300" fill="hold"/>
                                            <p:tgtEl>
                                              <p:spTgt spid="18"/>
                                            </p:tgtEl>
                                            <p:attrNameLst>
                                              <p:attrName>ppt_w</p:attrName>
                                            </p:attrNameLst>
                                          </p:cBhvr>
                                          <p:tavLst>
                                            <p:tav tm="0">
                                              <p:val>
                                                <p:fltVal val="0"/>
                                              </p:val>
                                            </p:tav>
                                            <p:tav tm="100000">
                                              <p:val>
                                                <p:strVal val="#ppt_w"/>
                                              </p:val>
                                            </p:tav>
                                          </p:tavLst>
                                        </p:anim>
                                        <p:anim calcmode="lin" valueType="num">
                                          <p:cBhvr>
                                            <p:cTn id="85" dur="300" fill="hold"/>
                                            <p:tgtEl>
                                              <p:spTgt spid="18"/>
                                            </p:tgtEl>
                                            <p:attrNameLst>
                                              <p:attrName>ppt_h</p:attrName>
                                            </p:attrNameLst>
                                          </p:cBhvr>
                                          <p:tavLst>
                                            <p:tav tm="0">
                                              <p:val>
                                                <p:fltVal val="0"/>
                                              </p:val>
                                            </p:tav>
                                            <p:tav tm="100000">
                                              <p:val>
                                                <p:strVal val="#ppt_h"/>
                                              </p:val>
                                            </p:tav>
                                          </p:tavLst>
                                        </p:anim>
                                        <p:animEffect transition="in" filter="fade">
                                          <p:cBhvr>
                                            <p:cTn id="86" dur="300"/>
                                            <p:tgtEl>
                                              <p:spTgt spid="18"/>
                                            </p:tgtEl>
                                          </p:cBhvr>
                                        </p:animEffect>
                                      </p:childTnLst>
                                    </p:cTn>
                                  </p:par>
                                  <p:par>
                                    <p:cTn id="87" presetID="6" presetClass="emph" presetSubtype="0" autoRev="1" fill="hold" grpId="1" nodeType="withEffect">
                                      <p:stCondLst>
                                        <p:cond delay="500"/>
                                      </p:stCondLst>
                                      <p:childTnLst>
                                        <p:animScale>
                                          <p:cBhvr>
                                            <p:cTn id="88" dur="150" fill="hold"/>
                                            <p:tgtEl>
                                              <p:spTgt spid="18"/>
                                            </p:tgtEl>
                                          </p:cBhvr>
                                          <p:by x="110000" y="110000"/>
                                        </p:animScale>
                                      </p:childTnLst>
                                    </p:cTn>
                                  </p:par>
                                  <p:par>
                                    <p:cTn id="89" presetID="53" presetClass="entr" presetSubtype="16" fill="hold" grpId="0" nodeType="withEffect">
                                      <p:stCondLst>
                                        <p:cond delay="6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900"/>
                                      </p:stCondLst>
                                      <p:childTnLst>
                                        <p:animScale>
                                          <p:cBhvr>
                                            <p:cTn id="95" dur="150" fill="hold"/>
                                            <p:tgtEl>
                                              <p:spTgt spid="20"/>
                                            </p:tgtEl>
                                          </p:cBhvr>
                                          <p:by x="110000" y="110000"/>
                                        </p:animScale>
                                      </p:childTnLst>
                                    </p:cTn>
                                  </p:par>
                                  <p:par>
                                    <p:cTn id="96" presetID="53" presetClass="entr" presetSubtype="16" fill="hold" grpId="0" nodeType="withEffect">
                                      <p:stCondLst>
                                        <p:cond delay="200"/>
                                      </p:stCondLst>
                                      <p:childTnLst>
                                        <p:set>
                                          <p:cBhvr>
                                            <p:cTn id="97" dur="1" fill="hold">
                                              <p:stCondLst>
                                                <p:cond delay="0"/>
                                              </p:stCondLst>
                                            </p:cTn>
                                            <p:tgtEl>
                                              <p:spTgt spid="34"/>
                                            </p:tgtEl>
                                            <p:attrNameLst>
                                              <p:attrName>style.visibility</p:attrName>
                                            </p:attrNameLst>
                                          </p:cBhvr>
                                          <p:to>
                                            <p:strVal val="visible"/>
                                          </p:to>
                                        </p:set>
                                        <p:anim calcmode="lin" valueType="num">
                                          <p:cBhvr>
                                            <p:cTn id="98" dur="300" fill="hold"/>
                                            <p:tgtEl>
                                              <p:spTgt spid="34"/>
                                            </p:tgtEl>
                                            <p:attrNameLst>
                                              <p:attrName>ppt_w</p:attrName>
                                            </p:attrNameLst>
                                          </p:cBhvr>
                                          <p:tavLst>
                                            <p:tav tm="0">
                                              <p:val>
                                                <p:fltVal val="0"/>
                                              </p:val>
                                            </p:tav>
                                            <p:tav tm="100000">
                                              <p:val>
                                                <p:strVal val="#ppt_w"/>
                                              </p:val>
                                            </p:tav>
                                          </p:tavLst>
                                        </p:anim>
                                        <p:anim calcmode="lin" valueType="num">
                                          <p:cBhvr>
                                            <p:cTn id="99" dur="300" fill="hold"/>
                                            <p:tgtEl>
                                              <p:spTgt spid="34"/>
                                            </p:tgtEl>
                                            <p:attrNameLst>
                                              <p:attrName>ppt_h</p:attrName>
                                            </p:attrNameLst>
                                          </p:cBhvr>
                                          <p:tavLst>
                                            <p:tav tm="0">
                                              <p:val>
                                                <p:fltVal val="0"/>
                                              </p:val>
                                            </p:tav>
                                            <p:tav tm="100000">
                                              <p:val>
                                                <p:strVal val="#ppt_h"/>
                                              </p:val>
                                            </p:tav>
                                          </p:tavLst>
                                        </p:anim>
                                        <p:animEffect transition="in" filter="fade">
                                          <p:cBhvr>
                                            <p:cTn id="100" dur="300"/>
                                            <p:tgtEl>
                                              <p:spTgt spid="34"/>
                                            </p:tgtEl>
                                          </p:cBhvr>
                                        </p:animEffect>
                                      </p:childTnLst>
                                    </p:cTn>
                                  </p:par>
                                  <p:par>
                                    <p:cTn id="101" presetID="6" presetClass="emph" presetSubtype="0" autoRev="1" fill="hold" grpId="1" nodeType="withEffect">
                                      <p:stCondLst>
                                        <p:cond delay="500"/>
                                      </p:stCondLst>
                                      <p:childTnLst>
                                        <p:animScale>
                                          <p:cBhvr>
                                            <p:cTn id="102" dur="150" fill="hold"/>
                                            <p:tgtEl>
                                              <p:spTgt spid="34"/>
                                            </p:tgtEl>
                                          </p:cBhvr>
                                          <p:by x="110000" y="110000"/>
                                        </p:animScale>
                                      </p:childTnLst>
                                    </p:cTn>
                                  </p:par>
                                  <p:par>
                                    <p:cTn id="103" presetID="53" presetClass="entr" presetSubtype="16" fill="hold" grpId="0" nodeType="withEffect">
                                      <p:stCondLst>
                                        <p:cond delay="0"/>
                                      </p:stCondLst>
                                      <p:childTnLst>
                                        <p:set>
                                          <p:cBhvr>
                                            <p:cTn id="104" dur="1" fill="hold">
                                              <p:stCondLst>
                                                <p:cond delay="0"/>
                                              </p:stCondLst>
                                            </p:cTn>
                                            <p:tgtEl>
                                              <p:spTgt spid="14"/>
                                            </p:tgtEl>
                                            <p:attrNameLst>
                                              <p:attrName>style.visibility</p:attrName>
                                            </p:attrNameLst>
                                          </p:cBhvr>
                                          <p:to>
                                            <p:strVal val="visible"/>
                                          </p:to>
                                        </p:set>
                                        <p:anim calcmode="lin" valueType="num">
                                          <p:cBhvr>
                                            <p:cTn id="105" dur="300" fill="hold"/>
                                            <p:tgtEl>
                                              <p:spTgt spid="14"/>
                                            </p:tgtEl>
                                            <p:attrNameLst>
                                              <p:attrName>ppt_w</p:attrName>
                                            </p:attrNameLst>
                                          </p:cBhvr>
                                          <p:tavLst>
                                            <p:tav tm="0">
                                              <p:val>
                                                <p:fltVal val="0"/>
                                              </p:val>
                                            </p:tav>
                                            <p:tav tm="100000">
                                              <p:val>
                                                <p:strVal val="#ppt_w"/>
                                              </p:val>
                                            </p:tav>
                                          </p:tavLst>
                                        </p:anim>
                                        <p:anim calcmode="lin" valueType="num">
                                          <p:cBhvr>
                                            <p:cTn id="106" dur="300" fill="hold"/>
                                            <p:tgtEl>
                                              <p:spTgt spid="14"/>
                                            </p:tgtEl>
                                            <p:attrNameLst>
                                              <p:attrName>ppt_h</p:attrName>
                                            </p:attrNameLst>
                                          </p:cBhvr>
                                          <p:tavLst>
                                            <p:tav tm="0">
                                              <p:val>
                                                <p:fltVal val="0"/>
                                              </p:val>
                                            </p:tav>
                                            <p:tav tm="100000">
                                              <p:val>
                                                <p:strVal val="#ppt_h"/>
                                              </p:val>
                                            </p:tav>
                                          </p:tavLst>
                                        </p:anim>
                                        <p:animEffect transition="in" filter="fade">
                                          <p:cBhvr>
                                            <p:cTn id="107" dur="300"/>
                                            <p:tgtEl>
                                              <p:spTgt spid="14"/>
                                            </p:tgtEl>
                                          </p:cBhvr>
                                        </p:animEffect>
                                      </p:childTnLst>
                                    </p:cTn>
                                  </p:par>
                                  <p:par>
                                    <p:cTn id="108" presetID="6" presetClass="emph" presetSubtype="0" autoRev="1" fill="hold" grpId="1" nodeType="withEffect">
                                      <p:stCondLst>
                                        <p:cond delay="300"/>
                                      </p:stCondLst>
                                      <p:childTnLst>
                                        <p:animScale>
                                          <p:cBhvr>
                                            <p:cTn id="109" dur="150" fill="hold"/>
                                            <p:tgtEl>
                                              <p:spTgt spid="14"/>
                                            </p:tgtEl>
                                          </p:cBhvr>
                                          <p:by x="110000" y="110000"/>
                                        </p:animScale>
                                      </p:childTnLst>
                                    </p:cTn>
                                  </p:par>
                                  <p:par>
                                    <p:cTn id="110" presetID="53" presetClass="entr" presetSubtype="16" fill="hold" grpId="0" nodeType="withEffect">
                                      <p:stCondLst>
                                        <p:cond delay="400"/>
                                      </p:stCondLst>
                                      <p:childTnLst>
                                        <p:set>
                                          <p:cBhvr>
                                            <p:cTn id="111" dur="1" fill="hold">
                                              <p:stCondLst>
                                                <p:cond delay="0"/>
                                              </p:stCondLst>
                                            </p:cTn>
                                            <p:tgtEl>
                                              <p:spTgt spid="31"/>
                                            </p:tgtEl>
                                            <p:attrNameLst>
                                              <p:attrName>style.visibility</p:attrName>
                                            </p:attrNameLst>
                                          </p:cBhvr>
                                          <p:to>
                                            <p:strVal val="visible"/>
                                          </p:to>
                                        </p:set>
                                        <p:anim calcmode="lin" valueType="num">
                                          <p:cBhvr>
                                            <p:cTn id="112" dur="300" fill="hold"/>
                                            <p:tgtEl>
                                              <p:spTgt spid="31"/>
                                            </p:tgtEl>
                                            <p:attrNameLst>
                                              <p:attrName>ppt_w</p:attrName>
                                            </p:attrNameLst>
                                          </p:cBhvr>
                                          <p:tavLst>
                                            <p:tav tm="0">
                                              <p:val>
                                                <p:fltVal val="0"/>
                                              </p:val>
                                            </p:tav>
                                            <p:tav tm="100000">
                                              <p:val>
                                                <p:strVal val="#ppt_w"/>
                                              </p:val>
                                            </p:tav>
                                          </p:tavLst>
                                        </p:anim>
                                        <p:anim calcmode="lin" valueType="num">
                                          <p:cBhvr>
                                            <p:cTn id="113" dur="300" fill="hold"/>
                                            <p:tgtEl>
                                              <p:spTgt spid="31"/>
                                            </p:tgtEl>
                                            <p:attrNameLst>
                                              <p:attrName>ppt_h</p:attrName>
                                            </p:attrNameLst>
                                          </p:cBhvr>
                                          <p:tavLst>
                                            <p:tav tm="0">
                                              <p:val>
                                                <p:fltVal val="0"/>
                                              </p:val>
                                            </p:tav>
                                            <p:tav tm="100000">
                                              <p:val>
                                                <p:strVal val="#ppt_h"/>
                                              </p:val>
                                            </p:tav>
                                          </p:tavLst>
                                        </p:anim>
                                        <p:animEffect transition="in" filter="fade">
                                          <p:cBhvr>
                                            <p:cTn id="114" dur="300"/>
                                            <p:tgtEl>
                                              <p:spTgt spid="31"/>
                                            </p:tgtEl>
                                          </p:cBhvr>
                                        </p:animEffect>
                                      </p:childTnLst>
                                    </p:cTn>
                                  </p:par>
                                  <p:par>
                                    <p:cTn id="115" presetID="6" presetClass="emph" presetSubtype="0" autoRev="1" fill="hold" grpId="1" nodeType="withEffect">
                                      <p:stCondLst>
                                        <p:cond delay="700"/>
                                      </p:stCondLst>
                                      <p:childTnLst>
                                        <p:animScale>
                                          <p:cBhvr>
                                            <p:cTn id="116" dur="150" fill="hold"/>
                                            <p:tgtEl>
                                              <p:spTgt spid="31"/>
                                            </p:tgtEl>
                                          </p:cBhvr>
                                          <p:by x="110000" y="110000"/>
                                        </p:animScale>
                                      </p:childTnLst>
                                    </p:cTn>
                                  </p:par>
                                  <p:par>
                                    <p:cTn id="117" presetID="53" presetClass="entr" presetSubtype="16" fill="hold" grpId="0" nodeType="withEffect">
                                      <p:stCondLst>
                                        <p:cond delay="100"/>
                                      </p:stCondLst>
                                      <p:childTnLst>
                                        <p:set>
                                          <p:cBhvr>
                                            <p:cTn id="118" dur="1" fill="hold">
                                              <p:stCondLst>
                                                <p:cond delay="0"/>
                                              </p:stCondLst>
                                            </p:cTn>
                                            <p:tgtEl>
                                              <p:spTgt spid="32"/>
                                            </p:tgtEl>
                                            <p:attrNameLst>
                                              <p:attrName>style.visibility</p:attrName>
                                            </p:attrNameLst>
                                          </p:cBhvr>
                                          <p:to>
                                            <p:strVal val="visible"/>
                                          </p:to>
                                        </p:set>
                                        <p:anim calcmode="lin" valueType="num">
                                          <p:cBhvr>
                                            <p:cTn id="119" dur="300" fill="hold"/>
                                            <p:tgtEl>
                                              <p:spTgt spid="32"/>
                                            </p:tgtEl>
                                            <p:attrNameLst>
                                              <p:attrName>ppt_w</p:attrName>
                                            </p:attrNameLst>
                                          </p:cBhvr>
                                          <p:tavLst>
                                            <p:tav tm="0">
                                              <p:val>
                                                <p:fltVal val="0"/>
                                              </p:val>
                                            </p:tav>
                                            <p:tav tm="100000">
                                              <p:val>
                                                <p:strVal val="#ppt_w"/>
                                              </p:val>
                                            </p:tav>
                                          </p:tavLst>
                                        </p:anim>
                                        <p:anim calcmode="lin" valueType="num">
                                          <p:cBhvr>
                                            <p:cTn id="120" dur="300" fill="hold"/>
                                            <p:tgtEl>
                                              <p:spTgt spid="32"/>
                                            </p:tgtEl>
                                            <p:attrNameLst>
                                              <p:attrName>ppt_h</p:attrName>
                                            </p:attrNameLst>
                                          </p:cBhvr>
                                          <p:tavLst>
                                            <p:tav tm="0">
                                              <p:val>
                                                <p:fltVal val="0"/>
                                              </p:val>
                                            </p:tav>
                                            <p:tav tm="100000">
                                              <p:val>
                                                <p:strVal val="#ppt_h"/>
                                              </p:val>
                                            </p:tav>
                                          </p:tavLst>
                                        </p:anim>
                                        <p:animEffect transition="in" filter="fade">
                                          <p:cBhvr>
                                            <p:cTn id="121" dur="300"/>
                                            <p:tgtEl>
                                              <p:spTgt spid="32"/>
                                            </p:tgtEl>
                                          </p:cBhvr>
                                        </p:animEffect>
                                      </p:childTnLst>
                                    </p:cTn>
                                  </p:par>
                                  <p:par>
                                    <p:cTn id="122" presetID="6" presetClass="emph" presetSubtype="0" autoRev="1" fill="hold" grpId="1" nodeType="withEffect">
                                      <p:stCondLst>
                                        <p:cond delay="400"/>
                                      </p:stCondLst>
                                      <p:childTnLst>
                                        <p:animScale>
                                          <p:cBhvr>
                                            <p:cTn id="123" dur="150" fill="hold"/>
                                            <p:tgtEl>
                                              <p:spTgt spid="32"/>
                                            </p:tgtEl>
                                          </p:cBhvr>
                                          <p:by x="110000" y="110000"/>
                                        </p:animScale>
                                      </p:childTnLst>
                                    </p:cTn>
                                  </p:par>
                                  <p:par>
                                    <p:cTn id="124" presetID="53" presetClass="entr" presetSubtype="16" fill="hold" grpId="0" nodeType="withEffect">
                                      <p:stCondLst>
                                        <p:cond delay="300"/>
                                      </p:stCondLst>
                                      <p:childTnLst>
                                        <p:set>
                                          <p:cBhvr>
                                            <p:cTn id="125" dur="1" fill="hold">
                                              <p:stCondLst>
                                                <p:cond delay="0"/>
                                              </p:stCondLst>
                                            </p:cTn>
                                            <p:tgtEl>
                                              <p:spTgt spid="22"/>
                                            </p:tgtEl>
                                            <p:attrNameLst>
                                              <p:attrName>style.visibility</p:attrName>
                                            </p:attrNameLst>
                                          </p:cBhvr>
                                          <p:to>
                                            <p:strVal val="visible"/>
                                          </p:to>
                                        </p:set>
                                        <p:anim calcmode="lin" valueType="num">
                                          <p:cBhvr>
                                            <p:cTn id="126" dur="300" fill="hold"/>
                                            <p:tgtEl>
                                              <p:spTgt spid="22"/>
                                            </p:tgtEl>
                                            <p:attrNameLst>
                                              <p:attrName>ppt_w</p:attrName>
                                            </p:attrNameLst>
                                          </p:cBhvr>
                                          <p:tavLst>
                                            <p:tav tm="0">
                                              <p:val>
                                                <p:fltVal val="0"/>
                                              </p:val>
                                            </p:tav>
                                            <p:tav tm="100000">
                                              <p:val>
                                                <p:strVal val="#ppt_w"/>
                                              </p:val>
                                            </p:tav>
                                          </p:tavLst>
                                        </p:anim>
                                        <p:anim calcmode="lin" valueType="num">
                                          <p:cBhvr>
                                            <p:cTn id="127" dur="300" fill="hold"/>
                                            <p:tgtEl>
                                              <p:spTgt spid="22"/>
                                            </p:tgtEl>
                                            <p:attrNameLst>
                                              <p:attrName>ppt_h</p:attrName>
                                            </p:attrNameLst>
                                          </p:cBhvr>
                                          <p:tavLst>
                                            <p:tav tm="0">
                                              <p:val>
                                                <p:fltVal val="0"/>
                                              </p:val>
                                            </p:tav>
                                            <p:tav tm="100000">
                                              <p:val>
                                                <p:strVal val="#ppt_h"/>
                                              </p:val>
                                            </p:tav>
                                          </p:tavLst>
                                        </p:anim>
                                        <p:animEffect transition="in" filter="fade">
                                          <p:cBhvr>
                                            <p:cTn id="128" dur="300"/>
                                            <p:tgtEl>
                                              <p:spTgt spid="22"/>
                                            </p:tgtEl>
                                          </p:cBhvr>
                                        </p:animEffect>
                                      </p:childTnLst>
                                    </p:cTn>
                                  </p:par>
                                  <p:par>
                                    <p:cTn id="129" presetID="6" presetClass="emph" presetSubtype="0" autoRev="1" fill="hold" grpId="1" nodeType="withEffect">
                                      <p:stCondLst>
                                        <p:cond delay="600"/>
                                      </p:stCondLst>
                                      <p:childTnLst>
                                        <p:animScale>
                                          <p:cBhvr>
                                            <p:cTn id="130" dur="150" fill="hold"/>
                                            <p:tgtEl>
                                              <p:spTgt spid="22"/>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33"/>
                                            </p:tgtEl>
                                            <p:attrNameLst>
                                              <p:attrName>style.visibility</p:attrName>
                                            </p:attrNameLst>
                                          </p:cBhvr>
                                          <p:to>
                                            <p:strVal val="visible"/>
                                          </p:to>
                                        </p:set>
                                        <p:anim calcmode="lin" valueType="num">
                                          <p:cBhvr>
                                            <p:cTn id="133" dur="300" fill="hold"/>
                                            <p:tgtEl>
                                              <p:spTgt spid="33"/>
                                            </p:tgtEl>
                                            <p:attrNameLst>
                                              <p:attrName>ppt_w</p:attrName>
                                            </p:attrNameLst>
                                          </p:cBhvr>
                                          <p:tavLst>
                                            <p:tav tm="0">
                                              <p:val>
                                                <p:fltVal val="0"/>
                                              </p:val>
                                            </p:tav>
                                            <p:tav tm="100000">
                                              <p:val>
                                                <p:strVal val="#ppt_w"/>
                                              </p:val>
                                            </p:tav>
                                          </p:tavLst>
                                        </p:anim>
                                        <p:anim calcmode="lin" valueType="num">
                                          <p:cBhvr>
                                            <p:cTn id="134" dur="300" fill="hold"/>
                                            <p:tgtEl>
                                              <p:spTgt spid="33"/>
                                            </p:tgtEl>
                                            <p:attrNameLst>
                                              <p:attrName>ppt_h</p:attrName>
                                            </p:attrNameLst>
                                          </p:cBhvr>
                                          <p:tavLst>
                                            <p:tav tm="0">
                                              <p:val>
                                                <p:fltVal val="0"/>
                                              </p:val>
                                            </p:tav>
                                            <p:tav tm="100000">
                                              <p:val>
                                                <p:strVal val="#ppt_h"/>
                                              </p:val>
                                            </p:tav>
                                          </p:tavLst>
                                        </p:anim>
                                        <p:animEffect transition="in" filter="fade">
                                          <p:cBhvr>
                                            <p:cTn id="135" dur="300"/>
                                            <p:tgtEl>
                                              <p:spTgt spid="33"/>
                                            </p:tgtEl>
                                          </p:cBhvr>
                                        </p:animEffect>
                                      </p:childTnLst>
                                    </p:cTn>
                                  </p:par>
                                  <p:par>
                                    <p:cTn id="136" presetID="6" presetClass="emph" presetSubtype="0" autoRev="1" fill="hold" grpId="1" nodeType="withEffect">
                                      <p:stCondLst>
                                        <p:cond delay="300"/>
                                      </p:stCondLst>
                                      <p:childTnLst>
                                        <p:animScale>
                                          <p:cBhvr>
                                            <p:cTn id="137" dur="150" fill="hold"/>
                                            <p:tgtEl>
                                              <p:spTgt spid="33"/>
                                            </p:tgtEl>
                                          </p:cBhvr>
                                          <p:by x="110000" y="110000"/>
                                        </p:animScale>
                                      </p:childTnLst>
                                    </p:cTn>
                                  </p:par>
                                  <p:par>
                                    <p:cTn id="138" presetID="53" presetClass="entr" presetSubtype="16" fill="hold" grpId="0" nodeType="withEffect">
                                      <p:stCondLst>
                                        <p:cond delay="200"/>
                                      </p:stCondLst>
                                      <p:childTnLst>
                                        <p:set>
                                          <p:cBhvr>
                                            <p:cTn id="139" dur="1" fill="hold">
                                              <p:stCondLst>
                                                <p:cond delay="0"/>
                                              </p:stCondLst>
                                            </p:cTn>
                                            <p:tgtEl>
                                              <p:spTgt spid="23"/>
                                            </p:tgtEl>
                                            <p:attrNameLst>
                                              <p:attrName>style.visibility</p:attrName>
                                            </p:attrNameLst>
                                          </p:cBhvr>
                                          <p:to>
                                            <p:strVal val="visible"/>
                                          </p:to>
                                        </p:set>
                                        <p:anim calcmode="lin" valueType="num">
                                          <p:cBhvr>
                                            <p:cTn id="140" dur="300" fill="hold"/>
                                            <p:tgtEl>
                                              <p:spTgt spid="23"/>
                                            </p:tgtEl>
                                            <p:attrNameLst>
                                              <p:attrName>ppt_w</p:attrName>
                                            </p:attrNameLst>
                                          </p:cBhvr>
                                          <p:tavLst>
                                            <p:tav tm="0">
                                              <p:val>
                                                <p:fltVal val="0"/>
                                              </p:val>
                                            </p:tav>
                                            <p:tav tm="100000">
                                              <p:val>
                                                <p:strVal val="#ppt_w"/>
                                              </p:val>
                                            </p:tav>
                                          </p:tavLst>
                                        </p:anim>
                                        <p:anim calcmode="lin" valueType="num">
                                          <p:cBhvr>
                                            <p:cTn id="141" dur="300" fill="hold"/>
                                            <p:tgtEl>
                                              <p:spTgt spid="23"/>
                                            </p:tgtEl>
                                            <p:attrNameLst>
                                              <p:attrName>ppt_h</p:attrName>
                                            </p:attrNameLst>
                                          </p:cBhvr>
                                          <p:tavLst>
                                            <p:tav tm="0">
                                              <p:val>
                                                <p:fltVal val="0"/>
                                              </p:val>
                                            </p:tav>
                                            <p:tav tm="100000">
                                              <p:val>
                                                <p:strVal val="#ppt_h"/>
                                              </p:val>
                                            </p:tav>
                                          </p:tavLst>
                                        </p:anim>
                                        <p:animEffect transition="in" filter="fade">
                                          <p:cBhvr>
                                            <p:cTn id="142" dur="300"/>
                                            <p:tgtEl>
                                              <p:spTgt spid="23"/>
                                            </p:tgtEl>
                                          </p:cBhvr>
                                        </p:animEffect>
                                      </p:childTnLst>
                                    </p:cTn>
                                  </p:par>
                                  <p:par>
                                    <p:cTn id="143" presetID="6" presetClass="emph" presetSubtype="0" autoRev="1" fill="hold" grpId="1" nodeType="withEffect">
                                      <p:stCondLst>
                                        <p:cond delay="500"/>
                                      </p:stCondLst>
                                      <p:childTnLst>
                                        <p:animScale>
                                          <p:cBhvr>
                                            <p:cTn id="144" dur="150" fill="hold"/>
                                            <p:tgtEl>
                                              <p:spTgt spid="23"/>
                                            </p:tgtEl>
                                          </p:cBhvr>
                                          <p:by x="110000" y="110000"/>
                                        </p:animScale>
                                      </p:childTnLst>
                                    </p:cTn>
                                  </p:par>
                                  <p:par>
                                    <p:cTn id="145" presetID="53" presetClass="entr" presetSubtype="16" fill="hold" grpId="0" nodeType="withEffect">
                                      <p:stCondLst>
                                        <p:cond delay="600"/>
                                      </p:stCondLst>
                                      <p:childTnLst>
                                        <p:set>
                                          <p:cBhvr>
                                            <p:cTn id="146" dur="1" fill="hold">
                                              <p:stCondLst>
                                                <p:cond delay="0"/>
                                              </p:stCondLst>
                                            </p:cTn>
                                            <p:tgtEl>
                                              <p:spTgt spid="24"/>
                                            </p:tgtEl>
                                            <p:attrNameLst>
                                              <p:attrName>style.visibility</p:attrName>
                                            </p:attrNameLst>
                                          </p:cBhvr>
                                          <p:to>
                                            <p:strVal val="visible"/>
                                          </p:to>
                                        </p:set>
                                        <p:anim calcmode="lin" valueType="num">
                                          <p:cBhvr>
                                            <p:cTn id="147" dur="300" fill="hold"/>
                                            <p:tgtEl>
                                              <p:spTgt spid="24"/>
                                            </p:tgtEl>
                                            <p:attrNameLst>
                                              <p:attrName>ppt_w</p:attrName>
                                            </p:attrNameLst>
                                          </p:cBhvr>
                                          <p:tavLst>
                                            <p:tav tm="0">
                                              <p:val>
                                                <p:fltVal val="0"/>
                                              </p:val>
                                            </p:tav>
                                            <p:tav tm="100000">
                                              <p:val>
                                                <p:strVal val="#ppt_w"/>
                                              </p:val>
                                            </p:tav>
                                          </p:tavLst>
                                        </p:anim>
                                        <p:anim calcmode="lin" valueType="num">
                                          <p:cBhvr>
                                            <p:cTn id="148" dur="300" fill="hold"/>
                                            <p:tgtEl>
                                              <p:spTgt spid="24"/>
                                            </p:tgtEl>
                                            <p:attrNameLst>
                                              <p:attrName>ppt_h</p:attrName>
                                            </p:attrNameLst>
                                          </p:cBhvr>
                                          <p:tavLst>
                                            <p:tav tm="0">
                                              <p:val>
                                                <p:fltVal val="0"/>
                                              </p:val>
                                            </p:tav>
                                            <p:tav tm="100000">
                                              <p:val>
                                                <p:strVal val="#ppt_h"/>
                                              </p:val>
                                            </p:tav>
                                          </p:tavLst>
                                        </p:anim>
                                        <p:animEffect transition="in" filter="fade">
                                          <p:cBhvr>
                                            <p:cTn id="149" dur="300"/>
                                            <p:tgtEl>
                                              <p:spTgt spid="24"/>
                                            </p:tgtEl>
                                          </p:cBhvr>
                                        </p:animEffect>
                                      </p:childTnLst>
                                    </p:cTn>
                                  </p:par>
                                  <p:par>
                                    <p:cTn id="150" presetID="6" presetClass="emph" presetSubtype="0" autoRev="1" fill="hold" grpId="1" nodeType="withEffect">
                                      <p:stCondLst>
                                        <p:cond delay="900"/>
                                      </p:stCondLst>
                                      <p:childTnLst>
                                        <p:animScale>
                                          <p:cBhvr>
                                            <p:cTn id="151" dur="150" fill="hold"/>
                                            <p:tgtEl>
                                              <p:spTgt spid="24"/>
                                            </p:tgtEl>
                                          </p:cBhvr>
                                          <p:by x="110000" y="110000"/>
                                        </p:animScale>
                                      </p:childTnLst>
                                    </p:cTn>
                                  </p:par>
                                  <p:par>
                                    <p:cTn id="152" presetID="53" presetClass="entr" presetSubtype="16" fill="hold" grpId="0" nodeType="withEffect">
                                      <p:stCondLst>
                                        <p:cond delay="1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 fill="hold"/>
                                            <p:tgtEl>
                                              <p:spTgt spid="29"/>
                                            </p:tgtEl>
                                            <p:attrNameLst>
                                              <p:attrName>ppt_w</p:attrName>
                                            </p:attrNameLst>
                                          </p:cBhvr>
                                          <p:tavLst>
                                            <p:tav tm="0">
                                              <p:val>
                                                <p:fltVal val="0"/>
                                              </p:val>
                                            </p:tav>
                                            <p:tav tm="100000">
                                              <p:val>
                                                <p:strVal val="#ppt_w"/>
                                              </p:val>
                                            </p:tav>
                                          </p:tavLst>
                                        </p:anim>
                                        <p:anim calcmode="lin" valueType="num">
                                          <p:cBhvr>
                                            <p:cTn id="155" dur="300" fill="hold"/>
                                            <p:tgtEl>
                                              <p:spTgt spid="29"/>
                                            </p:tgtEl>
                                            <p:attrNameLst>
                                              <p:attrName>ppt_h</p:attrName>
                                            </p:attrNameLst>
                                          </p:cBhvr>
                                          <p:tavLst>
                                            <p:tav tm="0">
                                              <p:val>
                                                <p:fltVal val="0"/>
                                              </p:val>
                                            </p:tav>
                                            <p:tav tm="100000">
                                              <p:val>
                                                <p:strVal val="#ppt_h"/>
                                              </p:val>
                                            </p:tav>
                                          </p:tavLst>
                                        </p:anim>
                                        <p:animEffect transition="in" filter="fade">
                                          <p:cBhvr>
                                            <p:cTn id="156" dur="300"/>
                                            <p:tgtEl>
                                              <p:spTgt spid="29"/>
                                            </p:tgtEl>
                                          </p:cBhvr>
                                        </p:animEffect>
                                      </p:childTnLst>
                                    </p:cTn>
                                  </p:par>
                                  <p:par>
                                    <p:cTn id="157" presetID="6" presetClass="emph" presetSubtype="0" autoRev="1" fill="hold" grpId="1" nodeType="withEffect">
                                      <p:stCondLst>
                                        <p:cond delay="400"/>
                                      </p:stCondLst>
                                      <p:childTnLst>
                                        <p:animScale>
                                          <p:cBhvr>
                                            <p:cTn id="158" dur="150" fill="hold"/>
                                            <p:tgtEl>
                                              <p:spTgt spid="29"/>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25"/>
                                            </p:tgtEl>
                                            <p:attrNameLst>
                                              <p:attrName>style.visibility</p:attrName>
                                            </p:attrNameLst>
                                          </p:cBhvr>
                                          <p:to>
                                            <p:strVal val="visible"/>
                                          </p:to>
                                        </p:set>
                                        <p:anim calcmode="lin" valueType="num">
                                          <p:cBhvr>
                                            <p:cTn id="161" dur="300" fill="hold"/>
                                            <p:tgtEl>
                                              <p:spTgt spid="25"/>
                                            </p:tgtEl>
                                            <p:attrNameLst>
                                              <p:attrName>ppt_w</p:attrName>
                                            </p:attrNameLst>
                                          </p:cBhvr>
                                          <p:tavLst>
                                            <p:tav tm="0">
                                              <p:val>
                                                <p:fltVal val="0"/>
                                              </p:val>
                                            </p:tav>
                                            <p:tav tm="100000">
                                              <p:val>
                                                <p:strVal val="#ppt_w"/>
                                              </p:val>
                                            </p:tav>
                                          </p:tavLst>
                                        </p:anim>
                                        <p:anim calcmode="lin" valueType="num">
                                          <p:cBhvr>
                                            <p:cTn id="162" dur="300" fill="hold"/>
                                            <p:tgtEl>
                                              <p:spTgt spid="25"/>
                                            </p:tgtEl>
                                            <p:attrNameLst>
                                              <p:attrName>ppt_h</p:attrName>
                                            </p:attrNameLst>
                                          </p:cBhvr>
                                          <p:tavLst>
                                            <p:tav tm="0">
                                              <p:val>
                                                <p:fltVal val="0"/>
                                              </p:val>
                                            </p:tav>
                                            <p:tav tm="100000">
                                              <p:val>
                                                <p:strVal val="#ppt_h"/>
                                              </p:val>
                                            </p:tav>
                                          </p:tavLst>
                                        </p:anim>
                                        <p:animEffect transition="in" filter="fade">
                                          <p:cBhvr>
                                            <p:cTn id="163" dur="300"/>
                                            <p:tgtEl>
                                              <p:spTgt spid="25"/>
                                            </p:tgtEl>
                                          </p:cBhvr>
                                        </p:animEffect>
                                      </p:childTnLst>
                                    </p:cTn>
                                  </p:par>
                                  <p:par>
                                    <p:cTn id="164" presetID="6" presetClass="emph" presetSubtype="0" autoRev="1" fill="hold" grpId="1" nodeType="withEffect">
                                      <p:stCondLst>
                                        <p:cond delay="300"/>
                                      </p:stCondLst>
                                      <p:childTnLst>
                                        <p:animScale>
                                          <p:cBhvr>
                                            <p:cTn id="165" dur="150" fill="hold"/>
                                            <p:tgtEl>
                                              <p:spTgt spid="25"/>
                                            </p:tgtEl>
                                          </p:cBhvr>
                                          <p:by x="110000" y="110000"/>
                                        </p:animScale>
                                      </p:childTnLst>
                                    </p:cTn>
                                  </p:par>
                                  <p:par>
                                    <p:cTn id="166" presetID="53" presetClass="entr" presetSubtype="16" fill="hold" grpId="0" nodeType="withEffect">
                                      <p:stCondLst>
                                        <p:cond delay="500"/>
                                      </p:stCondLst>
                                      <p:childTnLst>
                                        <p:set>
                                          <p:cBhvr>
                                            <p:cTn id="167" dur="1" fill="hold">
                                              <p:stCondLst>
                                                <p:cond delay="0"/>
                                              </p:stCondLst>
                                            </p:cTn>
                                            <p:tgtEl>
                                              <p:spTgt spid="27"/>
                                            </p:tgtEl>
                                            <p:attrNameLst>
                                              <p:attrName>style.visibility</p:attrName>
                                            </p:attrNameLst>
                                          </p:cBhvr>
                                          <p:to>
                                            <p:strVal val="visible"/>
                                          </p:to>
                                        </p:set>
                                        <p:anim calcmode="lin" valueType="num">
                                          <p:cBhvr>
                                            <p:cTn id="168" dur="300" fill="hold"/>
                                            <p:tgtEl>
                                              <p:spTgt spid="27"/>
                                            </p:tgtEl>
                                            <p:attrNameLst>
                                              <p:attrName>ppt_w</p:attrName>
                                            </p:attrNameLst>
                                          </p:cBhvr>
                                          <p:tavLst>
                                            <p:tav tm="0">
                                              <p:val>
                                                <p:fltVal val="0"/>
                                              </p:val>
                                            </p:tav>
                                            <p:tav tm="100000">
                                              <p:val>
                                                <p:strVal val="#ppt_w"/>
                                              </p:val>
                                            </p:tav>
                                          </p:tavLst>
                                        </p:anim>
                                        <p:anim calcmode="lin" valueType="num">
                                          <p:cBhvr>
                                            <p:cTn id="169" dur="300" fill="hold"/>
                                            <p:tgtEl>
                                              <p:spTgt spid="27"/>
                                            </p:tgtEl>
                                            <p:attrNameLst>
                                              <p:attrName>ppt_h</p:attrName>
                                            </p:attrNameLst>
                                          </p:cBhvr>
                                          <p:tavLst>
                                            <p:tav tm="0">
                                              <p:val>
                                                <p:fltVal val="0"/>
                                              </p:val>
                                            </p:tav>
                                            <p:tav tm="100000">
                                              <p:val>
                                                <p:strVal val="#ppt_h"/>
                                              </p:val>
                                            </p:tav>
                                          </p:tavLst>
                                        </p:anim>
                                        <p:animEffect transition="in" filter="fade">
                                          <p:cBhvr>
                                            <p:cTn id="170" dur="300"/>
                                            <p:tgtEl>
                                              <p:spTgt spid="27"/>
                                            </p:tgtEl>
                                          </p:cBhvr>
                                        </p:animEffect>
                                      </p:childTnLst>
                                    </p:cTn>
                                  </p:par>
                                  <p:par>
                                    <p:cTn id="171" presetID="6" presetClass="emph" presetSubtype="0" autoRev="1" fill="hold" grpId="1" nodeType="withEffect">
                                      <p:stCondLst>
                                        <p:cond delay="800"/>
                                      </p:stCondLst>
                                      <p:childTnLst>
                                        <p:animScale>
                                          <p:cBhvr>
                                            <p:cTn id="172" dur="150" fill="hold"/>
                                            <p:tgtEl>
                                              <p:spTgt spid="27"/>
                                            </p:tgtEl>
                                          </p:cBhvr>
                                          <p:by x="110000" y="110000"/>
                                        </p:animScale>
                                      </p:childTnLst>
                                    </p:cTn>
                                  </p:par>
                                  <p:par>
                                    <p:cTn id="173" presetID="53" presetClass="entr" presetSubtype="16" fill="hold" grpId="0" nodeType="withEffect">
                                      <p:stCondLst>
                                        <p:cond delay="300"/>
                                      </p:stCondLst>
                                      <p:childTnLst>
                                        <p:set>
                                          <p:cBhvr>
                                            <p:cTn id="174" dur="1" fill="hold">
                                              <p:stCondLst>
                                                <p:cond delay="0"/>
                                              </p:stCondLst>
                                            </p:cTn>
                                            <p:tgtEl>
                                              <p:spTgt spid="28"/>
                                            </p:tgtEl>
                                            <p:attrNameLst>
                                              <p:attrName>style.visibility</p:attrName>
                                            </p:attrNameLst>
                                          </p:cBhvr>
                                          <p:to>
                                            <p:strVal val="visible"/>
                                          </p:to>
                                        </p:set>
                                        <p:anim calcmode="lin" valueType="num">
                                          <p:cBhvr>
                                            <p:cTn id="175" dur="300" fill="hold"/>
                                            <p:tgtEl>
                                              <p:spTgt spid="28"/>
                                            </p:tgtEl>
                                            <p:attrNameLst>
                                              <p:attrName>ppt_w</p:attrName>
                                            </p:attrNameLst>
                                          </p:cBhvr>
                                          <p:tavLst>
                                            <p:tav tm="0">
                                              <p:val>
                                                <p:fltVal val="0"/>
                                              </p:val>
                                            </p:tav>
                                            <p:tav tm="100000">
                                              <p:val>
                                                <p:strVal val="#ppt_w"/>
                                              </p:val>
                                            </p:tav>
                                          </p:tavLst>
                                        </p:anim>
                                        <p:anim calcmode="lin" valueType="num">
                                          <p:cBhvr>
                                            <p:cTn id="176" dur="300" fill="hold"/>
                                            <p:tgtEl>
                                              <p:spTgt spid="28"/>
                                            </p:tgtEl>
                                            <p:attrNameLst>
                                              <p:attrName>ppt_h</p:attrName>
                                            </p:attrNameLst>
                                          </p:cBhvr>
                                          <p:tavLst>
                                            <p:tav tm="0">
                                              <p:val>
                                                <p:fltVal val="0"/>
                                              </p:val>
                                            </p:tav>
                                            <p:tav tm="100000">
                                              <p:val>
                                                <p:strVal val="#ppt_h"/>
                                              </p:val>
                                            </p:tav>
                                          </p:tavLst>
                                        </p:anim>
                                        <p:animEffect transition="in" filter="fade">
                                          <p:cBhvr>
                                            <p:cTn id="177" dur="300"/>
                                            <p:tgtEl>
                                              <p:spTgt spid="28"/>
                                            </p:tgtEl>
                                          </p:cBhvr>
                                        </p:animEffect>
                                      </p:childTnLst>
                                    </p:cTn>
                                  </p:par>
                                  <p:par>
                                    <p:cTn id="178" presetID="6" presetClass="emph" presetSubtype="0" autoRev="1" fill="hold" grpId="1" nodeType="withEffect">
                                      <p:stCondLst>
                                        <p:cond delay="600"/>
                                      </p:stCondLst>
                                      <p:childTnLst>
                                        <p:animScale>
                                          <p:cBhvr>
                                            <p:cTn id="179" dur="150" fill="hold"/>
                                            <p:tgtEl>
                                              <p:spTgt spid="28"/>
                                            </p:tgtEl>
                                          </p:cBhvr>
                                          <p:by x="110000" y="110000"/>
                                        </p:animScale>
                                      </p:childTnLst>
                                    </p:cTn>
                                  </p:par>
                                  <p:par>
                                    <p:cTn id="180" presetID="53" presetClass="entr" presetSubtype="16" fill="hold" grpId="0" nodeType="withEffect">
                                      <p:stCondLst>
                                        <p:cond delay="0"/>
                                      </p:stCondLst>
                                      <p:childTnLst>
                                        <p:set>
                                          <p:cBhvr>
                                            <p:cTn id="181" dur="1" fill="hold">
                                              <p:stCondLst>
                                                <p:cond delay="0"/>
                                              </p:stCondLst>
                                            </p:cTn>
                                            <p:tgtEl>
                                              <p:spTgt spid="26"/>
                                            </p:tgtEl>
                                            <p:attrNameLst>
                                              <p:attrName>style.visibility</p:attrName>
                                            </p:attrNameLst>
                                          </p:cBhvr>
                                          <p:to>
                                            <p:strVal val="visible"/>
                                          </p:to>
                                        </p:set>
                                        <p:anim calcmode="lin" valueType="num">
                                          <p:cBhvr>
                                            <p:cTn id="182" dur="300" fill="hold"/>
                                            <p:tgtEl>
                                              <p:spTgt spid="26"/>
                                            </p:tgtEl>
                                            <p:attrNameLst>
                                              <p:attrName>ppt_w</p:attrName>
                                            </p:attrNameLst>
                                          </p:cBhvr>
                                          <p:tavLst>
                                            <p:tav tm="0">
                                              <p:val>
                                                <p:fltVal val="0"/>
                                              </p:val>
                                            </p:tav>
                                            <p:tav tm="100000">
                                              <p:val>
                                                <p:strVal val="#ppt_w"/>
                                              </p:val>
                                            </p:tav>
                                          </p:tavLst>
                                        </p:anim>
                                        <p:anim calcmode="lin" valueType="num">
                                          <p:cBhvr>
                                            <p:cTn id="183" dur="300" fill="hold"/>
                                            <p:tgtEl>
                                              <p:spTgt spid="26"/>
                                            </p:tgtEl>
                                            <p:attrNameLst>
                                              <p:attrName>ppt_h</p:attrName>
                                            </p:attrNameLst>
                                          </p:cBhvr>
                                          <p:tavLst>
                                            <p:tav tm="0">
                                              <p:val>
                                                <p:fltVal val="0"/>
                                              </p:val>
                                            </p:tav>
                                            <p:tav tm="100000">
                                              <p:val>
                                                <p:strVal val="#ppt_h"/>
                                              </p:val>
                                            </p:tav>
                                          </p:tavLst>
                                        </p:anim>
                                        <p:animEffect transition="in" filter="fade">
                                          <p:cBhvr>
                                            <p:cTn id="184" dur="300"/>
                                            <p:tgtEl>
                                              <p:spTgt spid="26"/>
                                            </p:tgtEl>
                                          </p:cBhvr>
                                        </p:animEffect>
                                      </p:childTnLst>
                                    </p:cTn>
                                  </p:par>
                                  <p:par>
                                    <p:cTn id="185" presetID="6" presetClass="emph" presetSubtype="0" autoRev="1" fill="hold" grpId="1" nodeType="withEffect">
                                      <p:stCondLst>
                                        <p:cond delay="300"/>
                                      </p:stCondLst>
                                      <p:childTnLst>
                                        <p:animScale>
                                          <p:cBhvr>
                                            <p:cTn id="186" dur="150" fill="hold"/>
                                            <p:tgtEl>
                                              <p:spTgt spid="26"/>
                                            </p:tgtEl>
                                          </p:cBhvr>
                                          <p:by x="110000" y="110000"/>
                                        </p:animScale>
                                      </p:childTnLst>
                                    </p:cTn>
                                  </p:par>
                                  <p:par>
                                    <p:cTn id="187" presetID="53" presetClass="entr" presetSubtype="16" fill="hold" grpId="0" nodeType="withEffect">
                                      <p:stCondLst>
                                        <p:cond delay="500"/>
                                      </p:stCondLst>
                                      <p:childTnLst>
                                        <p:set>
                                          <p:cBhvr>
                                            <p:cTn id="188" dur="1" fill="hold">
                                              <p:stCondLst>
                                                <p:cond delay="0"/>
                                              </p:stCondLst>
                                            </p:cTn>
                                            <p:tgtEl>
                                              <p:spTgt spid="35"/>
                                            </p:tgtEl>
                                            <p:attrNameLst>
                                              <p:attrName>style.visibility</p:attrName>
                                            </p:attrNameLst>
                                          </p:cBhvr>
                                          <p:to>
                                            <p:strVal val="visible"/>
                                          </p:to>
                                        </p:set>
                                        <p:anim calcmode="lin" valueType="num">
                                          <p:cBhvr>
                                            <p:cTn id="189" dur="300" fill="hold"/>
                                            <p:tgtEl>
                                              <p:spTgt spid="35"/>
                                            </p:tgtEl>
                                            <p:attrNameLst>
                                              <p:attrName>ppt_w</p:attrName>
                                            </p:attrNameLst>
                                          </p:cBhvr>
                                          <p:tavLst>
                                            <p:tav tm="0">
                                              <p:val>
                                                <p:fltVal val="0"/>
                                              </p:val>
                                            </p:tav>
                                            <p:tav tm="100000">
                                              <p:val>
                                                <p:strVal val="#ppt_w"/>
                                              </p:val>
                                            </p:tav>
                                          </p:tavLst>
                                        </p:anim>
                                        <p:anim calcmode="lin" valueType="num">
                                          <p:cBhvr>
                                            <p:cTn id="190" dur="300" fill="hold"/>
                                            <p:tgtEl>
                                              <p:spTgt spid="35"/>
                                            </p:tgtEl>
                                            <p:attrNameLst>
                                              <p:attrName>ppt_h</p:attrName>
                                            </p:attrNameLst>
                                          </p:cBhvr>
                                          <p:tavLst>
                                            <p:tav tm="0">
                                              <p:val>
                                                <p:fltVal val="0"/>
                                              </p:val>
                                            </p:tav>
                                            <p:tav tm="100000">
                                              <p:val>
                                                <p:strVal val="#ppt_h"/>
                                              </p:val>
                                            </p:tav>
                                          </p:tavLst>
                                        </p:anim>
                                        <p:animEffect transition="in" filter="fade">
                                          <p:cBhvr>
                                            <p:cTn id="191" dur="300"/>
                                            <p:tgtEl>
                                              <p:spTgt spid="35"/>
                                            </p:tgtEl>
                                          </p:cBhvr>
                                        </p:animEffect>
                                      </p:childTnLst>
                                    </p:cTn>
                                  </p:par>
                                  <p:par>
                                    <p:cTn id="192" presetID="6" presetClass="emph" presetSubtype="0" autoRev="1" fill="hold" grpId="1" nodeType="withEffect">
                                      <p:stCondLst>
                                        <p:cond delay="800"/>
                                      </p:stCondLst>
                                      <p:childTnLst>
                                        <p:animScale>
                                          <p:cBhvr>
                                            <p:cTn id="193" dur="150" fill="hold"/>
                                            <p:tgtEl>
                                              <p:spTgt spid="35"/>
                                            </p:tgtEl>
                                          </p:cBhvr>
                                          <p:by x="110000" y="110000"/>
                                        </p:animScale>
                                      </p:childTnLst>
                                    </p:cTn>
                                  </p:par>
                                  <p:par>
                                    <p:cTn id="194" presetID="2" presetClass="entr" presetSubtype="2" fill="hold" grpId="0" nodeType="withEffect">
                                      <p:stCondLst>
                                        <p:cond delay="800"/>
                                      </p:stCondLst>
                                      <p:childTnLst>
                                        <p:set>
                                          <p:cBhvr>
                                            <p:cTn id="195" dur="1" fill="hold">
                                              <p:stCondLst>
                                                <p:cond delay="0"/>
                                              </p:stCondLst>
                                            </p:cTn>
                                            <p:tgtEl>
                                              <p:spTgt spid="36"/>
                                            </p:tgtEl>
                                            <p:attrNameLst>
                                              <p:attrName>style.visibility</p:attrName>
                                            </p:attrNameLst>
                                          </p:cBhvr>
                                          <p:to>
                                            <p:strVal val="visible"/>
                                          </p:to>
                                        </p:set>
                                        <p:anim calcmode="lin" valueType="num">
                                          <p:cBhvr additive="base">
                                            <p:cTn id="196" dur="500" fill="hold"/>
                                            <p:tgtEl>
                                              <p:spTgt spid="36"/>
                                            </p:tgtEl>
                                            <p:attrNameLst>
                                              <p:attrName>ppt_x</p:attrName>
                                            </p:attrNameLst>
                                          </p:cBhvr>
                                          <p:tavLst>
                                            <p:tav tm="0">
                                              <p:val>
                                                <p:strVal val="1+#ppt_w/2"/>
                                              </p:val>
                                            </p:tav>
                                            <p:tav tm="100000">
                                              <p:val>
                                                <p:strVal val="#ppt_x"/>
                                              </p:val>
                                            </p:tav>
                                          </p:tavLst>
                                        </p:anim>
                                        <p:anim calcmode="lin" valueType="num">
                                          <p:cBhvr additive="base">
                                            <p:cTn id="197" dur="500" fill="hold"/>
                                            <p:tgtEl>
                                              <p:spTgt spid="36"/>
                                            </p:tgtEl>
                                            <p:attrNameLst>
                                              <p:attrName>ppt_y</p:attrName>
                                            </p:attrNameLst>
                                          </p:cBhvr>
                                          <p:tavLst>
                                            <p:tav tm="0">
                                              <p:val>
                                                <p:strVal val="#ppt_y"/>
                                              </p:val>
                                            </p:tav>
                                            <p:tav tm="100000">
                                              <p:val>
                                                <p:strVal val="#ppt_y"/>
                                              </p:val>
                                            </p:tav>
                                          </p:tavLst>
                                        </p:anim>
                                      </p:childTnLst>
                                    </p:cTn>
                                  </p:par>
                                  <p:par>
                                    <p:cTn id="198" presetID="53" presetClass="entr" presetSubtype="16" fill="hold" grpId="0" nodeType="withEffect">
                                      <p:stCondLst>
                                        <p:cond delay="800"/>
                                      </p:stCondLst>
                                      <p:childTnLst>
                                        <p:set>
                                          <p:cBhvr>
                                            <p:cTn id="199" dur="1" fill="hold">
                                              <p:stCondLst>
                                                <p:cond delay="0"/>
                                              </p:stCondLst>
                                            </p:cTn>
                                            <p:tgtEl>
                                              <p:spTgt spid="21"/>
                                            </p:tgtEl>
                                            <p:attrNameLst>
                                              <p:attrName>style.visibility</p:attrName>
                                            </p:attrNameLst>
                                          </p:cBhvr>
                                          <p:to>
                                            <p:strVal val="visible"/>
                                          </p:to>
                                        </p:set>
                                        <p:anim calcmode="lin" valueType="num">
                                          <p:cBhvr>
                                            <p:cTn id="200" dur="300" fill="hold"/>
                                            <p:tgtEl>
                                              <p:spTgt spid="21"/>
                                            </p:tgtEl>
                                            <p:attrNameLst>
                                              <p:attrName>ppt_w</p:attrName>
                                            </p:attrNameLst>
                                          </p:cBhvr>
                                          <p:tavLst>
                                            <p:tav tm="0">
                                              <p:val>
                                                <p:fltVal val="0"/>
                                              </p:val>
                                            </p:tav>
                                            <p:tav tm="100000">
                                              <p:val>
                                                <p:strVal val="#ppt_w"/>
                                              </p:val>
                                            </p:tav>
                                          </p:tavLst>
                                        </p:anim>
                                        <p:anim calcmode="lin" valueType="num">
                                          <p:cBhvr>
                                            <p:cTn id="201" dur="300" fill="hold"/>
                                            <p:tgtEl>
                                              <p:spTgt spid="21"/>
                                            </p:tgtEl>
                                            <p:attrNameLst>
                                              <p:attrName>ppt_h</p:attrName>
                                            </p:attrNameLst>
                                          </p:cBhvr>
                                          <p:tavLst>
                                            <p:tav tm="0">
                                              <p:val>
                                                <p:fltVal val="0"/>
                                              </p:val>
                                            </p:tav>
                                            <p:tav tm="100000">
                                              <p:val>
                                                <p:strVal val="#ppt_h"/>
                                              </p:val>
                                            </p:tav>
                                          </p:tavLst>
                                        </p:anim>
                                        <p:animEffect transition="in" filter="fade">
                                          <p:cBhvr>
                                            <p:cTn id="202" dur="300"/>
                                            <p:tgtEl>
                                              <p:spTgt spid="21"/>
                                            </p:tgtEl>
                                          </p:cBhvr>
                                        </p:animEffect>
                                      </p:childTnLst>
                                    </p:cTn>
                                  </p:par>
                                  <p:par>
                                    <p:cTn id="203" presetID="6" presetClass="emph" presetSubtype="0" autoRev="1" fill="hold" grpId="1" nodeType="withEffect">
                                      <p:stCondLst>
                                        <p:cond delay="1100"/>
                                      </p:stCondLst>
                                      <p:childTnLst>
                                        <p:animScale>
                                          <p:cBhvr>
                                            <p:cTn id="204" dur="150"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6" grpId="0" animBg="1"/>
          <p:bldP spid="6" grpId="1" animBg="1"/>
          <p:bldP spid="7" grpId="0" animBg="1"/>
          <p:bldP spid="7" grpId="1" animBg="1"/>
          <p:bldP spid="8" grpId="0" animBg="1"/>
          <p:bldP spid="8" grpId="1" animBg="1"/>
          <p:bldP spid="10" grpId="0" animBg="1"/>
          <p:bldP spid="10"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p:bldP spid="35" grpId="1"/>
          <p:bldP spid="36" grpId="0"/>
        </p:bld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25" name="Rectangle 21"/>
          <p:cNvSpPr>
            <a:spLocks noChangeArrowheads="1"/>
          </p:cNvSpPr>
          <p:nvPr/>
        </p:nvSpPr>
        <p:spPr bwMode="auto">
          <a:xfrm>
            <a:off x="2561571" y="1058788"/>
            <a:ext cx="6582429" cy="3672408"/>
          </a:xfrm>
          <a:prstGeom prst="rect">
            <a:avLst/>
          </a:prstGeom>
          <a:solidFill>
            <a:srgbClr val="26313E"/>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1526" name="Rectangle 22" descr="InstructionalTechnology"/>
          <p:cNvSpPr>
            <a:spLocks noChangeArrowheads="1"/>
          </p:cNvSpPr>
          <p:nvPr/>
        </p:nvSpPr>
        <p:spPr bwMode="auto">
          <a:xfrm>
            <a:off x="0" y="1058788"/>
            <a:ext cx="2561570" cy="3668961"/>
          </a:xfrm>
          <a:prstGeom prst="rect">
            <a:avLst/>
          </a:prstGeom>
          <a:blipFill dpi="0" rotWithShape="1">
            <a:blip r:embed="rId2"/>
            <a:srcRect/>
            <a:stretch>
              <a:fillRect r="-34912"/>
            </a:stretch>
          </a:bli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27" name="Group 23"/>
          <p:cNvGrpSpPr>
            <a:grpSpLocks/>
          </p:cNvGrpSpPr>
          <p:nvPr/>
        </p:nvGrpSpPr>
        <p:grpSpPr bwMode="auto">
          <a:xfrm>
            <a:off x="7875751" y="1806876"/>
            <a:ext cx="309563" cy="381000"/>
            <a:chOff x="0" y="0"/>
            <a:chExt cx="134" cy="163"/>
          </a:xfrm>
          <a:solidFill>
            <a:srgbClr val="FBE22D"/>
          </a:solidFill>
        </p:grpSpPr>
        <p:sp>
          <p:nvSpPr>
            <p:cNvPr id="21528" name="Freeform 24"/>
            <p:cNvSpPr>
              <a:spLocks noEditPoints="1"/>
            </p:cNvSpPr>
            <p:nvPr/>
          </p:nvSpPr>
          <p:spPr bwMode="auto">
            <a:xfrm>
              <a:off x="0" y="0"/>
              <a:ext cx="134" cy="163"/>
            </a:xfrm>
            <a:custGeom>
              <a:avLst/>
              <a:gdLst>
                <a:gd name="T0" fmla="*/ 0 w 134"/>
                <a:gd name="T1" fmla="*/ 0 h 163"/>
                <a:gd name="T2" fmla="*/ 0 w 134"/>
                <a:gd name="T3" fmla="*/ 163 h 163"/>
                <a:gd name="T4" fmla="*/ 92 w 134"/>
                <a:gd name="T5" fmla="*/ 163 h 163"/>
                <a:gd name="T6" fmla="*/ 134 w 134"/>
                <a:gd name="T7" fmla="*/ 121 h 163"/>
                <a:gd name="T8" fmla="*/ 134 w 134"/>
                <a:gd name="T9" fmla="*/ 0 h 163"/>
                <a:gd name="T10" fmla="*/ 0 w 134"/>
                <a:gd name="T11" fmla="*/ 0 h 163"/>
                <a:gd name="T12" fmla="*/ 14 w 134"/>
                <a:gd name="T13" fmla="*/ 14 h 163"/>
                <a:gd name="T14" fmla="*/ 120 w 134"/>
                <a:gd name="T15" fmla="*/ 14 h 163"/>
                <a:gd name="T16" fmla="*/ 120 w 134"/>
                <a:gd name="T17" fmla="*/ 112 h 163"/>
                <a:gd name="T18" fmla="*/ 83 w 134"/>
                <a:gd name="T19" fmla="*/ 112 h 163"/>
                <a:gd name="T20" fmla="*/ 83 w 134"/>
                <a:gd name="T21" fmla="*/ 150 h 163"/>
                <a:gd name="T22" fmla="*/ 14 w 134"/>
                <a:gd name="T23" fmla="*/ 150 h 163"/>
                <a:gd name="T24" fmla="*/ 14 w 134"/>
                <a:gd name="T25" fmla="*/ 14 h 163"/>
                <a:gd name="T26" fmla="*/ 111 w 134"/>
                <a:gd name="T27" fmla="*/ 125 h 163"/>
                <a:gd name="T28" fmla="*/ 96 w 134"/>
                <a:gd name="T29" fmla="*/ 140 h 163"/>
                <a:gd name="T30" fmla="*/ 96 w 134"/>
                <a:gd name="T31" fmla="*/ 125 h 163"/>
                <a:gd name="T32" fmla="*/ 111 w 134"/>
                <a:gd name="T33" fmla="*/ 125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4" h="163">
                  <a:moveTo>
                    <a:pt x="0" y="0"/>
                  </a:moveTo>
                  <a:lnTo>
                    <a:pt x="0" y="163"/>
                  </a:lnTo>
                  <a:lnTo>
                    <a:pt x="92" y="163"/>
                  </a:lnTo>
                  <a:lnTo>
                    <a:pt x="134" y="121"/>
                  </a:lnTo>
                  <a:lnTo>
                    <a:pt x="134" y="0"/>
                  </a:lnTo>
                  <a:lnTo>
                    <a:pt x="0" y="0"/>
                  </a:lnTo>
                  <a:close/>
                  <a:moveTo>
                    <a:pt x="14" y="14"/>
                  </a:moveTo>
                  <a:lnTo>
                    <a:pt x="120" y="14"/>
                  </a:lnTo>
                  <a:lnTo>
                    <a:pt x="120" y="112"/>
                  </a:lnTo>
                  <a:lnTo>
                    <a:pt x="83" y="112"/>
                  </a:lnTo>
                  <a:lnTo>
                    <a:pt x="83" y="150"/>
                  </a:lnTo>
                  <a:lnTo>
                    <a:pt x="14" y="150"/>
                  </a:lnTo>
                  <a:lnTo>
                    <a:pt x="14" y="14"/>
                  </a:lnTo>
                  <a:close/>
                  <a:moveTo>
                    <a:pt x="111" y="125"/>
                  </a:moveTo>
                  <a:lnTo>
                    <a:pt x="96" y="140"/>
                  </a:lnTo>
                  <a:lnTo>
                    <a:pt x="96" y="125"/>
                  </a:lnTo>
                  <a:lnTo>
                    <a:pt x="111"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29" name="Rectangle 25"/>
            <p:cNvSpPr>
              <a:spLocks noChangeArrowheads="1"/>
            </p:cNvSpPr>
            <p:nvPr/>
          </p:nvSpPr>
          <p:spPr bwMode="auto">
            <a:xfrm>
              <a:off x="37" y="44"/>
              <a:ext cx="59" cy="1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1530" name="Rectangle 26"/>
            <p:cNvSpPr>
              <a:spLocks noChangeArrowheads="1"/>
            </p:cNvSpPr>
            <p:nvPr/>
          </p:nvSpPr>
          <p:spPr bwMode="auto">
            <a:xfrm>
              <a:off x="37" y="83"/>
              <a:ext cx="38" cy="1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grpSp>
        <p:nvGrpSpPr>
          <p:cNvPr id="21531" name="Group 27"/>
          <p:cNvGrpSpPr>
            <a:grpSpLocks/>
          </p:cNvGrpSpPr>
          <p:nvPr/>
        </p:nvGrpSpPr>
        <p:grpSpPr bwMode="auto">
          <a:xfrm>
            <a:off x="5683094" y="1793062"/>
            <a:ext cx="341273" cy="369887"/>
            <a:chOff x="0" y="0"/>
            <a:chExt cx="127" cy="163"/>
          </a:xfrm>
          <a:solidFill>
            <a:srgbClr val="A9D25A"/>
          </a:solidFill>
        </p:grpSpPr>
        <p:sp>
          <p:nvSpPr>
            <p:cNvPr id="21532" name="Freeform 28"/>
            <p:cNvSpPr>
              <a:spLocks/>
            </p:cNvSpPr>
            <p:nvPr/>
          </p:nvSpPr>
          <p:spPr bwMode="auto">
            <a:xfrm>
              <a:off x="0" y="0"/>
              <a:ext cx="127" cy="163"/>
            </a:xfrm>
            <a:custGeom>
              <a:avLst/>
              <a:gdLst>
                <a:gd name="T0" fmla="*/ 28 w 124"/>
                <a:gd name="T1" fmla="*/ 146 h 159"/>
                <a:gd name="T2" fmla="*/ 14 w 124"/>
                <a:gd name="T3" fmla="*/ 146 h 159"/>
                <a:gd name="T4" fmla="*/ 14 w 124"/>
                <a:gd name="T5" fmla="*/ 13 h 159"/>
                <a:gd name="T6" fmla="*/ 117 w 124"/>
                <a:gd name="T7" fmla="*/ 13 h 159"/>
                <a:gd name="T8" fmla="*/ 124 w 124"/>
                <a:gd name="T9" fmla="*/ 7 h 159"/>
                <a:gd name="T10" fmla="*/ 117 w 124"/>
                <a:gd name="T11" fmla="*/ 0 h 159"/>
                <a:gd name="T12" fmla="*/ 7 w 124"/>
                <a:gd name="T13" fmla="*/ 0 h 159"/>
                <a:gd name="T14" fmla="*/ 0 w 124"/>
                <a:gd name="T15" fmla="*/ 7 h 159"/>
                <a:gd name="T16" fmla="*/ 0 w 124"/>
                <a:gd name="T17" fmla="*/ 152 h 159"/>
                <a:gd name="T18" fmla="*/ 7 w 124"/>
                <a:gd name="T19" fmla="*/ 159 h 159"/>
                <a:gd name="T20" fmla="*/ 28 w 124"/>
                <a:gd name="T21" fmla="*/ 159 h 159"/>
                <a:gd name="T22" fmla="*/ 35 w 124"/>
                <a:gd name="T23" fmla="*/ 152 h 159"/>
                <a:gd name="T24" fmla="*/ 28 w 124"/>
                <a:gd name="T25" fmla="*/ 146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59">
                  <a:moveTo>
                    <a:pt x="28" y="146"/>
                  </a:moveTo>
                  <a:cubicBezTo>
                    <a:pt x="14" y="146"/>
                    <a:pt x="14" y="146"/>
                    <a:pt x="14" y="146"/>
                  </a:cubicBezTo>
                  <a:cubicBezTo>
                    <a:pt x="14" y="13"/>
                    <a:pt x="14" y="13"/>
                    <a:pt x="14" y="13"/>
                  </a:cubicBezTo>
                  <a:cubicBezTo>
                    <a:pt x="117" y="13"/>
                    <a:pt x="117" y="13"/>
                    <a:pt x="117" y="13"/>
                  </a:cubicBezTo>
                  <a:cubicBezTo>
                    <a:pt x="121" y="13"/>
                    <a:pt x="124" y="10"/>
                    <a:pt x="124" y="7"/>
                  </a:cubicBezTo>
                  <a:cubicBezTo>
                    <a:pt x="124" y="3"/>
                    <a:pt x="121" y="0"/>
                    <a:pt x="117" y="0"/>
                  </a:cubicBezTo>
                  <a:cubicBezTo>
                    <a:pt x="7" y="0"/>
                    <a:pt x="7" y="0"/>
                    <a:pt x="7" y="0"/>
                  </a:cubicBezTo>
                  <a:cubicBezTo>
                    <a:pt x="3" y="0"/>
                    <a:pt x="0" y="3"/>
                    <a:pt x="0" y="7"/>
                  </a:cubicBezTo>
                  <a:cubicBezTo>
                    <a:pt x="0" y="152"/>
                    <a:pt x="0" y="152"/>
                    <a:pt x="0" y="152"/>
                  </a:cubicBezTo>
                  <a:cubicBezTo>
                    <a:pt x="0" y="156"/>
                    <a:pt x="3" y="159"/>
                    <a:pt x="7" y="159"/>
                  </a:cubicBezTo>
                  <a:cubicBezTo>
                    <a:pt x="28" y="159"/>
                    <a:pt x="28" y="159"/>
                    <a:pt x="28" y="159"/>
                  </a:cubicBezTo>
                  <a:cubicBezTo>
                    <a:pt x="31" y="159"/>
                    <a:pt x="35" y="156"/>
                    <a:pt x="35" y="152"/>
                  </a:cubicBezTo>
                  <a:cubicBezTo>
                    <a:pt x="35" y="149"/>
                    <a:pt x="31" y="146"/>
                    <a:pt x="28" y="14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3" name="Freeform 29"/>
            <p:cNvSpPr>
              <a:spLocks/>
            </p:cNvSpPr>
            <p:nvPr/>
          </p:nvSpPr>
          <p:spPr bwMode="auto">
            <a:xfrm>
              <a:off x="80" y="95"/>
              <a:ext cx="47" cy="68"/>
            </a:xfrm>
            <a:custGeom>
              <a:avLst/>
              <a:gdLst>
                <a:gd name="T0" fmla="*/ 39 w 46"/>
                <a:gd name="T1" fmla="*/ 0 h 66"/>
                <a:gd name="T2" fmla="*/ 32 w 46"/>
                <a:gd name="T3" fmla="*/ 7 h 66"/>
                <a:gd name="T4" fmla="*/ 32 w 46"/>
                <a:gd name="T5" fmla="*/ 53 h 66"/>
                <a:gd name="T6" fmla="*/ 7 w 46"/>
                <a:gd name="T7" fmla="*/ 53 h 66"/>
                <a:gd name="T8" fmla="*/ 0 w 46"/>
                <a:gd name="T9" fmla="*/ 59 h 66"/>
                <a:gd name="T10" fmla="*/ 7 w 46"/>
                <a:gd name="T11" fmla="*/ 66 h 66"/>
                <a:gd name="T12" fmla="*/ 39 w 46"/>
                <a:gd name="T13" fmla="*/ 66 h 66"/>
                <a:gd name="T14" fmla="*/ 44 w 46"/>
                <a:gd name="T15" fmla="*/ 64 h 66"/>
                <a:gd name="T16" fmla="*/ 46 w 46"/>
                <a:gd name="T17" fmla="*/ 59 h 66"/>
                <a:gd name="T18" fmla="*/ 46 w 46"/>
                <a:gd name="T19" fmla="*/ 7 h 66"/>
                <a:gd name="T20" fmla="*/ 39 w 46"/>
                <a:gd name="T21"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66">
                  <a:moveTo>
                    <a:pt x="39" y="0"/>
                  </a:moveTo>
                  <a:cubicBezTo>
                    <a:pt x="35" y="0"/>
                    <a:pt x="32" y="3"/>
                    <a:pt x="32" y="7"/>
                  </a:cubicBezTo>
                  <a:cubicBezTo>
                    <a:pt x="32" y="53"/>
                    <a:pt x="32" y="53"/>
                    <a:pt x="32" y="53"/>
                  </a:cubicBezTo>
                  <a:cubicBezTo>
                    <a:pt x="7" y="53"/>
                    <a:pt x="7" y="53"/>
                    <a:pt x="7" y="53"/>
                  </a:cubicBezTo>
                  <a:cubicBezTo>
                    <a:pt x="3" y="53"/>
                    <a:pt x="0" y="56"/>
                    <a:pt x="0" y="59"/>
                  </a:cubicBezTo>
                  <a:cubicBezTo>
                    <a:pt x="0" y="63"/>
                    <a:pt x="3" y="66"/>
                    <a:pt x="7" y="66"/>
                  </a:cubicBezTo>
                  <a:cubicBezTo>
                    <a:pt x="39" y="66"/>
                    <a:pt x="39" y="66"/>
                    <a:pt x="39" y="66"/>
                  </a:cubicBezTo>
                  <a:cubicBezTo>
                    <a:pt x="41" y="66"/>
                    <a:pt x="43" y="66"/>
                    <a:pt x="44" y="64"/>
                  </a:cubicBezTo>
                  <a:cubicBezTo>
                    <a:pt x="45" y="63"/>
                    <a:pt x="46" y="61"/>
                    <a:pt x="46" y="59"/>
                  </a:cubicBezTo>
                  <a:cubicBezTo>
                    <a:pt x="46" y="7"/>
                    <a:pt x="46" y="7"/>
                    <a:pt x="46" y="7"/>
                  </a:cubicBezTo>
                  <a:cubicBezTo>
                    <a:pt x="46" y="3"/>
                    <a:pt x="43" y="0"/>
                    <a:pt x="39"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4" name="Freeform 30"/>
            <p:cNvSpPr>
              <a:spLocks noEditPoints="1"/>
            </p:cNvSpPr>
            <p:nvPr/>
          </p:nvSpPr>
          <p:spPr bwMode="auto">
            <a:xfrm>
              <a:off x="46" y="34"/>
              <a:ext cx="79" cy="114"/>
            </a:xfrm>
            <a:custGeom>
              <a:avLst/>
              <a:gdLst>
                <a:gd name="T0" fmla="*/ 68 w 78"/>
                <a:gd name="T1" fmla="*/ 2 h 112"/>
                <a:gd name="T2" fmla="*/ 60 w 78"/>
                <a:gd name="T3" fmla="*/ 0 h 112"/>
                <a:gd name="T4" fmla="*/ 46 w 78"/>
                <a:gd name="T5" fmla="*/ 8 h 112"/>
                <a:gd name="T6" fmla="*/ 1 w 78"/>
                <a:gd name="T7" fmla="*/ 85 h 112"/>
                <a:gd name="T8" fmla="*/ 0 w 78"/>
                <a:gd name="T9" fmla="*/ 88 h 112"/>
                <a:gd name="T10" fmla="*/ 1 w 78"/>
                <a:gd name="T11" fmla="*/ 106 h 112"/>
                <a:gd name="T12" fmla="*/ 4 w 78"/>
                <a:gd name="T13" fmla="*/ 112 h 112"/>
                <a:gd name="T14" fmla="*/ 8 w 78"/>
                <a:gd name="T15" fmla="*/ 112 h 112"/>
                <a:gd name="T16" fmla="*/ 11 w 78"/>
                <a:gd name="T17" fmla="*/ 112 h 112"/>
                <a:gd name="T18" fmla="*/ 27 w 78"/>
                <a:gd name="T19" fmla="*/ 103 h 112"/>
                <a:gd name="T20" fmla="*/ 29 w 78"/>
                <a:gd name="T21" fmla="*/ 101 h 112"/>
                <a:gd name="T22" fmla="*/ 74 w 78"/>
                <a:gd name="T23" fmla="*/ 24 h 112"/>
                <a:gd name="T24" fmla="*/ 68 w 78"/>
                <a:gd name="T25" fmla="*/ 2 h 112"/>
                <a:gd name="T26" fmla="*/ 62 w 78"/>
                <a:gd name="T27" fmla="*/ 17 h 112"/>
                <a:gd name="T28" fmla="*/ 18 w 78"/>
                <a:gd name="T29" fmla="*/ 92 h 112"/>
                <a:gd name="T30" fmla="*/ 14 w 78"/>
                <a:gd name="T31" fmla="*/ 94 h 112"/>
                <a:gd name="T32" fmla="*/ 14 w 78"/>
                <a:gd name="T33" fmla="*/ 90 h 112"/>
                <a:gd name="T34" fmla="*/ 57 w 78"/>
                <a:gd name="T35" fmla="*/ 15 h 112"/>
                <a:gd name="T36" fmla="*/ 61 w 78"/>
                <a:gd name="T37" fmla="*/ 14 h 112"/>
                <a:gd name="T38" fmla="*/ 62 w 78"/>
                <a:gd name="T39" fmla="*/ 1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8" h="112">
                  <a:moveTo>
                    <a:pt x="68" y="2"/>
                  </a:moveTo>
                  <a:cubicBezTo>
                    <a:pt x="65" y="1"/>
                    <a:pt x="62" y="0"/>
                    <a:pt x="60" y="0"/>
                  </a:cubicBezTo>
                  <a:cubicBezTo>
                    <a:pt x="54" y="0"/>
                    <a:pt x="48" y="3"/>
                    <a:pt x="46" y="8"/>
                  </a:cubicBezTo>
                  <a:cubicBezTo>
                    <a:pt x="1" y="85"/>
                    <a:pt x="1" y="85"/>
                    <a:pt x="1" y="85"/>
                  </a:cubicBezTo>
                  <a:cubicBezTo>
                    <a:pt x="1" y="86"/>
                    <a:pt x="0" y="87"/>
                    <a:pt x="0" y="88"/>
                  </a:cubicBezTo>
                  <a:cubicBezTo>
                    <a:pt x="1" y="106"/>
                    <a:pt x="1" y="106"/>
                    <a:pt x="1" y="106"/>
                  </a:cubicBezTo>
                  <a:cubicBezTo>
                    <a:pt x="1" y="108"/>
                    <a:pt x="2" y="110"/>
                    <a:pt x="4" y="112"/>
                  </a:cubicBezTo>
                  <a:cubicBezTo>
                    <a:pt x="5" y="112"/>
                    <a:pt x="7" y="112"/>
                    <a:pt x="8" y="112"/>
                  </a:cubicBezTo>
                  <a:cubicBezTo>
                    <a:pt x="9" y="112"/>
                    <a:pt x="10" y="112"/>
                    <a:pt x="11" y="112"/>
                  </a:cubicBezTo>
                  <a:cubicBezTo>
                    <a:pt x="27" y="103"/>
                    <a:pt x="27" y="103"/>
                    <a:pt x="27" y="103"/>
                  </a:cubicBezTo>
                  <a:cubicBezTo>
                    <a:pt x="28" y="103"/>
                    <a:pt x="29" y="102"/>
                    <a:pt x="29" y="101"/>
                  </a:cubicBezTo>
                  <a:cubicBezTo>
                    <a:pt x="74" y="24"/>
                    <a:pt x="74" y="24"/>
                    <a:pt x="74" y="24"/>
                  </a:cubicBezTo>
                  <a:cubicBezTo>
                    <a:pt x="78" y="16"/>
                    <a:pt x="75" y="7"/>
                    <a:pt x="68" y="2"/>
                  </a:cubicBezTo>
                  <a:moveTo>
                    <a:pt x="62" y="17"/>
                  </a:moveTo>
                  <a:cubicBezTo>
                    <a:pt x="18" y="92"/>
                    <a:pt x="18" y="92"/>
                    <a:pt x="18" y="92"/>
                  </a:cubicBezTo>
                  <a:cubicBezTo>
                    <a:pt x="14" y="94"/>
                    <a:pt x="14" y="94"/>
                    <a:pt x="14" y="94"/>
                  </a:cubicBezTo>
                  <a:cubicBezTo>
                    <a:pt x="14" y="90"/>
                    <a:pt x="14" y="90"/>
                    <a:pt x="14" y="90"/>
                  </a:cubicBezTo>
                  <a:cubicBezTo>
                    <a:pt x="57" y="15"/>
                    <a:pt x="57" y="15"/>
                    <a:pt x="57" y="15"/>
                  </a:cubicBezTo>
                  <a:cubicBezTo>
                    <a:pt x="58" y="14"/>
                    <a:pt x="60" y="13"/>
                    <a:pt x="61" y="14"/>
                  </a:cubicBezTo>
                  <a:cubicBezTo>
                    <a:pt x="62" y="15"/>
                    <a:pt x="62" y="16"/>
                    <a:pt x="62" y="1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5" name="Freeform 31"/>
            <p:cNvSpPr>
              <a:spLocks/>
            </p:cNvSpPr>
            <p:nvPr/>
          </p:nvSpPr>
          <p:spPr bwMode="auto">
            <a:xfrm>
              <a:off x="24" y="46"/>
              <a:ext cx="49" cy="14"/>
            </a:xfrm>
            <a:custGeom>
              <a:avLst/>
              <a:gdLst>
                <a:gd name="T0" fmla="*/ 48 w 48"/>
                <a:gd name="T1" fmla="*/ 7 h 14"/>
                <a:gd name="T2" fmla="*/ 42 w 48"/>
                <a:gd name="T3" fmla="*/ 0 h 14"/>
                <a:gd name="T4" fmla="*/ 7 w 48"/>
                <a:gd name="T5" fmla="*/ 0 h 14"/>
                <a:gd name="T6" fmla="*/ 0 w 48"/>
                <a:gd name="T7" fmla="*/ 7 h 14"/>
                <a:gd name="T8" fmla="*/ 7 w 48"/>
                <a:gd name="T9" fmla="*/ 14 h 14"/>
                <a:gd name="T10" fmla="*/ 42 w 48"/>
                <a:gd name="T11" fmla="*/ 14 h 14"/>
                <a:gd name="T12" fmla="*/ 48 w 48"/>
                <a:gd name="T13" fmla="*/ 7 h 14"/>
              </a:gdLst>
              <a:ahLst/>
              <a:cxnLst>
                <a:cxn ang="0">
                  <a:pos x="T0" y="T1"/>
                </a:cxn>
                <a:cxn ang="0">
                  <a:pos x="T2" y="T3"/>
                </a:cxn>
                <a:cxn ang="0">
                  <a:pos x="T4" y="T5"/>
                </a:cxn>
                <a:cxn ang="0">
                  <a:pos x="T6" y="T7"/>
                </a:cxn>
                <a:cxn ang="0">
                  <a:pos x="T8" y="T9"/>
                </a:cxn>
                <a:cxn ang="0">
                  <a:pos x="T10" y="T11"/>
                </a:cxn>
                <a:cxn ang="0">
                  <a:pos x="T12" y="T13"/>
                </a:cxn>
              </a:cxnLst>
              <a:rect l="0" t="0" r="r" b="b"/>
              <a:pathLst>
                <a:path w="48" h="14">
                  <a:moveTo>
                    <a:pt x="48" y="7"/>
                  </a:moveTo>
                  <a:cubicBezTo>
                    <a:pt x="48" y="3"/>
                    <a:pt x="45" y="0"/>
                    <a:pt x="42" y="0"/>
                  </a:cubicBezTo>
                  <a:cubicBezTo>
                    <a:pt x="7" y="0"/>
                    <a:pt x="7" y="0"/>
                    <a:pt x="7" y="0"/>
                  </a:cubicBezTo>
                  <a:cubicBezTo>
                    <a:pt x="3" y="0"/>
                    <a:pt x="0" y="3"/>
                    <a:pt x="0" y="7"/>
                  </a:cubicBezTo>
                  <a:cubicBezTo>
                    <a:pt x="0" y="11"/>
                    <a:pt x="3" y="14"/>
                    <a:pt x="7" y="14"/>
                  </a:cubicBezTo>
                  <a:cubicBezTo>
                    <a:pt x="42" y="14"/>
                    <a:pt x="42" y="14"/>
                    <a:pt x="42" y="14"/>
                  </a:cubicBezTo>
                  <a:cubicBezTo>
                    <a:pt x="45" y="14"/>
                    <a:pt x="48" y="11"/>
                    <a:pt x="48" y="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536" name="Freeform 32"/>
            <p:cNvSpPr>
              <a:spLocks/>
            </p:cNvSpPr>
            <p:nvPr/>
          </p:nvSpPr>
          <p:spPr bwMode="auto">
            <a:xfrm>
              <a:off x="24" y="73"/>
              <a:ext cx="32" cy="15"/>
            </a:xfrm>
            <a:custGeom>
              <a:avLst/>
              <a:gdLst>
                <a:gd name="T0" fmla="*/ 7 w 31"/>
                <a:gd name="T1" fmla="*/ 0 h 14"/>
                <a:gd name="T2" fmla="*/ 0 w 31"/>
                <a:gd name="T3" fmla="*/ 7 h 14"/>
                <a:gd name="T4" fmla="*/ 7 w 31"/>
                <a:gd name="T5" fmla="*/ 14 h 14"/>
                <a:gd name="T6" fmla="*/ 24 w 31"/>
                <a:gd name="T7" fmla="*/ 14 h 14"/>
                <a:gd name="T8" fmla="*/ 31 w 31"/>
                <a:gd name="T9" fmla="*/ 7 h 14"/>
                <a:gd name="T10" fmla="*/ 24 w 31"/>
                <a:gd name="T11" fmla="*/ 0 h 14"/>
                <a:gd name="T12" fmla="*/ 7 w 31"/>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31" h="14">
                  <a:moveTo>
                    <a:pt x="7" y="0"/>
                  </a:moveTo>
                  <a:cubicBezTo>
                    <a:pt x="3" y="0"/>
                    <a:pt x="0" y="3"/>
                    <a:pt x="0" y="7"/>
                  </a:cubicBezTo>
                  <a:cubicBezTo>
                    <a:pt x="0" y="11"/>
                    <a:pt x="3" y="14"/>
                    <a:pt x="7" y="14"/>
                  </a:cubicBezTo>
                  <a:cubicBezTo>
                    <a:pt x="24" y="14"/>
                    <a:pt x="24" y="14"/>
                    <a:pt x="24" y="14"/>
                  </a:cubicBezTo>
                  <a:cubicBezTo>
                    <a:pt x="28" y="14"/>
                    <a:pt x="31" y="11"/>
                    <a:pt x="31" y="7"/>
                  </a:cubicBezTo>
                  <a:cubicBezTo>
                    <a:pt x="31" y="3"/>
                    <a:pt x="28" y="0"/>
                    <a:pt x="24" y="0"/>
                  </a:cubicBezTo>
                  <a:lnTo>
                    <a:pt x="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1537" name="Freeform 33"/>
          <p:cNvSpPr>
            <a:spLocks noEditPoints="1"/>
          </p:cNvSpPr>
          <p:nvPr/>
        </p:nvSpPr>
        <p:spPr bwMode="auto">
          <a:xfrm>
            <a:off x="3564655" y="1822018"/>
            <a:ext cx="446087" cy="303213"/>
          </a:xfrm>
          <a:custGeom>
            <a:avLst/>
            <a:gdLst>
              <a:gd name="T0" fmla="*/ 154 w 160"/>
              <a:gd name="T1" fmla="*/ 12 h 109"/>
              <a:gd name="T2" fmla="*/ 139 w 160"/>
              <a:gd name="T3" fmla="*/ 6 h 109"/>
              <a:gd name="T4" fmla="*/ 123 w 160"/>
              <a:gd name="T5" fmla="*/ 12 h 109"/>
              <a:gd name="T6" fmla="*/ 117 w 160"/>
              <a:gd name="T7" fmla="*/ 27 h 109"/>
              <a:gd name="T8" fmla="*/ 119 w 160"/>
              <a:gd name="T9" fmla="*/ 36 h 109"/>
              <a:gd name="T10" fmla="*/ 93 w 160"/>
              <a:gd name="T11" fmla="*/ 60 h 109"/>
              <a:gd name="T12" fmla="*/ 79 w 160"/>
              <a:gd name="T13" fmla="*/ 56 h 109"/>
              <a:gd name="T14" fmla="*/ 66 w 160"/>
              <a:gd name="T15" fmla="*/ 59 h 109"/>
              <a:gd name="T16" fmla="*/ 47 w 160"/>
              <a:gd name="T17" fmla="*/ 37 h 109"/>
              <a:gd name="T18" fmla="*/ 43 w 160"/>
              <a:gd name="T19" fmla="*/ 7 h 109"/>
              <a:gd name="T20" fmla="*/ 25 w 160"/>
              <a:gd name="T21" fmla="*/ 0 h 109"/>
              <a:gd name="T22" fmla="*/ 8 w 160"/>
              <a:gd name="T23" fmla="*/ 7 h 109"/>
              <a:gd name="T24" fmla="*/ 0 w 160"/>
              <a:gd name="T25" fmla="*/ 24 h 109"/>
              <a:gd name="T26" fmla="*/ 8 w 160"/>
              <a:gd name="T27" fmla="*/ 42 h 109"/>
              <a:gd name="T28" fmla="*/ 25 w 160"/>
              <a:gd name="T29" fmla="*/ 49 h 109"/>
              <a:gd name="T30" fmla="*/ 37 w 160"/>
              <a:gd name="T31" fmla="*/ 46 h 109"/>
              <a:gd name="T32" fmla="*/ 56 w 160"/>
              <a:gd name="T33" fmla="*/ 69 h 109"/>
              <a:gd name="T34" fmla="*/ 60 w 160"/>
              <a:gd name="T35" fmla="*/ 102 h 109"/>
              <a:gd name="T36" fmla="*/ 79 w 160"/>
              <a:gd name="T37" fmla="*/ 109 h 109"/>
              <a:gd name="T38" fmla="*/ 98 w 160"/>
              <a:gd name="T39" fmla="*/ 102 h 109"/>
              <a:gd name="T40" fmla="*/ 102 w 160"/>
              <a:gd name="T41" fmla="*/ 69 h 109"/>
              <a:gd name="T42" fmla="*/ 129 w 160"/>
              <a:gd name="T43" fmla="*/ 46 h 109"/>
              <a:gd name="T44" fmla="*/ 139 w 160"/>
              <a:gd name="T45" fmla="*/ 49 h 109"/>
              <a:gd name="T46" fmla="*/ 154 w 160"/>
              <a:gd name="T47" fmla="*/ 43 h 109"/>
              <a:gd name="T48" fmla="*/ 160 w 160"/>
              <a:gd name="T49" fmla="*/ 27 h 109"/>
              <a:gd name="T50" fmla="*/ 154 w 160"/>
              <a:gd name="T51" fmla="*/ 12 h 109"/>
              <a:gd name="T52" fmla="*/ 17 w 160"/>
              <a:gd name="T53" fmla="*/ 32 h 109"/>
              <a:gd name="T54" fmla="*/ 14 w 160"/>
              <a:gd name="T55" fmla="*/ 24 h 109"/>
              <a:gd name="T56" fmla="*/ 17 w 160"/>
              <a:gd name="T57" fmla="*/ 17 h 109"/>
              <a:gd name="T58" fmla="*/ 25 w 160"/>
              <a:gd name="T59" fmla="*/ 13 h 109"/>
              <a:gd name="T60" fmla="*/ 33 w 160"/>
              <a:gd name="T61" fmla="*/ 17 h 109"/>
              <a:gd name="T62" fmla="*/ 33 w 160"/>
              <a:gd name="T63" fmla="*/ 32 h 109"/>
              <a:gd name="T64" fmla="*/ 17 w 160"/>
              <a:gd name="T65" fmla="*/ 32 h 109"/>
              <a:gd name="T66" fmla="*/ 144 w 160"/>
              <a:gd name="T67" fmla="*/ 33 h 109"/>
              <a:gd name="T68" fmla="*/ 133 w 160"/>
              <a:gd name="T69" fmla="*/ 33 h 109"/>
              <a:gd name="T70" fmla="*/ 131 w 160"/>
              <a:gd name="T71" fmla="*/ 27 h 109"/>
              <a:gd name="T72" fmla="*/ 133 w 160"/>
              <a:gd name="T73" fmla="*/ 22 h 109"/>
              <a:gd name="T74" fmla="*/ 139 w 160"/>
              <a:gd name="T75" fmla="*/ 20 h 109"/>
              <a:gd name="T76" fmla="*/ 144 w 160"/>
              <a:gd name="T77" fmla="*/ 22 h 109"/>
              <a:gd name="T78" fmla="*/ 146 w 160"/>
              <a:gd name="T79" fmla="*/ 27 h 109"/>
              <a:gd name="T80" fmla="*/ 144 w 160"/>
              <a:gd name="T81" fmla="*/ 3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0" h="109">
                <a:moveTo>
                  <a:pt x="154" y="12"/>
                </a:moveTo>
                <a:cubicBezTo>
                  <a:pt x="150" y="8"/>
                  <a:pt x="144" y="6"/>
                  <a:pt x="139" y="6"/>
                </a:cubicBezTo>
                <a:cubicBezTo>
                  <a:pt x="133" y="6"/>
                  <a:pt x="127" y="8"/>
                  <a:pt x="123" y="12"/>
                </a:cubicBezTo>
                <a:cubicBezTo>
                  <a:pt x="119" y="16"/>
                  <a:pt x="117" y="22"/>
                  <a:pt x="117" y="27"/>
                </a:cubicBezTo>
                <a:cubicBezTo>
                  <a:pt x="117" y="31"/>
                  <a:pt x="118" y="34"/>
                  <a:pt x="119" y="36"/>
                </a:cubicBezTo>
                <a:cubicBezTo>
                  <a:pt x="93" y="60"/>
                  <a:pt x="93" y="60"/>
                  <a:pt x="93" y="60"/>
                </a:cubicBezTo>
                <a:cubicBezTo>
                  <a:pt x="89" y="57"/>
                  <a:pt x="84" y="56"/>
                  <a:pt x="79" y="56"/>
                </a:cubicBezTo>
                <a:cubicBezTo>
                  <a:pt x="74" y="56"/>
                  <a:pt x="70" y="57"/>
                  <a:pt x="66" y="59"/>
                </a:cubicBezTo>
                <a:cubicBezTo>
                  <a:pt x="47" y="37"/>
                  <a:pt x="47" y="37"/>
                  <a:pt x="47" y="37"/>
                </a:cubicBezTo>
                <a:cubicBezTo>
                  <a:pt x="52" y="27"/>
                  <a:pt x="51" y="15"/>
                  <a:pt x="43" y="7"/>
                </a:cubicBezTo>
                <a:cubicBezTo>
                  <a:pt x="38" y="2"/>
                  <a:pt x="32" y="0"/>
                  <a:pt x="25" y="0"/>
                </a:cubicBezTo>
                <a:cubicBezTo>
                  <a:pt x="19" y="0"/>
                  <a:pt x="12" y="2"/>
                  <a:pt x="8" y="7"/>
                </a:cubicBezTo>
                <a:cubicBezTo>
                  <a:pt x="3" y="12"/>
                  <a:pt x="0" y="18"/>
                  <a:pt x="0" y="24"/>
                </a:cubicBezTo>
                <a:cubicBezTo>
                  <a:pt x="0" y="31"/>
                  <a:pt x="3" y="37"/>
                  <a:pt x="8" y="42"/>
                </a:cubicBezTo>
                <a:cubicBezTo>
                  <a:pt x="12" y="47"/>
                  <a:pt x="19" y="49"/>
                  <a:pt x="25" y="49"/>
                </a:cubicBezTo>
                <a:cubicBezTo>
                  <a:pt x="29" y="49"/>
                  <a:pt x="33" y="48"/>
                  <a:pt x="37" y="46"/>
                </a:cubicBezTo>
                <a:cubicBezTo>
                  <a:pt x="56" y="69"/>
                  <a:pt x="56" y="69"/>
                  <a:pt x="56" y="69"/>
                </a:cubicBezTo>
                <a:cubicBezTo>
                  <a:pt x="50" y="79"/>
                  <a:pt x="51" y="93"/>
                  <a:pt x="60" y="102"/>
                </a:cubicBezTo>
                <a:cubicBezTo>
                  <a:pt x="65" y="107"/>
                  <a:pt x="72" y="109"/>
                  <a:pt x="79" y="109"/>
                </a:cubicBezTo>
                <a:cubicBezTo>
                  <a:pt x="86" y="109"/>
                  <a:pt x="93" y="107"/>
                  <a:pt x="98" y="102"/>
                </a:cubicBezTo>
                <a:cubicBezTo>
                  <a:pt x="107" y="93"/>
                  <a:pt x="108" y="80"/>
                  <a:pt x="102" y="69"/>
                </a:cubicBezTo>
                <a:cubicBezTo>
                  <a:pt x="129" y="46"/>
                  <a:pt x="129" y="46"/>
                  <a:pt x="129" y="46"/>
                </a:cubicBezTo>
                <a:cubicBezTo>
                  <a:pt x="132" y="48"/>
                  <a:pt x="135" y="49"/>
                  <a:pt x="139" y="49"/>
                </a:cubicBezTo>
                <a:cubicBezTo>
                  <a:pt x="144" y="49"/>
                  <a:pt x="150" y="47"/>
                  <a:pt x="154" y="43"/>
                </a:cubicBezTo>
                <a:cubicBezTo>
                  <a:pt x="158" y="38"/>
                  <a:pt x="160" y="33"/>
                  <a:pt x="160" y="27"/>
                </a:cubicBezTo>
                <a:cubicBezTo>
                  <a:pt x="160" y="22"/>
                  <a:pt x="158" y="16"/>
                  <a:pt x="154" y="12"/>
                </a:cubicBezTo>
                <a:moveTo>
                  <a:pt x="17" y="32"/>
                </a:moveTo>
                <a:cubicBezTo>
                  <a:pt x="15" y="30"/>
                  <a:pt x="14" y="27"/>
                  <a:pt x="14" y="24"/>
                </a:cubicBezTo>
                <a:cubicBezTo>
                  <a:pt x="14" y="21"/>
                  <a:pt x="15" y="19"/>
                  <a:pt x="17" y="17"/>
                </a:cubicBezTo>
                <a:cubicBezTo>
                  <a:pt x="20" y="14"/>
                  <a:pt x="22" y="13"/>
                  <a:pt x="25" y="13"/>
                </a:cubicBezTo>
                <a:cubicBezTo>
                  <a:pt x="28" y="13"/>
                  <a:pt x="31" y="14"/>
                  <a:pt x="33" y="17"/>
                </a:cubicBezTo>
                <a:cubicBezTo>
                  <a:pt x="38" y="21"/>
                  <a:pt x="38" y="28"/>
                  <a:pt x="33" y="32"/>
                </a:cubicBezTo>
                <a:cubicBezTo>
                  <a:pt x="29" y="37"/>
                  <a:pt x="22" y="37"/>
                  <a:pt x="17" y="32"/>
                </a:cubicBezTo>
                <a:moveTo>
                  <a:pt x="144" y="33"/>
                </a:moveTo>
                <a:cubicBezTo>
                  <a:pt x="141" y="36"/>
                  <a:pt x="136" y="36"/>
                  <a:pt x="133" y="33"/>
                </a:cubicBezTo>
                <a:cubicBezTo>
                  <a:pt x="132" y="31"/>
                  <a:pt x="131" y="29"/>
                  <a:pt x="131" y="27"/>
                </a:cubicBezTo>
                <a:cubicBezTo>
                  <a:pt x="131" y="25"/>
                  <a:pt x="132" y="23"/>
                  <a:pt x="133" y="22"/>
                </a:cubicBezTo>
                <a:cubicBezTo>
                  <a:pt x="135" y="20"/>
                  <a:pt x="137" y="20"/>
                  <a:pt x="139" y="20"/>
                </a:cubicBezTo>
                <a:cubicBezTo>
                  <a:pt x="141" y="20"/>
                  <a:pt x="143" y="20"/>
                  <a:pt x="144" y="22"/>
                </a:cubicBezTo>
                <a:cubicBezTo>
                  <a:pt x="146" y="23"/>
                  <a:pt x="146" y="25"/>
                  <a:pt x="146" y="27"/>
                </a:cubicBezTo>
                <a:cubicBezTo>
                  <a:pt x="146" y="29"/>
                  <a:pt x="146" y="31"/>
                  <a:pt x="144" y="33"/>
                </a:cubicBezTo>
              </a:path>
            </a:pathLst>
          </a:custGeom>
          <a:solidFill>
            <a:srgbClr val="98D2E3"/>
          </a:solidFill>
          <a:ln>
            <a:noFill/>
          </a:ln>
        </p:spPr>
        <p:txBody>
          <a:bodyPr/>
          <a:lstStyle/>
          <a:p>
            <a:endParaRPr lang="zh-CN" altLang="en-US"/>
          </a:p>
        </p:txBody>
      </p:sp>
      <p:sp>
        <p:nvSpPr>
          <p:cNvPr id="21538" name="Rectangle 34"/>
          <p:cNvSpPr>
            <a:spLocks noChangeArrowheads="1"/>
          </p:cNvSpPr>
          <p:nvPr/>
        </p:nvSpPr>
        <p:spPr bwMode="auto">
          <a:xfrm>
            <a:off x="5501691" y="2215775"/>
            <a:ext cx="7551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solidFill>
                  <a:schemeClr val="bg1"/>
                </a:solidFill>
                <a:latin typeface="微软雅黑" pitchFamily="34" charset="-122"/>
                <a:ea typeface="微软雅黑" pitchFamily="34" charset="-122"/>
              </a:rPr>
              <a:t>朱邦杰</a:t>
            </a:r>
            <a:endParaRPr lang="zh-CN" altLang="zh-CN" sz="1200" b="1" dirty="0">
              <a:solidFill>
                <a:schemeClr val="bg1"/>
              </a:solidFill>
              <a:latin typeface="微软雅黑" pitchFamily="34" charset="-122"/>
              <a:ea typeface="微软雅黑" pitchFamily="34" charset="-122"/>
            </a:endParaRPr>
          </a:p>
        </p:txBody>
      </p:sp>
      <p:sp>
        <p:nvSpPr>
          <p:cNvPr id="21539" name="Rectangle 35"/>
          <p:cNvSpPr>
            <a:spLocks noChangeArrowheads="1"/>
          </p:cNvSpPr>
          <p:nvPr/>
        </p:nvSpPr>
        <p:spPr bwMode="auto">
          <a:xfrm>
            <a:off x="3556799" y="2215775"/>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chemeClr val="bg1"/>
                </a:solidFill>
                <a:latin typeface="微软雅黑" pitchFamily="34" charset="-122"/>
                <a:ea typeface="微软雅黑" pitchFamily="34" charset="-122"/>
              </a:rPr>
              <a:t>刘哲</a:t>
            </a:r>
            <a:endParaRPr lang="zh-CN" altLang="zh-CN" sz="1200" b="1" dirty="0">
              <a:solidFill>
                <a:schemeClr val="bg1"/>
              </a:solidFill>
              <a:latin typeface="微软雅黑" pitchFamily="34" charset="-122"/>
              <a:ea typeface="微软雅黑" pitchFamily="34" charset="-122"/>
            </a:endParaRPr>
          </a:p>
        </p:txBody>
      </p:sp>
      <p:sp>
        <p:nvSpPr>
          <p:cNvPr id="21540" name="Rectangle 36"/>
          <p:cNvSpPr>
            <a:spLocks noChangeArrowheads="1"/>
          </p:cNvSpPr>
          <p:nvPr/>
        </p:nvSpPr>
        <p:spPr bwMode="auto">
          <a:xfrm>
            <a:off x="2919195" y="2626760"/>
            <a:ext cx="1824802" cy="10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作为组长尽职地完成了用户调研的发动，功能文档的编写，成员的分工等工作</a:t>
            </a:r>
          </a:p>
        </p:txBody>
      </p:sp>
      <p:sp>
        <p:nvSpPr>
          <p:cNvPr id="21541" name="Rectangle 37"/>
          <p:cNvSpPr>
            <a:spLocks noChangeArrowheads="1"/>
          </p:cNvSpPr>
          <p:nvPr/>
        </p:nvSpPr>
        <p:spPr bwMode="auto">
          <a:xfrm>
            <a:off x="4960858" y="2620189"/>
            <a:ext cx="1824802" cy="10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负责查找资料，详细了解并分析该选题可能的技术构成和可行性，并制作了</a:t>
            </a:r>
            <a:r>
              <a:rPr lang="en-US" altLang="zh-CN" sz="1200" dirty="0">
                <a:solidFill>
                  <a:schemeClr val="bg1"/>
                </a:solidFill>
                <a:latin typeface="微软雅黑" panose="020B0503020204020204" pitchFamily="34" charset="-122"/>
                <a:ea typeface="微软雅黑" panose="020B0503020204020204" pitchFamily="34" charset="-122"/>
              </a:rPr>
              <a:t>ppt</a:t>
            </a:r>
            <a:r>
              <a:rPr lang="zh-CN" altLang="en-US" sz="1200" dirty="0">
                <a:solidFill>
                  <a:schemeClr val="bg1"/>
                </a:solidFill>
                <a:latin typeface="微软雅黑" panose="020B0503020204020204" pitchFamily="34" charset="-122"/>
                <a:ea typeface="微软雅黑" panose="020B0503020204020204" pitchFamily="34" charset="-122"/>
              </a:rPr>
              <a:t>的初版</a:t>
            </a:r>
          </a:p>
        </p:txBody>
      </p:sp>
      <p:sp>
        <p:nvSpPr>
          <p:cNvPr id="21542" name="Rectangle 38"/>
          <p:cNvSpPr>
            <a:spLocks noChangeArrowheads="1"/>
          </p:cNvSpPr>
          <p:nvPr/>
        </p:nvSpPr>
        <p:spPr bwMode="auto">
          <a:xfrm>
            <a:off x="7705273" y="2216062"/>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chemeClr val="bg1"/>
                </a:solidFill>
                <a:latin typeface="微软雅黑" panose="020B0503020204020204" pitchFamily="34" charset="-122"/>
                <a:ea typeface="微软雅黑" panose="020B0503020204020204" pitchFamily="34" charset="-122"/>
              </a:rPr>
              <a:t>章宁超</a:t>
            </a:r>
            <a:endParaRPr lang="zh-CN" altLang="zh-CN" sz="1200" b="1" dirty="0">
              <a:solidFill>
                <a:schemeClr val="bg1"/>
              </a:solidFill>
              <a:latin typeface="微软雅黑" panose="020B0503020204020204" pitchFamily="34" charset="-122"/>
              <a:ea typeface="微软雅黑" panose="020B0503020204020204" pitchFamily="34" charset="-122"/>
            </a:endParaRPr>
          </a:p>
        </p:txBody>
      </p:sp>
      <p:sp>
        <p:nvSpPr>
          <p:cNvPr id="21543" name="Rectangle 39"/>
          <p:cNvSpPr>
            <a:spLocks noChangeArrowheads="1"/>
          </p:cNvSpPr>
          <p:nvPr/>
        </p:nvSpPr>
        <p:spPr bwMode="auto">
          <a:xfrm>
            <a:off x="7158077" y="2626221"/>
            <a:ext cx="1781876" cy="107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负责对具体功能作详细的构思，提出各种意见，整理参考资料并对</a:t>
            </a:r>
            <a:r>
              <a:rPr lang="en-US" altLang="zh-CN" sz="1200" dirty="0">
                <a:solidFill>
                  <a:schemeClr val="bg1"/>
                </a:solidFill>
                <a:latin typeface="微软雅黑" panose="020B0503020204020204" pitchFamily="34" charset="-122"/>
                <a:ea typeface="微软雅黑" panose="020B0503020204020204" pitchFamily="34" charset="-122"/>
              </a:rPr>
              <a:t>ppt</a:t>
            </a:r>
            <a:r>
              <a:rPr lang="zh-CN" altLang="en-US" sz="1200" dirty="0">
                <a:solidFill>
                  <a:schemeClr val="bg1"/>
                </a:solidFill>
                <a:latin typeface="微软雅黑" panose="020B0503020204020204" pitchFamily="34" charset="-122"/>
                <a:ea typeface="微软雅黑" panose="020B0503020204020204" pitchFamily="34" charset="-122"/>
              </a:rPr>
              <a:t>作排版和修订</a:t>
            </a:r>
          </a:p>
        </p:txBody>
      </p:sp>
      <p:sp>
        <p:nvSpPr>
          <p:cNvPr id="21544" name="Line 40"/>
          <p:cNvSpPr>
            <a:spLocks noChangeShapeType="1"/>
          </p:cNvSpPr>
          <p:nvPr/>
        </p:nvSpPr>
        <p:spPr bwMode="auto">
          <a:xfrm>
            <a:off x="2862072" y="2554587"/>
            <a:ext cx="1708577" cy="1"/>
          </a:xfrm>
          <a:prstGeom prst="line">
            <a:avLst/>
          </a:prstGeom>
          <a:noFill/>
          <a:ln w="12700" cmpd="sng">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5" name="Line 41"/>
          <p:cNvSpPr>
            <a:spLocks noChangeShapeType="1"/>
          </p:cNvSpPr>
          <p:nvPr/>
        </p:nvSpPr>
        <p:spPr bwMode="auto">
          <a:xfrm flipV="1">
            <a:off x="4960858" y="2541679"/>
            <a:ext cx="1777780" cy="12907"/>
          </a:xfrm>
          <a:prstGeom prst="line">
            <a:avLst/>
          </a:prstGeom>
          <a:noFill/>
          <a:ln w="12700" cmpd="sng">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panose="020B0503020204020204" pitchFamily="34" charset="-122"/>
              <a:ea typeface="微软雅黑" panose="020B0503020204020204" pitchFamily="34" charset="-122"/>
            </a:endParaRPr>
          </a:p>
        </p:txBody>
      </p:sp>
      <p:sp>
        <p:nvSpPr>
          <p:cNvPr id="21546" name="Line 42"/>
          <p:cNvSpPr>
            <a:spLocks noChangeShapeType="1"/>
          </p:cNvSpPr>
          <p:nvPr/>
        </p:nvSpPr>
        <p:spPr bwMode="auto">
          <a:xfrm>
            <a:off x="7158077" y="2541679"/>
            <a:ext cx="1636882" cy="12910"/>
          </a:xfrm>
          <a:prstGeom prst="line">
            <a:avLst/>
          </a:prstGeom>
          <a:noFill/>
          <a:ln w="12700" cmpd="sng">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7" name="Rectangle 43"/>
          <p:cNvSpPr>
            <a:spLocks noChangeArrowheads="1"/>
          </p:cNvSpPr>
          <p:nvPr/>
        </p:nvSpPr>
        <p:spPr bwMode="auto">
          <a:xfrm>
            <a:off x="2771801" y="3878004"/>
            <a:ext cx="6196835" cy="608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1200" dirty="0">
                <a:solidFill>
                  <a:schemeClr val="bg1"/>
                </a:solidFill>
                <a:latin typeface="微软雅黑" panose="020B0503020204020204" pitchFamily="34" charset="-122"/>
                <a:ea typeface="微软雅黑" panose="020B0503020204020204" pitchFamily="34" charset="-122"/>
              </a:rPr>
              <a:t>小组成员参与积极性较高，态度认真，按时完成自己的任务。但默契还需要磨合，相信接下来会完成得更好。组长主导了较多的主题构思和内容构思，所以打分略高于组员。</a:t>
            </a:r>
          </a:p>
        </p:txBody>
      </p:sp>
      <p:sp>
        <p:nvSpPr>
          <p:cNvPr id="21548" name="Line 44"/>
          <p:cNvSpPr>
            <a:spLocks noChangeShapeType="1"/>
          </p:cNvSpPr>
          <p:nvPr/>
        </p:nvSpPr>
        <p:spPr bwMode="auto">
          <a:xfrm>
            <a:off x="4759619" y="1779735"/>
            <a:ext cx="0" cy="1976195"/>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9" name="Line 45"/>
          <p:cNvSpPr>
            <a:spLocks noChangeShapeType="1"/>
          </p:cNvSpPr>
          <p:nvPr/>
        </p:nvSpPr>
        <p:spPr bwMode="auto">
          <a:xfrm>
            <a:off x="6909271" y="1793063"/>
            <a:ext cx="7794" cy="1976208"/>
          </a:xfrm>
          <a:prstGeom prst="line">
            <a:avLst/>
          </a:prstGeom>
          <a:noFill/>
          <a:ln w="6350" cmpd="sng">
            <a:solidFill>
              <a:schemeClr val="bg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Oval 6"/>
          <p:cNvSpPr>
            <a:spLocks noChangeArrowheads="1"/>
          </p:cNvSpPr>
          <p:nvPr/>
        </p:nvSpPr>
        <p:spPr bwMode="auto">
          <a:xfrm>
            <a:off x="858344" y="103942"/>
            <a:ext cx="185264" cy="182642"/>
          </a:xfrm>
          <a:prstGeom prst="ellipse">
            <a:avLst/>
          </a:prstGeom>
          <a:solidFill>
            <a:srgbClr val="FBE22D">
              <a:alpha val="80000"/>
            </a:srgbClr>
          </a:solidFill>
          <a:ln>
            <a:noFill/>
          </a:ln>
        </p:spPr>
        <p:txBody>
          <a:bodyPr/>
          <a:lstStyle/>
          <a:p>
            <a:endParaRPr lang="zh-CN" altLang="en-US"/>
          </a:p>
        </p:txBody>
      </p:sp>
      <p:sp>
        <p:nvSpPr>
          <p:cNvPr id="47" name="Oval 3"/>
          <p:cNvSpPr>
            <a:spLocks noChangeArrowheads="1"/>
          </p:cNvSpPr>
          <p:nvPr/>
        </p:nvSpPr>
        <p:spPr bwMode="auto">
          <a:xfrm>
            <a:off x="-106265" y="242684"/>
            <a:ext cx="263828" cy="260897"/>
          </a:xfrm>
          <a:prstGeom prst="ellipse">
            <a:avLst/>
          </a:prstGeom>
          <a:solidFill>
            <a:srgbClr val="A9D25A">
              <a:alpha val="80000"/>
            </a:srgbClr>
          </a:solidFill>
          <a:ln>
            <a:noFill/>
          </a:ln>
        </p:spPr>
        <p:txBody>
          <a:bodyPr/>
          <a:lstStyle/>
          <a:p>
            <a:endParaRPr lang="zh-CN" altLang="en-US"/>
          </a:p>
        </p:txBody>
      </p:sp>
      <p:sp>
        <p:nvSpPr>
          <p:cNvPr id="48" name="Oval 4"/>
          <p:cNvSpPr>
            <a:spLocks noChangeArrowheads="1"/>
          </p:cNvSpPr>
          <p:nvPr/>
        </p:nvSpPr>
        <p:spPr bwMode="auto">
          <a:xfrm>
            <a:off x="157563" y="414164"/>
            <a:ext cx="263828" cy="260897"/>
          </a:xfrm>
          <a:prstGeom prst="ellipse">
            <a:avLst/>
          </a:prstGeom>
          <a:solidFill>
            <a:srgbClr val="98D2E3">
              <a:alpha val="80000"/>
            </a:srgbClr>
          </a:solidFill>
          <a:ln>
            <a:noFill/>
          </a:ln>
        </p:spPr>
        <p:txBody>
          <a:bodyPr/>
          <a:lstStyle/>
          <a:p>
            <a:endParaRPr lang="zh-CN" altLang="en-US"/>
          </a:p>
        </p:txBody>
      </p:sp>
      <p:sp>
        <p:nvSpPr>
          <p:cNvPr id="49" name="Oval 5"/>
          <p:cNvSpPr>
            <a:spLocks noChangeArrowheads="1"/>
          </p:cNvSpPr>
          <p:nvPr/>
        </p:nvSpPr>
        <p:spPr bwMode="auto">
          <a:xfrm>
            <a:off x="336285" y="225555"/>
            <a:ext cx="458394" cy="450850"/>
          </a:xfrm>
          <a:prstGeom prst="ellipse">
            <a:avLst/>
          </a:prstGeom>
          <a:solidFill>
            <a:srgbClr val="EA5514">
              <a:alpha val="80000"/>
            </a:srgbClr>
          </a:solidFill>
          <a:ln>
            <a:noFill/>
          </a:ln>
        </p:spPr>
        <p:txBody>
          <a:bodyPr/>
          <a:lstStyle/>
          <a:p>
            <a:endParaRPr lang="zh-CN" altLang="en-US"/>
          </a:p>
        </p:txBody>
      </p:sp>
      <p:sp>
        <p:nvSpPr>
          <p:cNvPr id="50" name="Rectangle 39"/>
          <p:cNvSpPr>
            <a:spLocks noChangeArrowheads="1"/>
          </p:cNvSpPr>
          <p:nvPr/>
        </p:nvSpPr>
        <p:spPr bwMode="auto">
          <a:xfrm>
            <a:off x="401920" y="327870"/>
            <a:ext cx="33089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FFFFFF"/>
                </a:solidFill>
                <a:effectLst/>
                <a:latin typeface="Impact" pitchFamily="34" charset="0"/>
                <a:ea typeface="宋体" pitchFamily="2" charset="-122"/>
                <a:cs typeface="宋体" pitchFamily="2" charset="-122"/>
              </a:rPr>
              <a:t>08</a:t>
            </a:r>
            <a:endParaRPr kumimoji="0" lang="zh-CN" altLang="zh-CN" sz="1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51" name="Rectangle 39"/>
          <p:cNvSpPr>
            <a:spLocks noChangeArrowheads="1"/>
          </p:cNvSpPr>
          <p:nvPr/>
        </p:nvSpPr>
        <p:spPr bwMode="auto">
          <a:xfrm>
            <a:off x="915988" y="338497"/>
            <a:ext cx="277805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400" b="1">
                <a:solidFill>
                  <a:srgbClr val="EA5514"/>
                </a:solidFill>
                <a:latin typeface="微软雅黑" pitchFamily="34" charset="-122"/>
                <a:ea typeface="微软雅黑" pitchFamily="34" charset="-122"/>
                <a:cs typeface="宋体" pitchFamily="2" charset="-122"/>
              </a:rPr>
              <a:t>组员分工及评价</a:t>
            </a:r>
            <a:endParaRPr lang="en-US" altLang="zh-CN" sz="1400" b="1" dirty="0">
              <a:solidFill>
                <a:srgbClr val="EA5514"/>
              </a:solidFill>
              <a:latin typeface="微软雅黑" pitchFamily="34" charset="-122"/>
              <a:ea typeface="微软雅黑" pitchFamily="34" charset="-122"/>
              <a:cs typeface="宋体" pitchFamily="2" charset="-122"/>
            </a:endParaRPr>
          </a:p>
        </p:txBody>
      </p:sp>
      <p:sp>
        <p:nvSpPr>
          <p:cNvPr id="44" name="Rectangle 24"/>
          <p:cNvSpPr>
            <a:spLocks noChangeArrowheads="1"/>
          </p:cNvSpPr>
          <p:nvPr/>
        </p:nvSpPr>
        <p:spPr bwMode="auto">
          <a:xfrm>
            <a:off x="2807241" y="1299123"/>
            <a:ext cx="1881925" cy="244476"/>
          </a:xfrm>
          <a:prstGeom prst="rect">
            <a:avLst/>
          </a:prstGeom>
          <a:noFill/>
          <a:ln w="6350" cmpd="sng">
            <a:solidFill>
              <a:srgbClr val="98D2E3"/>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lumMod val="50000"/>
                  <a:lumOff val="50000"/>
                </a:schemeClr>
              </a:solidFill>
            </a:endParaRPr>
          </a:p>
        </p:txBody>
      </p:sp>
      <p:sp>
        <p:nvSpPr>
          <p:cNvPr id="52" name="Rectangle 32"/>
          <p:cNvSpPr>
            <a:spLocks noChangeArrowheads="1"/>
          </p:cNvSpPr>
          <p:nvPr/>
        </p:nvSpPr>
        <p:spPr bwMode="auto">
          <a:xfrm>
            <a:off x="7057060" y="1297192"/>
            <a:ext cx="1942759" cy="244475"/>
          </a:xfrm>
          <a:prstGeom prst="rect">
            <a:avLst/>
          </a:prstGeom>
          <a:noFill/>
          <a:ln w="6350" cmpd="sng">
            <a:solidFill>
              <a:srgbClr val="FBE22D"/>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lumMod val="50000"/>
                  <a:lumOff val="50000"/>
                </a:schemeClr>
              </a:solidFill>
            </a:endParaRPr>
          </a:p>
        </p:txBody>
      </p:sp>
      <p:sp>
        <p:nvSpPr>
          <p:cNvPr id="53" name="Rectangle 36"/>
          <p:cNvSpPr>
            <a:spLocks noChangeArrowheads="1"/>
          </p:cNvSpPr>
          <p:nvPr/>
        </p:nvSpPr>
        <p:spPr bwMode="auto">
          <a:xfrm>
            <a:off x="4978985" y="1293638"/>
            <a:ext cx="1827841" cy="244475"/>
          </a:xfrm>
          <a:prstGeom prst="rect">
            <a:avLst/>
          </a:prstGeom>
          <a:noFill/>
          <a:ln w="6350" cmpd="sng">
            <a:solidFill>
              <a:srgbClr val="A9D25A"/>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lumMod val="50000"/>
                  <a:lumOff val="50000"/>
                </a:schemeClr>
              </a:solidFill>
            </a:endParaRPr>
          </a:p>
        </p:txBody>
      </p:sp>
      <p:sp>
        <p:nvSpPr>
          <p:cNvPr id="54" name="Rectangle 38"/>
          <p:cNvSpPr>
            <a:spLocks noChangeArrowheads="1"/>
          </p:cNvSpPr>
          <p:nvPr/>
        </p:nvSpPr>
        <p:spPr bwMode="auto">
          <a:xfrm>
            <a:off x="2877694" y="1129679"/>
            <a:ext cx="1881925" cy="3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250000"/>
              </a:lnSpc>
            </a:pPr>
            <a:r>
              <a:rPr lang="zh-CN" altLang="en-US" sz="1200" b="1" dirty="0">
                <a:solidFill>
                  <a:schemeClr val="bg1"/>
                </a:solidFill>
                <a:latin typeface="微软雅黑" panose="020B0503020204020204" pitchFamily="34" charset="-122"/>
                <a:ea typeface="微软雅黑" panose="020B0503020204020204" pitchFamily="34" charset="-122"/>
              </a:rPr>
              <a:t>主题构思、文档编写（</a:t>
            </a:r>
            <a:r>
              <a:rPr lang="en-US" altLang="zh-CN" sz="1200" b="1" dirty="0">
                <a:solidFill>
                  <a:schemeClr val="bg1"/>
                </a:solidFill>
                <a:latin typeface="微软雅黑" panose="020B0503020204020204" pitchFamily="34" charset="-122"/>
                <a:ea typeface="微软雅黑" panose="020B0503020204020204" pitchFamily="34" charset="-122"/>
              </a:rPr>
              <a:t>85</a:t>
            </a:r>
            <a:r>
              <a:rPr lang="zh-CN" altLang="en-US" sz="1200" b="1" dirty="0">
                <a:solidFill>
                  <a:schemeClr val="bg1"/>
                </a:solidFill>
                <a:latin typeface="微软雅黑" panose="020B0503020204020204" pitchFamily="34" charset="-122"/>
                <a:ea typeface="微软雅黑" panose="020B0503020204020204" pitchFamily="34" charset="-122"/>
              </a:rPr>
              <a:t>）</a:t>
            </a:r>
          </a:p>
        </p:txBody>
      </p:sp>
      <p:sp>
        <p:nvSpPr>
          <p:cNvPr id="56" name="Rectangle 42"/>
          <p:cNvSpPr>
            <a:spLocks noChangeArrowheads="1"/>
          </p:cNvSpPr>
          <p:nvPr/>
        </p:nvSpPr>
        <p:spPr bwMode="auto">
          <a:xfrm>
            <a:off x="7127513" y="1136072"/>
            <a:ext cx="1872307" cy="3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250000"/>
              </a:lnSpc>
            </a:pPr>
            <a:r>
              <a:rPr lang="en-US" altLang="zh-CN" sz="1200" b="1" dirty="0">
                <a:solidFill>
                  <a:schemeClr val="bg1"/>
                </a:solidFill>
                <a:latin typeface="微软雅黑" panose="020B0503020204020204" pitchFamily="34" charset="-122"/>
                <a:ea typeface="微软雅黑" panose="020B0503020204020204" pitchFamily="34" charset="-122"/>
              </a:rPr>
              <a:t>PPT</a:t>
            </a:r>
            <a:r>
              <a:rPr lang="zh-CN" altLang="en-US" sz="1200" b="1" dirty="0">
                <a:solidFill>
                  <a:schemeClr val="bg1"/>
                </a:solidFill>
                <a:latin typeface="微软雅黑" panose="020B0503020204020204" pitchFamily="34" charset="-122"/>
                <a:ea typeface="微软雅黑" panose="020B0503020204020204" pitchFamily="34" charset="-122"/>
              </a:rPr>
              <a:t>修改、功能构思（</a:t>
            </a:r>
            <a:r>
              <a:rPr lang="en-US" altLang="zh-CN" sz="1200" b="1" dirty="0">
                <a:solidFill>
                  <a:schemeClr val="bg1"/>
                </a:solidFill>
                <a:latin typeface="微软雅黑" panose="020B0503020204020204" pitchFamily="34" charset="-122"/>
                <a:ea typeface="微软雅黑" panose="020B0503020204020204" pitchFamily="34" charset="-122"/>
              </a:rPr>
              <a:t>82</a:t>
            </a:r>
            <a:r>
              <a:rPr lang="zh-CN" altLang="en-US" sz="1200" b="1" dirty="0">
                <a:solidFill>
                  <a:schemeClr val="bg1"/>
                </a:solidFill>
                <a:latin typeface="微软雅黑" panose="020B0503020204020204" pitchFamily="34" charset="-122"/>
                <a:ea typeface="微软雅黑" panose="020B0503020204020204" pitchFamily="34" charset="-122"/>
              </a:rPr>
              <a:t>）</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57" name="Rectangle 44"/>
          <p:cNvSpPr>
            <a:spLocks noChangeArrowheads="1"/>
          </p:cNvSpPr>
          <p:nvPr/>
        </p:nvSpPr>
        <p:spPr bwMode="auto">
          <a:xfrm>
            <a:off x="5020218" y="1144273"/>
            <a:ext cx="1872307" cy="3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250000"/>
              </a:lnSpc>
            </a:pPr>
            <a:r>
              <a:rPr lang="en-US" altLang="zh-CN" sz="1200" b="1" dirty="0">
                <a:solidFill>
                  <a:schemeClr val="bg1"/>
                </a:solidFill>
                <a:latin typeface="微软雅黑" panose="020B0503020204020204" pitchFamily="34" charset="-122"/>
                <a:ea typeface="微软雅黑" panose="020B0503020204020204" pitchFamily="34" charset="-122"/>
              </a:rPr>
              <a:t>PPT</a:t>
            </a:r>
            <a:r>
              <a:rPr lang="zh-CN" altLang="en-US" sz="1200" b="1" dirty="0">
                <a:solidFill>
                  <a:schemeClr val="bg1"/>
                </a:solidFill>
                <a:latin typeface="微软雅黑" panose="020B0503020204020204" pitchFamily="34" charset="-122"/>
                <a:ea typeface="微软雅黑" panose="020B0503020204020204" pitchFamily="34" charset="-122"/>
              </a:rPr>
              <a:t>制作、资料查找（</a:t>
            </a:r>
            <a:r>
              <a:rPr lang="en-US" altLang="zh-CN" sz="1200" b="1" dirty="0">
                <a:solidFill>
                  <a:schemeClr val="bg1"/>
                </a:solidFill>
                <a:latin typeface="微软雅黑" panose="020B0503020204020204" pitchFamily="34" charset="-122"/>
                <a:ea typeface="微软雅黑" panose="020B0503020204020204" pitchFamily="34" charset="-122"/>
              </a:rPr>
              <a:t>81</a:t>
            </a:r>
            <a:r>
              <a:rPr lang="zh-CN" altLang="en-US" sz="1200" b="1"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6463220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p:cTn id="7" dur="300" fill="hold"/>
                                        <p:tgtEl>
                                          <p:spTgt spid="49"/>
                                        </p:tgtEl>
                                        <p:attrNameLst>
                                          <p:attrName>ppt_w</p:attrName>
                                        </p:attrNameLst>
                                      </p:cBhvr>
                                      <p:tavLst>
                                        <p:tav tm="0">
                                          <p:val>
                                            <p:fltVal val="0"/>
                                          </p:val>
                                        </p:tav>
                                        <p:tav tm="100000">
                                          <p:val>
                                            <p:strVal val="#ppt_w"/>
                                          </p:val>
                                        </p:tav>
                                      </p:tavLst>
                                    </p:anim>
                                    <p:anim calcmode="lin" valueType="num">
                                      <p:cBhvr>
                                        <p:cTn id="8" dur="300" fill="hold"/>
                                        <p:tgtEl>
                                          <p:spTgt spid="49"/>
                                        </p:tgtEl>
                                        <p:attrNameLst>
                                          <p:attrName>ppt_h</p:attrName>
                                        </p:attrNameLst>
                                      </p:cBhvr>
                                      <p:tavLst>
                                        <p:tav tm="0">
                                          <p:val>
                                            <p:fltVal val="0"/>
                                          </p:val>
                                        </p:tav>
                                        <p:tav tm="100000">
                                          <p:val>
                                            <p:strVal val="#ppt_h"/>
                                          </p:val>
                                        </p:tav>
                                      </p:tavLst>
                                    </p:anim>
                                    <p:animEffect transition="in" filter="fade">
                                      <p:cBhvr>
                                        <p:cTn id="9" dur="300"/>
                                        <p:tgtEl>
                                          <p:spTgt spid="49"/>
                                        </p:tgtEl>
                                      </p:cBhvr>
                                    </p:animEffect>
                                  </p:childTnLst>
                                </p:cTn>
                              </p:par>
                              <p:par>
                                <p:cTn id="10" presetID="6" presetClass="emph" presetSubtype="0" autoRev="1" fill="hold" grpId="1" nodeType="withEffect">
                                  <p:stCondLst>
                                    <p:cond delay="300"/>
                                  </p:stCondLst>
                                  <p:childTnLst>
                                    <p:animScale>
                                      <p:cBhvr>
                                        <p:cTn id="11" dur="150" fill="hold"/>
                                        <p:tgtEl>
                                          <p:spTgt spid="49"/>
                                        </p:tgtEl>
                                      </p:cBhvr>
                                      <p:by x="110000" y="110000"/>
                                    </p:animScale>
                                  </p:childTnLst>
                                </p:cTn>
                              </p:par>
                              <p:par>
                                <p:cTn id="12" presetID="53" presetClass="entr" presetSubtype="16" fill="hold" grpId="0" nodeType="withEffect">
                                  <p:stCondLst>
                                    <p:cond delay="300"/>
                                  </p:stCondLst>
                                  <p:childTnLst>
                                    <p:set>
                                      <p:cBhvr>
                                        <p:cTn id="13" dur="1" fill="hold">
                                          <p:stCondLst>
                                            <p:cond delay="0"/>
                                          </p:stCondLst>
                                        </p:cTn>
                                        <p:tgtEl>
                                          <p:spTgt spid="48"/>
                                        </p:tgtEl>
                                        <p:attrNameLst>
                                          <p:attrName>style.visibility</p:attrName>
                                        </p:attrNameLst>
                                      </p:cBhvr>
                                      <p:to>
                                        <p:strVal val="visible"/>
                                      </p:to>
                                    </p:set>
                                    <p:anim calcmode="lin" valueType="num">
                                      <p:cBhvr>
                                        <p:cTn id="14" dur="300" fill="hold"/>
                                        <p:tgtEl>
                                          <p:spTgt spid="48"/>
                                        </p:tgtEl>
                                        <p:attrNameLst>
                                          <p:attrName>ppt_w</p:attrName>
                                        </p:attrNameLst>
                                      </p:cBhvr>
                                      <p:tavLst>
                                        <p:tav tm="0">
                                          <p:val>
                                            <p:fltVal val="0"/>
                                          </p:val>
                                        </p:tav>
                                        <p:tav tm="100000">
                                          <p:val>
                                            <p:strVal val="#ppt_w"/>
                                          </p:val>
                                        </p:tav>
                                      </p:tavLst>
                                    </p:anim>
                                    <p:anim calcmode="lin" valueType="num">
                                      <p:cBhvr>
                                        <p:cTn id="15" dur="300" fill="hold"/>
                                        <p:tgtEl>
                                          <p:spTgt spid="48"/>
                                        </p:tgtEl>
                                        <p:attrNameLst>
                                          <p:attrName>ppt_h</p:attrName>
                                        </p:attrNameLst>
                                      </p:cBhvr>
                                      <p:tavLst>
                                        <p:tav tm="0">
                                          <p:val>
                                            <p:fltVal val="0"/>
                                          </p:val>
                                        </p:tav>
                                        <p:tav tm="100000">
                                          <p:val>
                                            <p:strVal val="#ppt_h"/>
                                          </p:val>
                                        </p:tav>
                                      </p:tavLst>
                                    </p:anim>
                                    <p:animEffect transition="in" filter="fade">
                                      <p:cBhvr>
                                        <p:cTn id="16" dur="300"/>
                                        <p:tgtEl>
                                          <p:spTgt spid="48"/>
                                        </p:tgtEl>
                                      </p:cBhvr>
                                    </p:animEffect>
                                  </p:childTnLst>
                                </p:cTn>
                              </p:par>
                              <p:par>
                                <p:cTn id="17" presetID="6" presetClass="emph" presetSubtype="0" autoRev="1" fill="hold" grpId="1" nodeType="withEffect">
                                  <p:stCondLst>
                                    <p:cond delay="600"/>
                                  </p:stCondLst>
                                  <p:childTnLst>
                                    <p:animScale>
                                      <p:cBhvr>
                                        <p:cTn id="18" dur="150" fill="hold"/>
                                        <p:tgtEl>
                                          <p:spTgt spid="48"/>
                                        </p:tgtEl>
                                      </p:cBhvr>
                                      <p:by x="110000" y="110000"/>
                                    </p:animScale>
                                  </p:childTnLst>
                                </p:cTn>
                              </p:par>
                              <p:par>
                                <p:cTn id="19" presetID="53" presetClass="entr" presetSubtype="16" fill="hold" grpId="0" nodeType="withEffect">
                                  <p:stCondLst>
                                    <p:cond delay="600"/>
                                  </p:stCondLst>
                                  <p:childTnLst>
                                    <p:set>
                                      <p:cBhvr>
                                        <p:cTn id="20" dur="1" fill="hold">
                                          <p:stCondLst>
                                            <p:cond delay="0"/>
                                          </p:stCondLst>
                                        </p:cTn>
                                        <p:tgtEl>
                                          <p:spTgt spid="47"/>
                                        </p:tgtEl>
                                        <p:attrNameLst>
                                          <p:attrName>style.visibility</p:attrName>
                                        </p:attrNameLst>
                                      </p:cBhvr>
                                      <p:to>
                                        <p:strVal val="visible"/>
                                      </p:to>
                                    </p:set>
                                    <p:anim calcmode="lin" valueType="num">
                                      <p:cBhvr>
                                        <p:cTn id="21" dur="300" fill="hold"/>
                                        <p:tgtEl>
                                          <p:spTgt spid="47"/>
                                        </p:tgtEl>
                                        <p:attrNameLst>
                                          <p:attrName>ppt_w</p:attrName>
                                        </p:attrNameLst>
                                      </p:cBhvr>
                                      <p:tavLst>
                                        <p:tav tm="0">
                                          <p:val>
                                            <p:fltVal val="0"/>
                                          </p:val>
                                        </p:tav>
                                        <p:tav tm="100000">
                                          <p:val>
                                            <p:strVal val="#ppt_w"/>
                                          </p:val>
                                        </p:tav>
                                      </p:tavLst>
                                    </p:anim>
                                    <p:anim calcmode="lin" valueType="num">
                                      <p:cBhvr>
                                        <p:cTn id="22" dur="300" fill="hold"/>
                                        <p:tgtEl>
                                          <p:spTgt spid="47"/>
                                        </p:tgtEl>
                                        <p:attrNameLst>
                                          <p:attrName>ppt_h</p:attrName>
                                        </p:attrNameLst>
                                      </p:cBhvr>
                                      <p:tavLst>
                                        <p:tav tm="0">
                                          <p:val>
                                            <p:fltVal val="0"/>
                                          </p:val>
                                        </p:tav>
                                        <p:tav tm="100000">
                                          <p:val>
                                            <p:strVal val="#ppt_h"/>
                                          </p:val>
                                        </p:tav>
                                      </p:tavLst>
                                    </p:anim>
                                    <p:animEffect transition="in" filter="fade">
                                      <p:cBhvr>
                                        <p:cTn id="23" dur="300"/>
                                        <p:tgtEl>
                                          <p:spTgt spid="47"/>
                                        </p:tgtEl>
                                      </p:cBhvr>
                                    </p:animEffect>
                                  </p:childTnLst>
                                </p:cTn>
                              </p:par>
                              <p:par>
                                <p:cTn id="24" presetID="6" presetClass="emph" presetSubtype="0" autoRev="1" fill="hold" grpId="1" nodeType="withEffect">
                                  <p:stCondLst>
                                    <p:cond delay="900"/>
                                  </p:stCondLst>
                                  <p:childTnLst>
                                    <p:animScale>
                                      <p:cBhvr>
                                        <p:cTn id="25" dur="150" fill="hold"/>
                                        <p:tgtEl>
                                          <p:spTgt spid="47"/>
                                        </p:tgtEl>
                                      </p:cBhvr>
                                      <p:by x="110000" y="110000"/>
                                    </p:animScale>
                                  </p:childTnLst>
                                </p:cTn>
                              </p:par>
                              <p:par>
                                <p:cTn id="26" presetID="53" presetClass="entr" presetSubtype="16" fill="hold" grpId="0" nodeType="withEffect">
                                  <p:stCondLst>
                                    <p:cond delay="900"/>
                                  </p:stCondLst>
                                  <p:childTnLst>
                                    <p:set>
                                      <p:cBhvr>
                                        <p:cTn id="27" dur="1" fill="hold">
                                          <p:stCondLst>
                                            <p:cond delay="0"/>
                                          </p:stCondLst>
                                        </p:cTn>
                                        <p:tgtEl>
                                          <p:spTgt spid="46"/>
                                        </p:tgtEl>
                                        <p:attrNameLst>
                                          <p:attrName>style.visibility</p:attrName>
                                        </p:attrNameLst>
                                      </p:cBhvr>
                                      <p:to>
                                        <p:strVal val="visible"/>
                                      </p:to>
                                    </p:set>
                                    <p:anim calcmode="lin" valueType="num">
                                      <p:cBhvr>
                                        <p:cTn id="28" dur="300" fill="hold"/>
                                        <p:tgtEl>
                                          <p:spTgt spid="46"/>
                                        </p:tgtEl>
                                        <p:attrNameLst>
                                          <p:attrName>ppt_w</p:attrName>
                                        </p:attrNameLst>
                                      </p:cBhvr>
                                      <p:tavLst>
                                        <p:tav tm="0">
                                          <p:val>
                                            <p:fltVal val="0"/>
                                          </p:val>
                                        </p:tav>
                                        <p:tav tm="100000">
                                          <p:val>
                                            <p:strVal val="#ppt_w"/>
                                          </p:val>
                                        </p:tav>
                                      </p:tavLst>
                                    </p:anim>
                                    <p:anim calcmode="lin" valueType="num">
                                      <p:cBhvr>
                                        <p:cTn id="29" dur="300" fill="hold"/>
                                        <p:tgtEl>
                                          <p:spTgt spid="46"/>
                                        </p:tgtEl>
                                        <p:attrNameLst>
                                          <p:attrName>ppt_h</p:attrName>
                                        </p:attrNameLst>
                                      </p:cBhvr>
                                      <p:tavLst>
                                        <p:tav tm="0">
                                          <p:val>
                                            <p:fltVal val="0"/>
                                          </p:val>
                                        </p:tav>
                                        <p:tav tm="100000">
                                          <p:val>
                                            <p:strVal val="#ppt_h"/>
                                          </p:val>
                                        </p:tav>
                                      </p:tavLst>
                                    </p:anim>
                                    <p:animEffect transition="in" filter="fade">
                                      <p:cBhvr>
                                        <p:cTn id="30" dur="300"/>
                                        <p:tgtEl>
                                          <p:spTgt spid="46"/>
                                        </p:tgtEl>
                                      </p:cBhvr>
                                    </p:animEffect>
                                  </p:childTnLst>
                                </p:cTn>
                              </p:par>
                              <p:par>
                                <p:cTn id="31" presetID="6" presetClass="emph" presetSubtype="0" autoRev="1" fill="hold" grpId="1" nodeType="withEffect">
                                  <p:stCondLst>
                                    <p:cond delay="1200"/>
                                  </p:stCondLst>
                                  <p:childTnLst>
                                    <p:animScale>
                                      <p:cBhvr>
                                        <p:cTn id="32" dur="150" fill="hold"/>
                                        <p:tgtEl>
                                          <p:spTgt spid="46"/>
                                        </p:tgtEl>
                                      </p:cBhvr>
                                      <p:by x="110000" y="110000"/>
                                    </p:animScale>
                                  </p:childTnLst>
                                </p:cTn>
                              </p:par>
                              <p:par>
                                <p:cTn id="33" presetID="53" presetClass="entr" presetSubtype="16" fill="hold" grpId="0" nodeType="withEffect">
                                  <p:stCondLst>
                                    <p:cond delay="500"/>
                                  </p:stCondLst>
                                  <p:childTnLst>
                                    <p:set>
                                      <p:cBhvr>
                                        <p:cTn id="34" dur="1" fill="hold">
                                          <p:stCondLst>
                                            <p:cond delay="0"/>
                                          </p:stCondLst>
                                        </p:cTn>
                                        <p:tgtEl>
                                          <p:spTgt spid="50"/>
                                        </p:tgtEl>
                                        <p:attrNameLst>
                                          <p:attrName>style.visibility</p:attrName>
                                        </p:attrNameLst>
                                      </p:cBhvr>
                                      <p:to>
                                        <p:strVal val="visible"/>
                                      </p:to>
                                    </p:set>
                                    <p:anim calcmode="lin" valueType="num">
                                      <p:cBhvr>
                                        <p:cTn id="35" dur="300" fill="hold"/>
                                        <p:tgtEl>
                                          <p:spTgt spid="50"/>
                                        </p:tgtEl>
                                        <p:attrNameLst>
                                          <p:attrName>ppt_w</p:attrName>
                                        </p:attrNameLst>
                                      </p:cBhvr>
                                      <p:tavLst>
                                        <p:tav tm="0">
                                          <p:val>
                                            <p:fltVal val="0"/>
                                          </p:val>
                                        </p:tav>
                                        <p:tav tm="100000">
                                          <p:val>
                                            <p:strVal val="#ppt_w"/>
                                          </p:val>
                                        </p:tav>
                                      </p:tavLst>
                                    </p:anim>
                                    <p:anim calcmode="lin" valueType="num">
                                      <p:cBhvr>
                                        <p:cTn id="36" dur="300" fill="hold"/>
                                        <p:tgtEl>
                                          <p:spTgt spid="50"/>
                                        </p:tgtEl>
                                        <p:attrNameLst>
                                          <p:attrName>ppt_h</p:attrName>
                                        </p:attrNameLst>
                                      </p:cBhvr>
                                      <p:tavLst>
                                        <p:tav tm="0">
                                          <p:val>
                                            <p:fltVal val="0"/>
                                          </p:val>
                                        </p:tav>
                                        <p:tav tm="100000">
                                          <p:val>
                                            <p:strVal val="#ppt_h"/>
                                          </p:val>
                                        </p:tav>
                                      </p:tavLst>
                                    </p:anim>
                                    <p:animEffect transition="in" filter="fade">
                                      <p:cBhvr>
                                        <p:cTn id="37" dur="300"/>
                                        <p:tgtEl>
                                          <p:spTgt spid="50"/>
                                        </p:tgtEl>
                                      </p:cBhvr>
                                    </p:animEffect>
                                  </p:childTnLst>
                                </p:cTn>
                              </p:par>
                              <p:par>
                                <p:cTn id="38" presetID="22" presetClass="entr" presetSubtype="8" fill="hold" grpId="0" nodeType="withEffect">
                                  <p:stCondLst>
                                    <p:cond delay="500"/>
                                  </p:stCondLst>
                                  <p:childTnLst>
                                    <p:set>
                                      <p:cBhvr>
                                        <p:cTn id="39" dur="1" fill="hold">
                                          <p:stCondLst>
                                            <p:cond delay="0"/>
                                          </p:stCondLst>
                                        </p:cTn>
                                        <p:tgtEl>
                                          <p:spTgt spid="51"/>
                                        </p:tgtEl>
                                        <p:attrNameLst>
                                          <p:attrName>style.visibility</p:attrName>
                                        </p:attrNameLst>
                                      </p:cBhvr>
                                      <p:to>
                                        <p:strVal val="visible"/>
                                      </p:to>
                                    </p:set>
                                    <p:animEffect transition="in" filter="wipe(left)">
                                      <p:cBhvr>
                                        <p:cTn id="40" dur="500"/>
                                        <p:tgtEl>
                                          <p:spTgt spid="51"/>
                                        </p:tgtEl>
                                      </p:cBhvr>
                                    </p:animEffect>
                                  </p:childTnLst>
                                </p:cTn>
                              </p:par>
                              <p:par>
                                <p:cTn id="41" presetID="6" presetClass="emph" presetSubtype="0" autoRev="1" fill="hold" grpId="1" nodeType="withEffect">
                                  <p:stCondLst>
                                    <p:cond delay="800"/>
                                  </p:stCondLst>
                                  <p:childTnLst>
                                    <p:animScale>
                                      <p:cBhvr>
                                        <p:cTn id="42" dur="150" fill="hold"/>
                                        <p:tgtEl>
                                          <p:spTgt spid="5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6" grpId="1" animBg="1"/>
      <p:bldP spid="47" grpId="0" animBg="1"/>
      <p:bldP spid="47" grpId="1" animBg="1"/>
      <p:bldP spid="48" grpId="0" animBg="1"/>
      <p:bldP spid="48" grpId="1" animBg="1"/>
      <p:bldP spid="49" grpId="0" animBg="1"/>
      <p:bldP spid="49" grpId="1" animBg="1"/>
      <p:bldP spid="50" grpId="0"/>
      <p:bldP spid="50" grpId="1"/>
      <p:bldP spid="5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7"/>
          <p:cNvSpPr>
            <a:spLocks noChangeArrowheads="1"/>
          </p:cNvSpPr>
          <p:nvPr/>
        </p:nvSpPr>
        <p:spPr bwMode="auto">
          <a:xfrm>
            <a:off x="4905376" y="-808990"/>
            <a:ext cx="1892300" cy="1895475"/>
          </a:xfrm>
          <a:prstGeom prst="ellipse">
            <a:avLst/>
          </a:prstGeom>
          <a:solidFill>
            <a:srgbClr val="BAE36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Oval 8"/>
          <p:cNvSpPr>
            <a:spLocks noChangeArrowheads="1"/>
          </p:cNvSpPr>
          <p:nvPr/>
        </p:nvSpPr>
        <p:spPr bwMode="auto">
          <a:xfrm>
            <a:off x="6581776" y="46672"/>
            <a:ext cx="184150" cy="184150"/>
          </a:xfrm>
          <a:prstGeom prst="ellipse">
            <a:avLst/>
          </a:prstGeom>
          <a:solidFill>
            <a:srgbClr val="6EAB1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Oval 9"/>
          <p:cNvSpPr>
            <a:spLocks noChangeArrowheads="1"/>
          </p:cNvSpPr>
          <p:nvPr/>
        </p:nvSpPr>
        <p:spPr bwMode="auto">
          <a:xfrm>
            <a:off x="4400550" y="680085"/>
            <a:ext cx="1276350" cy="1281113"/>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Oval 10"/>
          <p:cNvSpPr>
            <a:spLocks noChangeArrowheads="1"/>
          </p:cNvSpPr>
          <p:nvPr/>
        </p:nvSpPr>
        <p:spPr bwMode="auto">
          <a:xfrm>
            <a:off x="5816601" y="715010"/>
            <a:ext cx="781050" cy="781050"/>
          </a:xfrm>
          <a:prstGeom prst="ellipse">
            <a:avLst/>
          </a:prstGeom>
          <a:solidFill>
            <a:srgbClr val="ED9B38">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Oval 11"/>
          <p:cNvSpPr>
            <a:spLocks noChangeArrowheads="1"/>
          </p:cNvSpPr>
          <p:nvPr/>
        </p:nvSpPr>
        <p:spPr bwMode="auto">
          <a:xfrm>
            <a:off x="6819901" y="157798"/>
            <a:ext cx="381000" cy="377825"/>
          </a:xfrm>
          <a:prstGeom prst="ellipse">
            <a:avLst/>
          </a:prstGeom>
          <a:solidFill>
            <a:srgbClr val="F5EA9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Oval 12"/>
          <p:cNvSpPr>
            <a:spLocks noChangeArrowheads="1"/>
          </p:cNvSpPr>
          <p:nvPr/>
        </p:nvSpPr>
        <p:spPr bwMode="auto">
          <a:xfrm>
            <a:off x="7337426" y="-986790"/>
            <a:ext cx="2003425" cy="2006600"/>
          </a:xfrm>
          <a:prstGeom prst="ellipse">
            <a:avLst/>
          </a:prstGeom>
          <a:solidFill>
            <a:srgbClr val="F4D50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Oval 13"/>
          <p:cNvSpPr>
            <a:spLocks noChangeArrowheads="1"/>
          </p:cNvSpPr>
          <p:nvPr/>
        </p:nvSpPr>
        <p:spPr bwMode="auto">
          <a:xfrm>
            <a:off x="6540501" y="641985"/>
            <a:ext cx="1790700" cy="1795463"/>
          </a:xfrm>
          <a:prstGeom prst="ellipse">
            <a:avLst/>
          </a:prstGeom>
          <a:solidFill>
            <a:srgbClr val="D8AEAF">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14"/>
          <p:cNvSpPr>
            <a:spLocks noChangeArrowheads="1"/>
          </p:cNvSpPr>
          <p:nvPr/>
        </p:nvSpPr>
        <p:spPr bwMode="auto">
          <a:xfrm>
            <a:off x="8001001" y="1799273"/>
            <a:ext cx="714375" cy="714375"/>
          </a:xfrm>
          <a:prstGeom prst="ellipse">
            <a:avLst/>
          </a:prstGeom>
          <a:solidFill>
            <a:srgbClr val="99CED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Oval 15"/>
          <p:cNvSpPr>
            <a:spLocks noChangeArrowheads="1"/>
          </p:cNvSpPr>
          <p:nvPr/>
        </p:nvSpPr>
        <p:spPr bwMode="auto">
          <a:xfrm>
            <a:off x="8391526" y="1076960"/>
            <a:ext cx="365125" cy="365125"/>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Oval 16"/>
          <p:cNvSpPr>
            <a:spLocks noChangeArrowheads="1"/>
          </p:cNvSpPr>
          <p:nvPr/>
        </p:nvSpPr>
        <p:spPr bwMode="auto">
          <a:xfrm>
            <a:off x="7204076" y="2389823"/>
            <a:ext cx="635000" cy="636588"/>
          </a:xfrm>
          <a:prstGeom prst="ellipse">
            <a:avLst/>
          </a:prstGeom>
          <a:solidFill>
            <a:srgbClr val="E78A4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Oval 17"/>
          <p:cNvSpPr>
            <a:spLocks noChangeArrowheads="1"/>
          </p:cNvSpPr>
          <p:nvPr/>
        </p:nvSpPr>
        <p:spPr bwMode="auto">
          <a:xfrm>
            <a:off x="6426201" y="2813685"/>
            <a:ext cx="1016000" cy="1017588"/>
          </a:xfrm>
          <a:prstGeom prst="ellipse">
            <a:avLst/>
          </a:prstGeom>
          <a:solidFill>
            <a:srgbClr val="A5CB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Oval 18"/>
          <p:cNvSpPr>
            <a:spLocks noChangeArrowheads="1"/>
          </p:cNvSpPr>
          <p:nvPr/>
        </p:nvSpPr>
        <p:spPr bwMode="auto">
          <a:xfrm>
            <a:off x="7712076" y="2405698"/>
            <a:ext cx="215900" cy="215900"/>
          </a:xfrm>
          <a:prstGeom prst="ellipse">
            <a:avLst/>
          </a:prstGeom>
          <a:solidFill>
            <a:srgbClr val="BDED6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Oval 19"/>
          <p:cNvSpPr>
            <a:spLocks noChangeArrowheads="1"/>
          </p:cNvSpPr>
          <p:nvPr/>
        </p:nvSpPr>
        <p:spPr bwMode="auto">
          <a:xfrm>
            <a:off x="6956426" y="2240598"/>
            <a:ext cx="215900" cy="215900"/>
          </a:xfrm>
          <a:prstGeom prst="ellipse">
            <a:avLst/>
          </a:prstGeom>
          <a:solidFill>
            <a:srgbClr val="BCED61">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Oval 20"/>
          <p:cNvSpPr>
            <a:spLocks noChangeArrowheads="1"/>
          </p:cNvSpPr>
          <p:nvPr/>
        </p:nvSpPr>
        <p:spPr bwMode="auto">
          <a:xfrm>
            <a:off x="6673851" y="2412048"/>
            <a:ext cx="377825" cy="379413"/>
          </a:xfrm>
          <a:prstGeom prst="ellipse">
            <a:avLst/>
          </a:prstGeom>
          <a:solidFill>
            <a:srgbClr val="CB99C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Oval 21"/>
          <p:cNvSpPr>
            <a:spLocks noChangeArrowheads="1"/>
          </p:cNvSpPr>
          <p:nvPr/>
        </p:nvSpPr>
        <p:spPr bwMode="auto">
          <a:xfrm>
            <a:off x="5870576" y="1843723"/>
            <a:ext cx="1009650" cy="1011238"/>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Oval 22"/>
          <p:cNvSpPr>
            <a:spLocks noChangeArrowheads="1"/>
          </p:cNvSpPr>
          <p:nvPr/>
        </p:nvSpPr>
        <p:spPr bwMode="auto">
          <a:xfrm>
            <a:off x="5400676" y="1562735"/>
            <a:ext cx="555625" cy="557213"/>
          </a:xfrm>
          <a:prstGeom prst="ellipse">
            <a:avLst/>
          </a:prstGeom>
          <a:solidFill>
            <a:srgbClr val="FBE22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Oval 23"/>
          <p:cNvSpPr>
            <a:spLocks noChangeArrowheads="1"/>
          </p:cNvSpPr>
          <p:nvPr/>
        </p:nvSpPr>
        <p:spPr bwMode="auto">
          <a:xfrm>
            <a:off x="5067301" y="2043748"/>
            <a:ext cx="514350" cy="514350"/>
          </a:xfrm>
          <a:prstGeom prst="ellipse">
            <a:avLst/>
          </a:prstGeom>
          <a:solidFill>
            <a:srgbClr val="8CDB27">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Oval 24"/>
          <p:cNvSpPr>
            <a:spLocks noChangeArrowheads="1"/>
          </p:cNvSpPr>
          <p:nvPr/>
        </p:nvSpPr>
        <p:spPr bwMode="auto">
          <a:xfrm>
            <a:off x="4714876" y="2240598"/>
            <a:ext cx="139700" cy="139700"/>
          </a:xfrm>
          <a:prstGeom prst="ellipse">
            <a:avLst/>
          </a:prstGeom>
          <a:solidFill>
            <a:srgbClr val="E9B915">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Oval 25"/>
          <p:cNvSpPr>
            <a:spLocks noChangeArrowheads="1"/>
          </p:cNvSpPr>
          <p:nvPr/>
        </p:nvSpPr>
        <p:spPr bwMode="auto">
          <a:xfrm>
            <a:off x="6086476" y="3566160"/>
            <a:ext cx="146050" cy="147638"/>
          </a:xfrm>
          <a:prstGeom prst="ellipse">
            <a:avLst/>
          </a:prstGeom>
          <a:solidFill>
            <a:srgbClr val="BCED60">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Oval 26"/>
          <p:cNvSpPr>
            <a:spLocks noChangeArrowheads="1"/>
          </p:cNvSpPr>
          <p:nvPr/>
        </p:nvSpPr>
        <p:spPr bwMode="auto">
          <a:xfrm>
            <a:off x="6080126" y="3986848"/>
            <a:ext cx="146050" cy="149225"/>
          </a:xfrm>
          <a:prstGeom prst="ellipse">
            <a:avLst/>
          </a:prstGeom>
          <a:solidFill>
            <a:srgbClr val="B03896">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Oval 27"/>
          <p:cNvSpPr>
            <a:spLocks noChangeArrowheads="1"/>
          </p:cNvSpPr>
          <p:nvPr/>
        </p:nvSpPr>
        <p:spPr bwMode="auto">
          <a:xfrm>
            <a:off x="6054726" y="4263073"/>
            <a:ext cx="241300" cy="241300"/>
          </a:xfrm>
          <a:prstGeom prst="ellipse">
            <a:avLst/>
          </a:prstGeom>
          <a:solidFill>
            <a:srgbClr val="F0CA6C">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Oval 28"/>
          <p:cNvSpPr>
            <a:spLocks noChangeArrowheads="1"/>
          </p:cNvSpPr>
          <p:nvPr/>
        </p:nvSpPr>
        <p:spPr bwMode="auto">
          <a:xfrm>
            <a:off x="5826126" y="4672648"/>
            <a:ext cx="104775" cy="106363"/>
          </a:xfrm>
          <a:prstGeom prst="ellipse">
            <a:avLst/>
          </a:prstGeom>
          <a:solidFill>
            <a:srgbClr val="F0CA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Oval 29"/>
          <p:cNvSpPr>
            <a:spLocks noChangeArrowheads="1"/>
          </p:cNvSpPr>
          <p:nvPr/>
        </p:nvSpPr>
        <p:spPr bwMode="auto">
          <a:xfrm>
            <a:off x="6022976" y="5039360"/>
            <a:ext cx="146050" cy="146050"/>
          </a:xfrm>
          <a:prstGeom prst="ellipse">
            <a:avLst/>
          </a:prstGeom>
          <a:solidFill>
            <a:srgbClr val="7BBFA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Oval 30"/>
          <p:cNvSpPr>
            <a:spLocks noChangeArrowheads="1"/>
          </p:cNvSpPr>
          <p:nvPr/>
        </p:nvSpPr>
        <p:spPr bwMode="auto">
          <a:xfrm>
            <a:off x="6019801" y="4672648"/>
            <a:ext cx="263525" cy="261938"/>
          </a:xfrm>
          <a:prstGeom prst="ellipse">
            <a:avLst/>
          </a:prstGeom>
          <a:solidFill>
            <a:srgbClr val="EB454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Oval 31"/>
          <p:cNvSpPr>
            <a:spLocks noChangeArrowheads="1"/>
          </p:cNvSpPr>
          <p:nvPr/>
        </p:nvSpPr>
        <p:spPr bwMode="auto">
          <a:xfrm>
            <a:off x="5946776" y="4861560"/>
            <a:ext cx="149225" cy="149225"/>
          </a:xfrm>
          <a:prstGeom prst="ellipse">
            <a:avLst/>
          </a:prstGeom>
          <a:solidFill>
            <a:srgbClr val="8DC65B">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4" name="Oval 32"/>
          <p:cNvSpPr>
            <a:spLocks noChangeArrowheads="1"/>
          </p:cNvSpPr>
          <p:nvPr/>
        </p:nvSpPr>
        <p:spPr bwMode="auto">
          <a:xfrm>
            <a:off x="5842001" y="4339273"/>
            <a:ext cx="333375" cy="333375"/>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5" name="Oval 33"/>
          <p:cNvSpPr>
            <a:spLocks noChangeArrowheads="1"/>
          </p:cNvSpPr>
          <p:nvPr/>
        </p:nvSpPr>
        <p:spPr bwMode="auto">
          <a:xfrm>
            <a:off x="5911851" y="1656398"/>
            <a:ext cx="463550" cy="463550"/>
          </a:xfrm>
          <a:prstGeom prst="ellipse">
            <a:avLst/>
          </a:prstGeom>
          <a:solidFill>
            <a:srgbClr val="B9DBDD">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7" name="Oval 34"/>
          <p:cNvSpPr>
            <a:spLocks noChangeArrowheads="1"/>
          </p:cNvSpPr>
          <p:nvPr/>
        </p:nvSpPr>
        <p:spPr bwMode="auto">
          <a:xfrm>
            <a:off x="6188076" y="3547110"/>
            <a:ext cx="622300" cy="623888"/>
          </a:xfrm>
          <a:prstGeom prst="ellipse">
            <a:avLst/>
          </a:prstGeom>
          <a:solidFill>
            <a:srgbClr val="98D2E3">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8" name="Oval 35"/>
          <p:cNvSpPr>
            <a:spLocks noChangeArrowheads="1"/>
          </p:cNvSpPr>
          <p:nvPr/>
        </p:nvSpPr>
        <p:spPr bwMode="auto">
          <a:xfrm>
            <a:off x="5702301" y="3413760"/>
            <a:ext cx="422275" cy="420688"/>
          </a:xfrm>
          <a:prstGeom prst="ellipse">
            <a:avLst/>
          </a:prstGeom>
          <a:solidFill>
            <a:srgbClr val="E27902">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9" name="Oval 36"/>
          <p:cNvSpPr>
            <a:spLocks noChangeArrowheads="1"/>
          </p:cNvSpPr>
          <p:nvPr/>
        </p:nvSpPr>
        <p:spPr bwMode="auto">
          <a:xfrm>
            <a:off x="5435601" y="3732848"/>
            <a:ext cx="574675" cy="571500"/>
          </a:xfrm>
          <a:prstGeom prst="ellipse">
            <a:avLst/>
          </a:prstGeom>
          <a:solidFill>
            <a:srgbClr val="A9D25A">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30" name="Oval 37"/>
          <p:cNvSpPr>
            <a:spLocks noChangeArrowheads="1"/>
          </p:cNvSpPr>
          <p:nvPr/>
        </p:nvSpPr>
        <p:spPr bwMode="auto">
          <a:xfrm>
            <a:off x="5019676" y="2364423"/>
            <a:ext cx="1066800" cy="1068388"/>
          </a:xfrm>
          <a:prstGeom prst="ellipse">
            <a:avLst/>
          </a:prstGeom>
          <a:solidFill>
            <a:srgbClr val="EA5514">
              <a:alpha val="80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31" name="Rectangle 38"/>
          <p:cNvSpPr>
            <a:spLocks noChangeArrowheads="1"/>
          </p:cNvSpPr>
          <p:nvPr/>
        </p:nvSpPr>
        <p:spPr bwMode="auto">
          <a:xfrm>
            <a:off x="887592" y="1969453"/>
            <a:ext cx="364522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9600" b="0" i="0" u="none" strike="noStrike" cap="none" normalizeH="0" baseline="0" dirty="0">
                <a:ln>
                  <a:noFill/>
                </a:ln>
                <a:solidFill>
                  <a:srgbClr val="EA5514"/>
                </a:solidFill>
                <a:effectLst/>
                <a:latin typeface="Impact" pitchFamily="34" charset="0"/>
                <a:ea typeface="宋体" pitchFamily="2" charset="-122"/>
                <a:cs typeface="宋体" pitchFamily="2" charset="-122"/>
              </a:rPr>
              <a:t>Thanks</a:t>
            </a:r>
            <a:endParaRPr kumimoji="0" lang="zh-CN" altLang="zh-CN"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cxnSp>
        <p:nvCxnSpPr>
          <p:cNvPr id="1032" name="直接连接符 1031"/>
          <p:cNvCxnSpPr/>
          <p:nvPr/>
        </p:nvCxnSpPr>
        <p:spPr>
          <a:xfrm>
            <a:off x="395536" y="3291036"/>
            <a:ext cx="4624140" cy="0"/>
          </a:xfrm>
          <a:prstGeom prst="line">
            <a:avLst/>
          </a:prstGeom>
          <a:ln w="9525"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1" name="圆角矩形 40"/>
          <p:cNvSpPr/>
          <p:nvPr/>
        </p:nvSpPr>
        <p:spPr>
          <a:xfrm>
            <a:off x="2600310" y="3395867"/>
            <a:ext cx="975535" cy="257572"/>
          </a:xfrm>
          <a:prstGeom prst="roundRect">
            <a:avLst>
              <a:gd name="adj" fmla="val 50000"/>
            </a:avLst>
          </a:prstGeom>
          <a:solidFill>
            <a:srgbClr val="EA55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a:latin typeface="微软雅黑" panose="020B0503020204020204" pitchFamily="34" charset="-122"/>
                <a:ea typeface="微软雅黑" panose="020B0503020204020204" pitchFamily="34" charset="-122"/>
              </a:rPr>
              <a:t>G08</a:t>
            </a:r>
            <a:endParaRPr lang="zh-CN" altLang="en-US" sz="1050" dirty="0">
              <a:latin typeface="微软雅黑" panose="020B0503020204020204" pitchFamily="34" charset="-122"/>
              <a:ea typeface="微软雅黑" panose="020B0503020204020204" pitchFamily="34" charset="-122"/>
            </a:endParaRPr>
          </a:p>
        </p:txBody>
      </p:sp>
      <p:sp>
        <p:nvSpPr>
          <p:cNvPr id="42" name="圆角矩形 41"/>
          <p:cNvSpPr/>
          <p:nvPr/>
        </p:nvSpPr>
        <p:spPr>
          <a:xfrm>
            <a:off x="3759384" y="3395867"/>
            <a:ext cx="975535" cy="257572"/>
          </a:xfrm>
          <a:prstGeom prst="roundRect">
            <a:avLst>
              <a:gd name="adj" fmla="val 50000"/>
            </a:avLst>
          </a:prstGeom>
          <a:noFill/>
          <a:ln w="6350">
            <a:solidFill>
              <a:srgbClr val="EA55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dirty="0">
                <a:solidFill>
                  <a:srgbClr val="EA5514"/>
                </a:solidFill>
                <a:latin typeface="微软雅黑" panose="020B0503020204020204" pitchFamily="34" charset="-122"/>
                <a:ea typeface="微软雅黑" panose="020B0503020204020204" pitchFamily="34" charset="-122"/>
              </a:rPr>
              <a:t>2020.10.17</a:t>
            </a:r>
            <a:endParaRPr lang="zh-CN" altLang="en-US" sz="1050" dirty="0">
              <a:solidFill>
                <a:srgbClr val="EA5514"/>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3810503"/>
      </p:ext>
    </p:extLst>
  </p:cSld>
  <p:clrMapOvr>
    <a:masterClrMapping/>
  </p:clrMapOvr>
  <p:transition spd="slow">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par>
                                    <p:cTn id="10" presetID="6" presetClass="emph" presetSubtype="0" autoRev="1" fill="hold" grpId="1" nodeType="withEffect">
                                      <p:stCondLst>
                                        <p:cond delay="500"/>
                                      </p:stCondLst>
                                      <p:childTnLst>
                                        <p:animScale>
                                          <p:cBhvr>
                                            <p:cTn id="11" dur="150" fill="hold"/>
                                            <p:tgtEl>
                                              <p:spTgt spid="7"/>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300" fill="hold"/>
                                            <p:tgtEl>
                                              <p:spTgt spid="8"/>
                                            </p:tgtEl>
                                            <p:attrNameLst>
                                              <p:attrName>ppt_w</p:attrName>
                                            </p:attrNameLst>
                                          </p:cBhvr>
                                          <p:tavLst>
                                            <p:tav tm="0">
                                              <p:val>
                                                <p:fltVal val="0"/>
                                              </p:val>
                                            </p:tav>
                                            <p:tav tm="100000">
                                              <p:val>
                                                <p:strVal val="#ppt_w"/>
                                              </p:val>
                                            </p:tav>
                                          </p:tavLst>
                                        </p:anim>
                                        <p:anim calcmode="lin" valueType="num">
                                          <p:cBhvr>
                                            <p:cTn id="15" dur="300" fill="hold"/>
                                            <p:tgtEl>
                                              <p:spTgt spid="8"/>
                                            </p:tgtEl>
                                            <p:attrNameLst>
                                              <p:attrName>ppt_h</p:attrName>
                                            </p:attrNameLst>
                                          </p:cBhvr>
                                          <p:tavLst>
                                            <p:tav tm="0">
                                              <p:val>
                                                <p:fltVal val="0"/>
                                              </p:val>
                                            </p:tav>
                                            <p:tav tm="100000">
                                              <p:val>
                                                <p:strVal val="#ppt_h"/>
                                              </p:val>
                                            </p:tav>
                                          </p:tavLst>
                                        </p:anim>
                                        <p:animEffect transition="in" filter="fade">
                                          <p:cBhvr>
                                            <p:cTn id="16" dur="300"/>
                                            <p:tgtEl>
                                              <p:spTgt spid="8"/>
                                            </p:tgtEl>
                                          </p:cBhvr>
                                        </p:animEffect>
                                      </p:childTnLst>
                                    </p:cTn>
                                  </p:par>
                                  <p:par>
                                    <p:cTn id="17" presetID="6" presetClass="emph" presetSubtype="0" autoRev="1" fill="hold" grpId="1" nodeType="withEffect">
                                      <p:stCondLst>
                                        <p:cond delay="300"/>
                                      </p:stCondLst>
                                      <p:childTnLst>
                                        <p:animScale>
                                          <p:cBhvr>
                                            <p:cTn id="18" dur="150" fill="hold"/>
                                            <p:tgtEl>
                                              <p:spTgt spid="8"/>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300" fill="hold"/>
                                            <p:tgtEl>
                                              <p:spTgt spid="11"/>
                                            </p:tgtEl>
                                            <p:attrNameLst>
                                              <p:attrName>ppt_w</p:attrName>
                                            </p:attrNameLst>
                                          </p:cBhvr>
                                          <p:tavLst>
                                            <p:tav tm="0">
                                              <p:val>
                                                <p:fltVal val="0"/>
                                              </p:val>
                                            </p:tav>
                                            <p:tav tm="100000">
                                              <p:val>
                                                <p:strVal val="#ppt_w"/>
                                              </p:val>
                                            </p:tav>
                                          </p:tavLst>
                                        </p:anim>
                                        <p:anim calcmode="lin" valueType="num">
                                          <p:cBhvr>
                                            <p:cTn id="22" dur="300" fill="hold"/>
                                            <p:tgtEl>
                                              <p:spTgt spid="11"/>
                                            </p:tgtEl>
                                            <p:attrNameLst>
                                              <p:attrName>ppt_h</p:attrName>
                                            </p:attrNameLst>
                                          </p:cBhvr>
                                          <p:tavLst>
                                            <p:tav tm="0">
                                              <p:val>
                                                <p:fltVal val="0"/>
                                              </p:val>
                                            </p:tav>
                                            <p:tav tm="100000">
                                              <p:val>
                                                <p:strVal val="#ppt_h"/>
                                              </p:val>
                                            </p:tav>
                                          </p:tavLst>
                                        </p:anim>
                                        <p:animEffect transition="in" filter="fade">
                                          <p:cBhvr>
                                            <p:cTn id="23" dur="300"/>
                                            <p:tgtEl>
                                              <p:spTgt spid="11"/>
                                            </p:tgtEl>
                                          </p:cBhvr>
                                        </p:animEffect>
                                      </p:childTnLst>
                                    </p:cTn>
                                  </p:par>
                                  <p:par>
                                    <p:cTn id="24" presetID="6" presetClass="emph" presetSubtype="0" autoRev="1" fill="hold" grpId="1" nodeType="withEffect">
                                      <p:stCondLst>
                                        <p:cond delay="300"/>
                                      </p:stCondLst>
                                      <p:childTnLst>
                                        <p:animScale>
                                          <p:cBhvr>
                                            <p:cTn id="25" dur="150" fill="hold"/>
                                            <p:tgtEl>
                                              <p:spTgt spid="11"/>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anim calcmode="lin" valueType="num">
                                          <p:cBhvr>
                                            <p:cTn id="28" dur="300" fill="hold"/>
                                            <p:tgtEl>
                                              <p:spTgt spid="12"/>
                                            </p:tgtEl>
                                            <p:attrNameLst>
                                              <p:attrName>ppt_w</p:attrName>
                                            </p:attrNameLst>
                                          </p:cBhvr>
                                          <p:tavLst>
                                            <p:tav tm="0">
                                              <p:val>
                                                <p:fltVal val="0"/>
                                              </p:val>
                                            </p:tav>
                                            <p:tav tm="100000">
                                              <p:val>
                                                <p:strVal val="#ppt_w"/>
                                              </p:val>
                                            </p:tav>
                                          </p:tavLst>
                                        </p:anim>
                                        <p:anim calcmode="lin" valueType="num">
                                          <p:cBhvr>
                                            <p:cTn id="29" dur="300" fill="hold"/>
                                            <p:tgtEl>
                                              <p:spTgt spid="12"/>
                                            </p:tgtEl>
                                            <p:attrNameLst>
                                              <p:attrName>ppt_h</p:attrName>
                                            </p:attrNameLst>
                                          </p:cBhvr>
                                          <p:tavLst>
                                            <p:tav tm="0">
                                              <p:val>
                                                <p:fltVal val="0"/>
                                              </p:val>
                                            </p:tav>
                                            <p:tav tm="100000">
                                              <p:val>
                                                <p:strVal val="#ppt_h"/>
                                              </p:val>
                                            </p:tav>
                                          </p:tavLst>
                                        </p:anim>
                                        <p:animEffect transition="in" filter="fade">
                                          <p:cBhvr>
                                            <p:cTn id="30" dur="300"/>
                                            <p:tgtEl>
                                              <p:spTgt spid="12"/>
                                            </p:tgtEl>
                                          </p:cBhvr>
                                        </p:animEffect>
                                      </p:childTnLst>
                                    </p:cTn>
                                  </p:par>
                                  <p:par>
                                    <p:cTn id="31" presetID="6" presetClass="emph" presetSubtype="0" autoRev="1" fill="hold" grpId="1" nodeType="withEffect">
                                      <p:stCondLst>
                                        <p:cond delay="800"/>
                                      </p:stCondLst>
                                      <p:childTnLst>
                                        <p:animScale>
                                          <p:cBhvr>
                                            <p:cTn id="32" dur="150" fill="hold"/>
                                            <p:tgtEl>
                                              <p:spTgt spid="12"/>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3"/>
                                            </p:tgtEl>
                                            <p:attrNameLst>
                                              <p:attrName>style.visibility</p:attrName>
                                            </p:attrNameLst>
                                          </p:cBhvr>
                                          <p:to>
                                            <p:strVal val="visible"/>
                                          </p:to>
                                        </p:set>
                                        <p:anim calcmode="lin" valueType="num">
                                          <p:cBhvr>
                                            <p:cTn id="35" dur="300" fill="hold"/>
                                            <p:tgtEl>
                                              <p:spTgt spid="13"/>
                                            </p:tgtEl>
                                            <p:attrNameLst>
                                              <p:attrName>ppt_w</p:attrName>
                                            </p:attrNameLst>
                                          </p:cBhvr>
                                          <p:tavLst>
                                            <p:tav tm="0">
                                              <p:val>
                                                <p:fltVal val="0"/>
                                              </p:val>
                                            </p:tav>
                                            <p:tav tm="100000">
                                              <p:val>
                                                <p:strVal val="#ppt_w"/>
                                              </p:val>
                                            </p:tav>
                                          </p:tavLst>
                                        </p:anim>
                                        <p:anim calcmode="lin" valueType="num">
                                          <p:cBhvr>
                                            <p:cTn id="36" dur="300" fill="hold"/>
                                            <p:tgtEl>
                                              <p:spTgt spid="13"/>
                                            </p:tgtEl>
                                            <p:attrNameLst>
                                              <p:attrName>ppt_h</p:attrName>
                                            </p:attrNameLst>
                                          </p:cBhvr>
                                          <p:tavLst>
                                            <p:tav tm="0">
                                              <p:val>
                                                <p:fltVal val="0"/>
                                              </p:val>
                                            </p:tav>
                                            <p:tav tm="100000">
                                              <p:val>
                                                <p:strVal val="#ppt_h"/>
                                              </p:val>
                                            </p:tav>
                                          </p:tavLst>
                                        </p:anim>
                                        <p:animEffect transition="in" filter="fade">
                                          <p:cBhvr>
                                            <p:cTn id="37" dur="300"/>
                                            <p:tgtEl>
                                              <p:spTgt spid="13"/>
                                            </p:tgtEl>
                                          </p:cBhvr>
                                        </p:animEffect>
                                      </p:childTnLst>
                                    </p:cTn>
                                  </p:par>
                                  <p:par>
                                    <p:cTn id="38" presetID="6" presetClass="emph" presetSubtype="0" autoRev="1" fill="hold" grpId="1" nodeType="withEffect">
                                      <p:stCondLst>
                                        <p:cond delay="600"/>
                                      </p:stCondLst>
                                      <p:childTnLst>
                                        <p:animScale>
                                          <p:cBhvr>
                                            <p:cTn id="39" dur="150" fill="hold"/>
                                            <p:tgtEl>
                                              <p:spTgt spid="13"/>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10"/>
                                            </p:tgtEl>
                                            <p:attrNameLst>
                                              <p:attrName>style.visibility</p:attrName>
                                            </p:attrNameLst>
                                          </p:cBhvr>
                                          <p:to>
                                            <p:strVal val="visible"/>
                                          </p:to>
                                        </p:set>
                                        <p:anim calcmode="lin" valueType="num">
                                          <p:cBhvr>
                                            <p:cTn id="42" dur="300" fill="hold"/>
                                            <p:tgtEl>
                                              <p:spTgt spid="10"/>
                                            </p:tgtEl>
                                            <p:attrNameLst>
                                              <p:attrName>ppt_w</p:attrName>
                                            </p:attrNameLst>
                                          </p:cBhvr>
                                          <p:tavLst>
                                            <p:tav tm="0">
                                              <p:val>
                                                <p:fltVal val="0"/>
                                              </p:val>
                                            </p:tav>
                                            <p:tav tm="100000">
                                              <p:val>
                                                <p:strVal val="#ppt_w"/>
                                              </p:val>
                                            </p:tav>
                                          </p:tavLst>
                                        </p:anim>
                                        <p:anim calcmode="lin" valueType="num">
                                          <p:cBhvr>
                                            <p:cTn id="43" dur="300" fill="hold"/>
                                            <p:tgtEl>
                                              <p:spTgt spid="10"/>
                                            </p:tgtEl>
                                            <p:attrNameLst>
                                              <p:attrName>ppt_h</p:attrName>
                                            </p:attrNameLst>
                                          </p:cBhvr>
                                          <p:tavLst>
                                            <p:tav tm="0">
                                              <p:val>
                                                <p:fltVal val="0"/>
                                              </p:val>
                                            </p:tav>
                                            <p:tav tm="100000">
                                              <p:val>
                                                <p:strVal val="#ppt_h"/>
                                              </p:val>
                                            </p:tav>
                                          </p:tavLst>
                                        </p:anim>
                                        <p:animEffect transition="in" filter="fade">
                                          <p:cBhvr>
                                            <p:cTn id="44" dur="300"/>
                                            <p:tgtEl>
                                              <p:spTgt spid="10"/>
                                            </p:tgtEl>
                                          </p:cBhvr>
                                        </p:animEffect>
                                      </p:childTnLst>
                                    </p:cTn>
                                  </p:par>
                                  <p:par>
                                    <p:cTn id="45" presetID="6" presetClass="emph" presetSubtype="0" autoRev="1" fill="hold" grpId="1" nodeType="withEffect">
                                      <p:stCondLst>
                                        <p:cond delay="500"/>
                                      </p:stCondLst>
                                      <p:childTnLst>
                                        <p:animScale>
                                          <p:cBhvr>
                                            <p:cTn id="46" dur="150" fill="hold"/>
                                            <p:tgtEl>
                                              <p:spTgt spid="10"/>
                                            </p:tgtEl>
                                          </p:cBhvr>
                                          <p:by x="110000" y="110000"/>
                                        </p:animScale>
                                      </p:childTnLst>
                                    </p:cTn>
                                  </p:par>
                                  <p:par>
                                    <p:cTn id="47" presetID="53" presetClass="entr" presetSubtype="16"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300" fill="hold"/>
                                            <p:tgtEl>
                                              <p:spTgt spid="9"/>
                                            </p:tgtEl>
                                            <p:attrNameLst>
                                              <p:attrName>ppt_w</p:attrName>
                                            </p:attrNameLst>
                                          </p:cBhvr>
                                          <p:tavLst>
                                            <p:tav tm="0">
                                              <p:val>
                                                <p:fltVal val="0"/>
                                              </p:val>
                                            </p:tav>
                                            <p:tav tm="100000">
                                              <p:val>
                                                <p:strVal val="#ppt_w"/>
                                              </p:val>
                                            </p:tav>
                                          </p:tavLst>
                                        </p:anim>
                                        <p:anim calcmode="lin" valueType="num">
                                          <p:cBhvr>
                                            <p:cTn id="50" dur="300" fill="hold"/>
                                            <p:tgtEl>
                                              <p:spTgt spid="9"/>
                                            </p:tgtEl>
                                            <p:attrNameLst>
                                              <p:attrName>ppt_h</p:attrName>
                                            </p:attrNameLst>
                                          </p:cBhvr>
                                          <p:tavLst>
                                            <p:tav tm="0">
                                              <p:val>
                                                <p:fltVal val="0"/>
                                              </p:val>
                                            </p:tav>
                                            <p:tav tm="100000">
                                              <p:val>
                                                <p:strVal val="#ppt_h"/>
                                              </p:val>
                                            </p:tav>
                                          </p:tavLst>
                                        </p:anim>
                                        <p:animEffect transition="in" filter="fade">
                                          <p:cBhvr>
                                            <p:cTn id="51" dur="300"/>
                                            <p:tgtEl>
                                              <p:spTgt spid="9"/>
                                            </p:tgtEl>
                                          </p:cBhvr>
                                        </p:animEffect>
                                      </p:childTnLst>
                                    </p:cTn>
                                  </p:par>
                                  <p:par>
                                    <p:cTn id="52" presetID="6" presetClass="emph" presetSubtype="0" autoRev="1" fill="hold" grpId="1" nodeType="withEffect">
                                      <p:stCondLst>
                                        <p:cond delay="300"/>
                                      </p:stCondLst>
                                      <p:childTnLst>
                                        <p:animScale>
                                          <p:cBhvr>
                                            <p:cTn id="53" dur="150" fill="hold"/>
                                            <p:tgtEl>
                                              <p:spTgt spid="9"/>
                                            </p:tgtEl>
                                          </p:cBhvr>
                                          <p:by x="110000" y="110000"/>
                                        </p:animScale>
                                      </p:childTnLst>
                                    </p:cTn>
                                  </p:par>
                                  <p:par>
                                    <p:cTn id="54" presetID="53" presetClass="entr" presetSubtype="16" fill="hold" grpId="0" nodeType="withEffect">
                                      <p:stCondLst>
                                        <p:cond delay="200"/>
                                      </p:stCondLst>
                                      <p:childTnLst>
                                        <p:set>
                                          <p:cBhvr>
                                            <p:cTn id="55" dur="1" fill="hold">
                                              <p:stCondLst>
                                                <p:cond delay="0"/>
                                              </p:stCondLst>
                                            </p:cTn>
                                            <p:tgtEl>
                                              <p:spTgt spid="22"/>
                                            </p:tgtEl>
                                            <p:attrNameLst>
                                              <p:attrName>style.visibility</p:attrName>
                                            </p:attrNameLst>
                                          </p:cBhvr>
                                          <p:to>
                                            <p:strVal val="visible"/>
                                          </p:to>
                                        </p:set>
                                        <p:anim calcmode="lin" valueType="num">
                                          <p:cBhvr>
                                            <p:cTn id="56" dur="300" fill="hold"/>
                                            <p:tgtEl>
                                              <p:spTgt spid="22"/>
                                            </p:tgtEl>
                                            <p:attrNameLst>
                                              <p:attrName>ppt_w</p:attrName>
                                            </p:attrNameLst>
                                          </p:cBhvr>
                                          <p:tavLst>
                                            <p:tav tm="0">
                                              <p:val>
                                                <p:fltVal val="0"/>
                                              </p:val>
                                            </p:tav>
                                            <p:tav tm="100000">
                                              <p:val>
                                                <p:strVal val="#ppt_w"/>
                                              </p:val>
                                            </p:tav>
                                          </p:tavLst>
                                        </p:anim>
                                        <p:anim calcmode="lin" valueType="num">
                                          <p:cBhvr>
                                            <p:cTn id="57" dur="300" fill="hold"/>
                                            <p:tgtEl>
                                              <p:spTgt spid="22"/>
                                            </p:tgtEl>
                                            <p:attrNameLst>
                                              <p:attrName>ppt_h</p:attrName>
                                            </p:attrNameLst>
                                          </p:cBhvr>
                                          <p:tavLst>
                                            <p:tav tm="0">
                                              <p:val>
                                                <p:fltVal val="0"/>
                                              </p:val>
                                            </p:tav>
                                            <p:tav tm="100000">
                                              <p:val>
                                                <p:strVal val="#ppt_h"/>
                                              </p:val>
                                            </p:tav>
                                          </p:tavLst>
                                        </p:anim>
                                        <p:animEffect transition="in" filter="fade">
                                          <p:cBhvr>
                                            <p:cTn id="58" dur="300"/>
                                            <p:tgtEl>
                                              <p:spTgt spid="22"/>
                                            </p:tgtEl>
                                          </p:cBhvr>
                                        </p:animEffect>
                                      </p:childTnLst>
                                    </p:cTn>
                                  </p:par>
                                  <p:par>
                                    <p:cTn id="59" presetID="6" presetClass="emph" presetSubtype="0" autoRev="1" fill="hold" grpId="1" nodeType="withEffect">
                                      <p:stCondLst>
                                        <p:cond delay="500"/>
                                      </p:stCondLst>
                                      <p:childTnLst>
                                        <p:animScale>
                                          <p:cBhvr>
                                            <p:cTn id="60" dur="150" fill="hold"/>
                                            <p:tgtEl>
                                              <p:spTgt spid="22"/>
                                            </p:tgtEl>
                                          </p:cBhvr>
                                          <p:by x="110000" y="110000"/>
                                        </p:animScale>
                                      </p:childTnLst>
                                    </p:cTn>
                                  </p:par>
                                  <p:par>
                                    <p:cTn id="61" presetID="53" presetClass="entr" presetSubtype="16" fill="hold" grpId="0" nodeType="withEffect">
                                      <p:stCondLst>
                                        <p:cond delay="400"/>
                                      </p:stCondLst>
                                      <p:childTnLst>
                                        <p:set>
                                          <p:cBhvr>
                                            <p:cTn id="62" dur="1" fill="hold">
                                              <p:stCondLst>
                                                <p:cond delay="0"/>
                                              </p:stCondLst>
                                            </p:cTn>
                                            <p:tgtEl>
                                              <p:spTgt spid="1025"/>
                                            </p:tgtEl>
                                            <p:attrNameLst>
                                              <p:attrName>style.visibility</p:attrName>
                                            </p:attrNameLst>
                                          </p:cBhvr>
                                          <p:to>
                                            <p:strVal val="visible"/>
                                          </p:to>
                                        </p:set>
                                        <p:anim calcmode="lin" valueType="num">
                                          <p:cBhvr>
                                            <p:cTn id="63" dur="300" fill="hold"/>
                                            <p:tgtEl>
                                              <p:spTgt spid="1025"/>
                                            </p:tgtEl>
                                            <p:attrNameLst>
                                              <p:attrName>ppt_w</p:attrName>
                                            </p:attrNameLst>
                                          </p:cBhvr>
                                          <p:tavLst>
                                            <p:tav tm="0">
                                              <p:val>
                                                <p:fltVal val="0"/>
                                              </p:val>
                                            </p:tav>
                                            <p:tav tm="100000">
                                              <p:val>
                                                <p:strVal val="#ppt_w"/>
                                              </p:val>
                                            </p:tav>
                                          </p:tavLst>
                                        </p:anim>
                                        <p:anim calcmode="lin" valueType="num">
                                          <p:cBhvr>
                                            <p:cTn id="64" dur="300" fill="hold"/>
                                            <p:tgtEl>
                                              <p:spTgt spid="1025"/>
                                            </p:tgtEl>
                                            <p:attrNameLst>
                                              <p:attrName>ppt_h</p:attrName>
                                            </p:attrNameLst>
                                          </p:cBhvr>
                                          <p:tavLst>
                                            <p:tav tm="0">
                                              <p:val>
                                                <p:fltVal val="0"/>
                                              </p:val>
                                            </p:tav>
                                            <p:tav tm="100000">
                                              <p:val>
                                                <p:strVal val="#ppt_h"/>
                                              </p:val>
                                            </p:tav>
                                          </p:tavLst>
                                        </p:anim>
                                        <p:animEffect transition="in" filter="fade">
                                          <p:cBhvr>
                                            <p:cTn id="65" dur="300"/>
                                            <p:tgtEl>
                                              <p:spTgt spid="1025"/>
                                            </p:tgtEl>
                                          </p:cBhvr>
                                        </p:animEffect>
                                      </p:childTnLst>
                                    </p:cTn>
                                  </p:par>
                                  <p:par>
                                    <p:cTn id="66" presetID="6" presetClass="emph" presetSubtype="0" autoRev="1" fill="hold" grpId="1" nodeType="withEffect">
                                      <p:stCondLst>
                                        <p:cond delay="700"/>
                                      </p:stCondLst>
                                      <p:childTnLst>
                                        <p:animScale>
                                          <p:cBhvr>
                                            <p:cTn id="67" dur="150" fill="hold"/>
                                            <p:tgtEl>
                                              <p:spTgt spid="1025"/>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p:cTn id="70" dur="300" fill="hold"/>
                                            <p:tgtEl>
                                              <p:spTgt spid="15"/>
                                            </p:tgtEl>
                                            <p:attrNameLst>
                                              <p:attrName>ppt_w</p:attrName>
                                            </p:attrNameLst>
                                          </p:cBhvr>
                                          <p:tavLst>
                                            <p:tav tm="0">
                                              <p:val>
                                                <p:fltVal val="0"/>
                                              </p:val>
                                            </p:tav>
                                            <p:tav tm="100000">
                                              <p:val>
                                                <p:strVal val="#ppt_w"/>
                                              </p:val>
                                            </p:tav>
                                          </p:tavLst>
                                        </p:anim>
                                        <p:anim calcmode="lin" valueType="num">
                                          <p:cBhvr>
                                            <p:cTn id="71" dur="300" fill="hold"/>
                                            <p:tgtEl>
                                              <p:spTgt spid="15"/>
                                            </p:tgtEl>
                                            <p:attrNameLst>
                                              <p:attrName>ppt_h</p:attrName>
                                            </p:attrNameLst>
                                          </p:cBhvr>
                                          <p:tavLst>
                                            <p:tav tm="0">
                                              <p:val>
                                                <p:fltVal val="0"/>
                                              </p:val>
                                            </p:tav>
                                            <p:tav tm="100000">
                                              <p:val>
                                                <p:strVal val="#ppt_h"/>
                                              </p:val>
                                            </p:tav>
                                          </p:tavLst>
                                        </p:anim>
                                        <p:animEffect transition="in" filter="fade">
                                          <p:cBhvr>
                                            <p:cTn id="72" dur="300"/>
                                            <p:tgtEl>
                                              <p:spTgt spid="15"/>
                                            </p:tgtEl>
                                          </p:cBhvr>
                                        </p:animEffect>
                                      </p:childTnLst>
                                    </p:cTn>
                                  </p:par>
                                  <p:par>
                                    <p:cTn id="73" presetID="6" presetClass="emph" presetSubtype="0" autoRev="1" fill="hold" grpId="1" nodeType="withEffect">
                                      <p:stCondLst>
                                        <p:cond delay="300"/>
                                      </p:stCondLst>
                                      <p:childTnLst>
                                        <p:animScale>
                                          <p:cBhvr>
                                            <p:cTn id="74" dur="150" fill="hold"/>
                                            <p:tgtEl>
                                              <p:spTgt spid="15"/>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anim calcmode="lin" valueType="num">
                                          <p:cBhvr>
                                            <p:cTn id="77" dur="300" fill="hold"/>
                                            <p:tgtEl>
                                              <p:spTgt spid="14"/>
                                            </p:tgtEl>
                                            <p:attrNameLst>
                                              <p:attrName>ppt_w</p:attrName>
                                            </p:attrNameLst>
                                          </p:cBhvr>
                                          <p:tavLst>
                                            <p:tav tm="0">
                                              <p:val>
                                                <p:fltVal val="0"/>
                                              </p:val>
                                            </p:tav>
                                            <p:tav tm="100000">
                                              <p:val>
                                                <p:strVal val="#ppt_w"/>
                                              </p:val>
                                            </p:tav>
                                          </p:tavLst>
                                        </p:anim>
                                        <p:anim calcmode="lin" valueType="num">
                                          <p:cBhvr>
                                            <p:cTn id="78" dur="300" fill="hold"/>
                                            <p:tgtEl>
                                              <p:spTgt spid="14"/>
                                            </p:tgtEl>
                                            <p:attrNameLst>
                                              <p:attrName>ppt_h</p:attrName>
                                            </p:attrNameLst>
                                          </p:cBhvr>
                                          <p:tavLst>
                                            <p:tav tm="0">
                                              <p:val>
                                                <p:fltVal val="0"/>
                                              </p:val>
                                            </p:tav>
                                            <p:tav tm="100000">
                                              <p:val>
                                                <p:strVal val="#ppt_h"/>
                                              </p:val>
                                            </p:tav>
                                          </p:tavLst>
                                        </p:anim>
                                        <p:animEffect transition="in" filter="fade">
                                          <p:cBhvr>
                                            <p:cTn id="79" dur="300"/>
                                            <p:tgtEl>
                                              <p:spTgt spid="14"/>
                                            </p:tgtEl>
                                          </p:cBhvr>
                                        </p:animEffect>
                                      </p:childTnLst>
                                    </p:cTn>
                                  </p:par>
                                  <p:par>
                                    <p:cTn id="80" presetID="6" presetClass="emph" presetSubtype="0" autoRev="1" fill="hold" grpId="1" nodeType="withEffect">
                                      <p:stCondLst>
                                        <p:cond delay="300"/>
                                      </p:stCondLst>
                                      <p:childTnLst>
                                        <p:animScale>
                                          <p:cBhvr>
                                            <p:cTn id="81" dur="150" fill="hold"/>
                                            <p:tgtEl>
                                              <p:spTgt spid="14"/>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p:cTn id="84" dur="300" fill="hold"/>
                                            <p:tgtEl>
                                              <p:spTgt spid="19"/>
                                            </p:tgtEl>
                                            <p:attrNameLst>
                                              <p:attrName>ppt_w</p:attrName>
                                            </p:attrNameLst>
                                          </p:cBhvr>
                                          <p:tavLst>
                                            <p:tav tm="0">
                                              <p:val>
                                                <p:fltVal val="0"/>
                                              </p:val>
                                            </p:tav>
                                            <p:tav tm="100000">
                                              <p:val>
                                                <p:strVal val="#ppt_w"/>
                                              </p:val>
                                            </p:tav>
                                          </p:tavLst>
                                        </p:anim>
                                        <p:anim calcmode="lin" valueType="num">
                                          <p:cBhvr>
                                            <p:cTn id="85" dur="300" fill="hold"/>
                                            <p:tgtEl>
                                              <p:spTgt spid="19"/>
                                            </p:tgtEl>
                                            <p:attrNameLst>
                                              <p:attrName>ppt_h</p:attrName>
                                            </p:attrNameLst>
                                          </p:cBhvr>
                                          <p:tavLst>
                                            <p:tav tm="0">
                                              <p:val>
                                                <p:fltVal val="0"/>
                                              </p:val>
                                            </p:tav>
                                            <p:tav tm="100000">
                                              <p:val>
                                                <p:strVal val="#ppt_h"/>
                                              </p:val>
                                            </p:tav>
                                          </p:tavLst>
                                        </p:anim>
                                        <p:animEffect transition="in" filter="fade">
                                          <p:cBhvr>
                                            <p:cTn id="86" dur="300"/>
                                            <p:tgtEl>
                                              <p:spTgt spid="19"/>
                                            </p:tgtEl>
                                          </p:cBhvr>
                                        </p:animEffect>
                                      </p:childTnLst>
                                    </p:cTn>
                                  </p:par>
                                  <p:par>
                                    <p:cTn id="87" presetID="6" presetClass="emph" presetSubtype="0" autoRev="1" fill="hold" grpId="1" nodeType="withEffect">
                                      <p:stCondLst>
                                        <p:cond delay="300"/>
                                      </p:stCondLst>
                                      <p:childTnLst>
                                        <p:animScale>
                                          <p:cBhvr>
                                            <p:cTn id="88" dur="150" fill="hold"/>
                                            <p:tgtEl>
                                              <p:spTgt spid="19"/>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300"/>
                                      </p:stCondLst>
                                      <p:childTnLst>
                                        <p:animScale>
                                          <p:cBhvr>
                                            <p:cTn id="95" dur="150" fill="hold"/>
                                            <p:tgtEl>
                                              <p:spTgt spid="20"/>
                                            </p:tgtEl>
                                          </p:cBhvr>
                                          <p:by x="110000" y="110000"/>
                                        </p:animScale>
                                      </p:childTnLst>
                                    </p:cTn>
                                  </p:par>
                                  <p:par>
                                    <p:cTn id="96" presetID="53" presetClass="entr" presetSubtype="16"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anim calcmode="lin" valueType="num">
                                          <p:cBhvr>
                                            <p:cTn id="98" dur="300" fill="hold"/>
                                            <p:tgtEl>
                                              <p:spTgt spid="18"/>
                                            </p:tgtEl>
                                            <p:attrNameLst>
                                              <p:attrName>ppt_w</p:attrName>
                                            </p:attrNameLst>
                                          </p:cBhvr>
                                          <p:tavLst>
                                            <p:tav tm="0">
                                              <p:val>
                                                <p:fltVal val="0"/>
                                              </p:val>
                                            </p:tav>
                                            <p:tav tm="100000">
                                              <p:val>
                                                <p:strVal val="#ppt_w"/>
                                              </p:val>
                                            </p:tav>
                                          </p:tavLst>
                                        </p:anim>
                                        <p:anim calcmode="lin" valueType="num">
                                          <p:cBhvr>
                                            <p:cTn id="99" dur="300" fill="hold"/>
                                            <p:tgtEl>
                                              <p:spTgt spid="18"/>
                                            </p:tgtEl>
                                            <p:attrNameLst>
                                              <p:attrName>ppt_h</p:attrName>
                                            </p:attrNameLst>
                                          </p:cBhvr>
                                          <p:tavLst>
                                            <p:tav tm="0">
                                              <p:val>
                                                <p:fltVal val="0"/>
                                              </p:val>
                                            </p:tav>
                                            <p:tav tm="100000">
                                              <p:val>
                                                <p:strVal val="#ppt_h"/>
                                              </p:val>
                                            </p:tav>
                                          </p:tavLst>
                                        </p:anim>
                                        <p:animEffect transition="in" filter="fade">
                                          <p:cBhvr>
                                            <p:cTn id="100" dur="300"/>
                                            <p:tgtEl>
                                              <p:spTgt spid="18"/>
                                            </p:tgtEl>
                                          </p:cBhvr>
                                        </p:animEffect>
                                      </p:childTnLst>
                                    </p:cTn>
                                  </p:par>
                                  <p:par>
                                    <p:cTn id="101" presetID="6" presetClass="emph" presetSubtype="0" autoRev="1" fill="hold" grpId="1" nodeType="withEffect">
                                      <p:stCondLst>
                                        <p:cond delay="300"/>
                                      </p:stCondLst>
                                      <p:childTnLst>
                                        <p:animScale>
                                          <p:cBhvr>
                                            <p:cTn id="102" dur="150" fill="hold"/>
                                            <p:tgtEl>
                                              <p:spTgt spid="18"/>
                                            </p:tgtEl>
                                          </p:cBhvr>
                                          <p:by x="110000" y="110000"/>
                                        </p:animScale>
                                      </p:childTnLst>
                                    </p:cTn>
                                  </p:par>
                                  <p:par>
                                    <p:cTn id="103" presetID="53" presetClass="entr" presetSubtype="16" fill="hold" grpId="0" nodeType="withEffect">
                                      <p:stCondLst>
                                        <p:cond delay="100"/>
                                      </p:stCondLst>
                                      <p:childTnLst>
                                        <p:set>
                                          <p:cBhvr>
                                            <p:cTn id="104" dur="1" fill="hold">
                                              <p:stCondLst>
                                                <p:cond delay="0"/>
                                              </p:stCondLst>
                                            </p:cTn>
                                            <p:tgtEl>
                                              <p:spTgt spid="16"/>
                                            </p:tgtEl>
                                            <p:attrNameLst>
                                              <p:attrName>style.visibility</p:attrName>
                                            </p:attrNameLst>
                                          </p:cBhvr>
                                          <p:to>
                                            <p:strVal val="visible"/>
                                          </p:to>
                                        </p:set>
                                        <p:anim calcmode="lin" valueType="num">
                                          <p:cBhvr>
                                            <p:cTn id="105" dur="300" fill="hold"/>
                                            <p:tgtEl>
                                              <p:spTgt spid="16"/>
                                            </p:tgtEl>
                                            <p:attrNameLst>
                                              <p:attrName>ppt_w</p:attrName>
                                            </p:attrNameLst>
                                          </p:cBhvr>
                                          <p:tavLst>
                                            <p:tav tm="0">
                                              <p:val>
                                                <p:fltVal val="0"/>
                                              </p:val>
                                            </p:tav>
                                            <p:tav tm="100000">
                                              <p:val>
                                                <p:strVal val="#ppt_w"/>
                                              </p:val>
                                            </p:tav>
                                          </p:tavLst>
                                        </p:anim>
                                        <p:anim calcmode="lin" valueType="num">
                                          <p:cBhvr>
                                            <p:cTn id="106" dur="300" fill="hold"/>
                                            <p:tgtEl>
                                              <p:spTgt spid="16"/>
                                            </p:tgtEl>
                                            <p:attrNameLst>
                                              <p:attrName>ppt_h</p:attrName>
                                            </p:attrNameLst>
                                          </p:cBhvr>
                                          <p:tavLst>
                                            <p:tav tm="0">
                                              <p:val>
                                                <p:fltVal val="0"/>
                                              </p:val>
                                            </p:tav>
                                            <p:tav tm="100000">
                                              <p:val>
                                                <p:strVal val="#ppt_h"/>
                                              </p:val>
                                            </p:tav>
                                          </p:tavLst>
                                        </p:anim>
                                        <p:animEffect transition="in" filter="fade">
                                          <p:cBhvr>
                                            <p:cTn id="107" dur="300"/>
                                            <p:tgtEl>
                                              <p:spTgt spid="16"/>
                                            </p:tgtEl>
                                          </p:cBhvr>
                                        </p:animEffect>
                                      </p:childTnLst>
                                    </p:cTn>
                                  </p:par>
                                  <p:par>
                                    <p:cTn id="108" presetID="6" presetClass="emph" presetSubtype="0" autoRev="1" fill="hold" grpId="1" nodeType="withEffect">
                                      <p:stCondLst>
                                        <p:cond delay="400"/>
                                      </p:stCondLst>
                                      <p:childTnLst>
                                        <p:animScale>
                                          <p:cBhvr>
                                            <p:cTn id="109" dur="150" fill="hold"/>
                                            <p:tgtEl>
                                              <p:spTgt spid="16"/>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21"/>
                                            </p:tgtEl>
                                            <p:attrNameLst>
                                              <p:attrName>style.visibility</p:attrName>
                                            </p:attrNameLst>
                                          </p:cBhvr>
                                          <p:to>
                                            <p:strVal val="visible"/>
                                          </p:to>
                                        </p:set>
                                        <p:anim calcmode="lin" valueType="num">
                                          <p:cBhvr>
                                            <p:cTn id="112" dur="300" fill="hold"/>
                                            <p:tgtEl>
                                              <p:spTgt spid="21"/>
                                            </p:tgtEl>
                                            <p:attrNameLst>
                                              <p:attrName>ppt_w</p:attrName>
                                            </p:attrNameLst>
                                          </p:cBhvr>
                                          <p:tavLst>
                                            <p:tav tm="0">
                                              <p:val>
                                                <p:fltVal val="0"/>
                                              </p:val>
                                            </p:tav>
                                            <p:tav tm="100000">
                                              <p:val>
                                                <p:strVal val="#ppt_w"/>
                                              </p:val>
                                            </p:tav>
                                          </p:tavLst>
                                        </p:anim>
                                        <p:anim calcmode="lin" valueType="num">
                                          <p:cBhvr>
                                            <p:cTn id="113" dur="300" fill="hold"/>
                                            <p:tgtEl>
                                              <p:spTgt spid="21"/>
                                            </p:tgtEl>
                                            <p:attrNameLst>
                                              <p:attrName>ppt_h</p:attrName>
                                            </p:attrNameLst>
                                          </p:cBhvr>
                                          <p:tavLst>
                                            <p:tav tm="0">
                                              <p:val>
                                                <p:fltVal val="0"/>
                                              </p:val>
                                            </p:tav>
                                            <p:tav tm="100000">
                                              <p:val>
                                                <p:strVal val="#ppt_h"/>
                                              </p:val>
                                            </p:tav>
                                          </p:tavLst>
                                        </p:anim>
                                        <p:animEffect transition="in" filter="fade">
                                          <p:cBhvr>
                                            <p:cTn id="114" dur="300"/>
                                            <p:tgtEl>
                                              <p:spTgt spid="21"/>
                                            </p:tgtEl>
                                          </p:cBhvr>
                                        </p:animEffect>
                                      </p:childTnLst>
                                    </p:cTn>
                                  </p:par>
                                  <p:par>
                                    <p:cTn id="115" presetID="6" presetClass="emph" presetSubtype="0" autoRev="1" fill="hold" grpId="1" nodeType="withEffect">
                                      <p:stCondLst>
                                        <p:cond delay="500"/>
                                      </p:stCondLst>
                                      <p:childTnLst>
                                        <p:animScale>
                                          <p:cBhvr>
                                            <p:cTn id="116" dur="150" fill="hold"/>
                                            <p:tgtEl>
                                              <p:spTgt spid="21"/>
                                            </p:tgtEl>
                                          </p:cBhvr>
                                          <p:by x="110000" y="110000"/>
                                        </p:animScale>
                                      </p:childTnLst>
                                    </p:cTn>
                                  </p:par>
                                  <p:par>
                                    <p:cTn id="117" presetID="53" presetClass="entr" presetSubtype="16" fill="hold" grpId="0" nodeType="withEffect">
                                      <p:stCondLst>
                                        <p:cond delay="600"/>
                                      </p:stCondLst>
                                      <p:childTnLst>
                                        <p:set>
                                          <p:cBhvr>
                                            <p:cTn id="118" dur="1" fill="hold">
                                              <p:stCondLst>
                                                <p:cond delay="0"/>
                                              </p:stCondLst>
                                            </p:cTn>
                                            <p:tgtEl>
                                              <p:spTgt spid="23"/>
                                            </p:tgtEl>
                                            <p:attrNameLst>
                                              <p:attrName>style.visibility</p:attrName>
                                            </p:attrNameLst>
                                          </p:cBhvr>
                                          <p:to>
                                            <p:strVal val="visible"/>
                                          </p:to>
                                        </p:set>
                                        <p:anim calcmode="lin" valueType="num">
                                          <p:cBhvr>
                                            <p:cTn id="119" dur="300" fill="hold"/>
                                            <p:tgtEl>
                                              <p:spTgt spid="23"/>
                                            </p:tgtEl>
                                            <p:attrNameLst>
                                              <p:attrName>ppt_w</p:attrName>
                                            </p:attrNameLst>
                                          </p:cBhvr>
                                          <p:tavLst>
                                            <p:tav tm="0">
                                              <p:val>
                                                <p:fltVal val="0"/>
                                              </p:val>
                                            </p:tav>
                                            <p:tav tm="100000">
                                              <p:val>
                                                <p:strVal val="#ppt_w"/>
                                              </p:val>
                                            </p:tav>
                                          </p:tavLst>
                                        </p:anim>
                                        <p:anim calcmode="lin" valueType="num">
                                          <p:cBhvr>
                                            <p:cTn id="120" dur="300" fill="hold"/>
                                            <p:tgtEl>
                                              <p:spTgt spid="23"/>
                                            </p:tgtEl>
                                            <p:attrNameLst>
                                              <p:attrName>ppt_h</p:attrName>
                                            </p:attrNameLst>
                                          </p:cBhvr>
                                          <p:tavLst>
                                            <p:tav tm="0">
                                              <p:val>
                                                <p:fltVal val="0"/>
                                              </p:val>
                                            </p:tav>
                                            <p:tav tm="100000">
                                              <p:val>
                                                <p:strVal val="#ppt_h"/>
                                              </p:val>
                                            </p:tav>
                                          </p:tavLst>
                                        </p:anim>
                                        <p:animEffect transition="in" filter="fade">
                                          <p:cBhvr>
                                            <p:cTn id="121" dur="300"/>
                                            <p:tgtEl>
                                              <p:spTgt spid="23"/>
                                            </p:tgtEl>
                                          </p:cBhvr>
                                        </p:animEffect>
                                      </p:childTnLst>
                                    </p:cTn>
                                  </p:par>
                                  <p:par>
                                    <p:cTn id="122" presetID="6" presetClass="emph" presetSubtype="0" autoRev="1" fill="hold" grpId="1" nodeType="withEffect">
                                      <p:stCondLst>
                                        <p:cond delay="900"/>
                                      </p:stCondLst>
                                      <p:childTnLst>
                                        <p:animScale>
                                          <p:cBhvr>
                                            <p:cTn id="123" dur="150" fill="hold"/>
                                            <p:tgtEl>
                                              <p:spTgt spid="23"/>
                                            </p:tgtEl>
                                          </p:cBhvr>
                                          <p:by x="110000" y="110000"/>
                                        </p:animScale>
                                      </p:childTnLst>
                                    </p:cTn>
                                  </p:par>
                                  <p:par>
                                    <p:cTn id="124" presetID="53" presetClass="entr" presetSubtype="16" fill="hold" grpId="0" nodeType="withEffect">
                                      <p:stCondLst>
                                        <p:cond delay="200"/>
                                      </p:stCondLst>
                                      <p:childTnLst>
                                        <p:set>
                                          <p:cBhvr>
                                            <p:cTn id="125" dur="1" fill="hold">
                                              <p:stCondLst>
                                                <p:cond delay="0"/>
                                              </p:stCondLst>
                                            </p:cTn>
                                            <p:tgtEl>
                                              <p:spTgt spid="1030"/>
                                            </p:tgtEl>
                                            <p:attrNameLst>
                                              <p:attrName>style.visibility</p:attrName>
                                            </p:attrNameLst>
                                          </p:cBhvr>
                                          <p:to>
                                            <p:strVal val="visible"/>
                                          </p:to>
                                        </p:set>
                                        <p:anim calcmode="lin" valueType="num">
                                          <p:cBhvr>
                                            <p:cTn id="126" dur="300" fill="hold"/>
                                            <p:tgtEl>
                                              <p:spTgt spid="1030"/>
                                            </p:tgtEl>
                                            <p:attrNameLst>
                                              <p:attrName>ppt_w</p:attrName>
                                            </p:attrNameLst>
                                          </p:cBhvr>
                                          <p:tavLst>
                                            <p:tav tm="0">
                                              <p:val>
                                                <p:fltVal val="0"/>
                                              </p:val>
                                            </p:tav>
                                            <p:tav tm="100000">
                                              <p:val>
                                                <p:strVal val="#ppt_w"/>
                                              </p:val>
                                            </p:tav>
                                          </p:tavLst>
                                        </p:anim>
                                        <p:anim calcmode="lin" valueType="num">
                                          <p:cBhvr>
                                            <p:cTn id="127" dur="300" fill="hold"/>
                                            <p:tgtEl>
                                              <p:spTgt spid="1030"/>
                                            </p:tgtEl>
                                            <p:attrNameLst>
                                              <p:attrName>ppt_h</p:attrName>
                                            </p:attrNameLst>
                                          </p:cBhvr>
                                          <p:tavLst>
                                            <p:tav tm="0">
                                              <p:val>
                                                <p:fltVal val="0"/>
                                              </p:val>
                                            </p:tav>
                                            <p:tav tm="100000">
                                              <p:val>
                                                <p:strVal val="#ppt_h"/>
                                              </p:val>
                                            </p:tav>
                                          </p:tavLst>
                                        </p:anim>
                                        <p:animEffect transition="in" filter="fade">
                                          <p:cBhvr>
                                            <p:cTn id="128" dur="300"/>
                                            <p:tgtEl>
                                              <p:spTgt spid="1030"/>
                                            </p:tgtEl>
                                          </p:cBhvr>
                                        </p:animEffect>
                                      </p:childTnLst>
                                    </p:cTn>
                                  </p:par>
                                  <p:par>
                                    <p:cTn id="129" presetID="6" presetClass="emph" presetSubtype="0" autoRev="1" fill="hold" grpId="1" nodeType="withEffect">
                                      <p:stCondLst>
                                        <p:cond delay="500"/>
                                      </p:stCondLst>
                                      <p:childTnLst>
                                        <p:animScale>
                                          <p:cBhvr>
                                            <p:cTn id="130" dur="150" fill="hold"/>
                                            <p:tgtEl>
                                              <p:spTgt spid="1030"/>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17"/>
                                            </p:tgtEl>
                                            <p:attrNameLst>
                                              <p:attrName>style.visibility</p:attrName>
                                            </p:attrNameLst>
                                          </p:cBhvr>
                                          <p:to>
                                            <p:strVal val="visible"/>
                                          </p:to>
                                        </p:set>
                                        <p:anim calcmode="lin" valueType="num">
                                          <p:cBhvr>
                                            <p:cTn id="133" dur="300" fill="hold"/>
                                            <p:tgtEl>
                                              <p:spTgt spid="17"/>
                                            </p:tgtEl>
                                            <p:attrNameLst>
                                              <p:attrName>ppt_w</p:attrName>
                                            </p:attrNameLst>
                                          </p:cBhvr>
                                          <p:tavLst>
                                            <p:tav tm="0">
                                              <p:val>
                                                <p:fltVal val="0"/>
                                              </p:val>
                                            </p:tav>
                                            <p:tav tm="100000">
                                              <p:val>
                                                <p:strVal val="#ppt_w"/>
                                              </p:val>
                                            </p:tav>
                                          </p:tavLst>
                                        </p:anim>
                                        <p:anim calcmode="lin" valueType="num">
                                          <p:cBhvr>
                                            <p:cTn id="134" dur="300" fill="hold"/>
                                            <p:tgtEl>
                                              <p:spTgt spid="17"/>
                                            </p:tgtEl>
                                            <p:attrNameLst>
                                              <p:attrName>ppt_h</p:attrName>
                                            </p:attrNameLst>
                                          </p:cBhvr>
                                          <p:tavLst>
                                            <p:tav tm="0">
                                              <p:val>
                                                <p:fltVal val="0"/>
                                              </p:val>
                                            </p:tav>
                                            <p:tav tm="100000">
                                              <p:val>
                                                <p:strVal val="#ppt_h"/>
                                              </p:val>
                                            </p:tav>
                                          </p:tavLst>
                                        </p:anim>
                                        <p:animEffect transition="in" filter="fade">
                                          <p:cBhvr>
                                            <p:cTn id="135" dur="300"/>
                                            <p:tgtEl>
                                              <p:spTgt spid="17"/>
                                            </p:tgtEl>
                                          </p:cBhvr>
                                        </p:animEffect>
                                      </p:childTnLst>
                                    </p:cTn>
                                  </p:par>
                                  <p:par>
                                    <p:cTn id="136" presetID="6" presetClass="emph" presetSubtype="0" autoRev="1" fill="hold" grpId="1" nodeType="withEffect">
                                      <p:stCondLst>
                                        <p:cond delay="300"/>
                                      </p:stCondLst>
                                      <p:childTnLst>
                                        <p:animScale>
                                          <p:cBhvr>
                                            <p:cTn id="137" dur="150" fill="hold"/>
                                            <p:tgtEl>
                                              <p:spTgt spid="17"/>
                                            </p:tgtEl>
                                          </p:cBhvr>
                                          <p:by x="110000" y="110000"/>
                                        </p:animScale>
                                      </p:childTnLst>
                                    </p:cTn>
                                  </p:par>
                                  <p:par>
                                    <p:cTn id="138" presetID="53" presetClass="entr" presetSubtype="16" fill="hold" grpId="0" nodeType="withEffect">
                                      <p:stCondLst>
                                        <p:cond delay="400"/>
                                      </p:stCondLst>
                                      <p:childTnLst>
                                        <p:set>
                                          <p:cBhvr>
                                            <p:cTn id="139" dur="1" fill="hold">
                                              <p:stCondLst>
                                                <p:cond delay="0"/>
                                              </p:stCondLst>
                                            </p:cTn>
                                            <p:tgtEl>
                                              <p:spTgt spid="1027"/>
                                            </p:tgtEl>
                                            <p:attrNameLst>
                                              <p:attrName>style.visibility</p:attrName>
                                            </p:attrNameLst>
                                          </p:cBhvr>
                                          <p:to>
                                            <p:strVal val="visible"/>
                                          </p:to>
                                        </p:set>
                                        <p:anim calcmode="lin" valueType="num">
                                          <p:cBhvr>
                                            <p:cTn id="140" dur="300" fill="hold"/>
                                            <p:tgtEl>
                                              <p:spTgt spid="1027"/>
                                            </p:tgtEl>
                                            <p:attrNameLst>
                                              <p:attrName>ppt_w</p:attrName>
                                            </p:attrNameLst>
                                          </p:cBhvr>
                                          <p:tavLst>
                                            <p:tav tm="0">
                                              <p:val>
                                                <p:fltVal val="0"/>
                                              </p:val>
                                            </p:tav>
                                            <p:tav tm="100000">
                                              <p:val>
                                                <p:strVal val="#ppt_w"/>
                                              </p:val>
                                            </p:tav>
                                          </p:tavLst>
                                        </p:anim>
                                        <p:anim calcmode="lin" valueType="num">
                                          <p:cBhvr>
                                            <p:cTn id="141" dur="300" fill="hold"/>
                                            <p:tgtEl>
                                              <p:spTgt spid="1027"/>
                                            </p:tgtEl>
                                            <p:attrNameLst>
                                              <p:attrName>ppt_h</p:attrName>
                                            </p:attrNameLst>
                                          </p:cBhvr>
                                          <p:tavLst>
                                            <p:tav tm="0">
                                              <p:val>
                                                <p:fltVal val="0"/>
                                              </p:val>
                                            </p:tav>
                                            <p:tav tm="100000">
                                              <p:val>
                                                <p:strVal val="#ppt_h"/>
                                              </p:val>
                                            </p:tav>
                                          </p:tavLst>
                                        </p:anim>
                                        <p:animEffect transition="in" filter="fade">
                                          <p:cBhvr>
                                            <p:cTn id="142" dur="300"/>
                                            <p:tgtEl>
                                              <p:spTgt spid="1027"/>
                                            </p:tgtEl>
                                          </p:cBhvr>
                                        </p:animEffect>
                                      </p:childTnLst>
                                    </p:cTn>
                                  </p:par>
                                  <p:par>
                                    <p:cTn id="143" presetID="6" presetClass="emph" presetSubtype="0" autoRev="1" fill="hold" grpId="1" nodeType="withEffect">
                                      <p:stCondLst>
                                        <p:cond delay="700"/>
                                      </p:stCondLst>
                                      <p:childTnLst>
                                        <p:animScale>
                                          <p:cBhvr>
                                            <p:cTn id="144" dur="150" fill="hold"/>
                                            <p:tgtEl>
                                              <p:spTgt spid="1027"/>
                                            </p:tgtEl>
                                          </p:cBhvr>
                                          <p:by x="110000" y="110000"/>
                                        </p:animScale>
                                      </p:childTnLst>
                                    </p:cTn>
                                  </p:par>
                                  <p:par>
                                    <p:cTn id="145" presetID="53" presetClass="entr" presetSubtype="16" fill="hold" grpId="0" nodeType="withEffect">
                                      <p:stCondLst>
                                        <p:cond delay="100"/>
                                      </p:stCondLst>
                                      <p:childTnLst>
                                        <p:set>
                                          <p:cBhvr>
                                            <p:cTn id="146" dur="1" fill="hold">
                                              <p:stCondLst>
                                                <p:cond delay="0"/>
                                              </p:stCondLst>
                                            </p:cTn>
                                            <p:tgtEl>
                                              <p:spTgt spid="1028"/>
                                            </p:tgtEl>
                                            <p:attrNameLst>
                                              <p:attrName>style.visibility</p:attrName>
                                            </p:attrNameLst>
                                          </p:cBhvr>
                                          <p:to>
                                            <p:strVal val="visible"/>
                                          </p:to>
                                        </p:set>
                                        <p:anim calcmode="lin" valueType="num">
                                          <p:cBhvr>
                                            <p:cTn id="147" dur="300" fill="hold"/>
                                            <p:tgtEl>
                                              <p:spTgt spid="1028"/>
                                            </p:tgtEl>
                                            <p:attrNameLst>
                                              <p:attrName>ppt_w</p:attrName>
                                            </p:attrNameLst>
                                          </p:cBhvr>
                                          <p:tavLst>
                                            <p:tav tm="0">
                                              <p:val>
                                                <p:fltVal val="0"/>
                                              </p:val>
                                            </p:tav>
                                            <p:tav tm="100000">
                                              <p:val>
                                                <p:strVal val="#ppt_w"/>
                                              </p:val>
                                            </p:tav>
                                          </p:tavLst>
                                        </p:anim>
                                        <p:anim calcmode="lin" valueType="num">
                                          <p:cBhvr>
                                            <p:cTn id="148" dur="300" fill="hold"/>
                                            <p:tgtEl>
                                              <p:spTgt spid="1028"/>
                                            </p:tgtEl>
                                            <p:attrNameLst>
                                              <p:attrName>ppt_h</p:attrName>
                                            </p:attrNameLst>
                                          </p:cBhvr>
                                          <p:tavLst>
                                            <p:tav tm="0">
                                              <p:val>
                                                <p:fltVal val="0"/>
                                              </p:val>
                                            </p:tav>
                                            <p:tav tm="100000">
                                              <p:val>
                                                <p:strVal val="#ppt_h"/>
                                              </p:val>
                                            </p:tav>
                                          </p:tavLst>
                                        </p:anim>
                                        <p:animEffect transition="in" filter="fade">
                                          <p:cBhvr>
                                            <p:cTn id="149" dur="300"/>
                                            <p:tgtEl>
                                              <p:spTgt spid="1028"/>
                                            </p:tgtEl>
                                          </p:cBhvr>
                                        </p:animEffect>
                                      </p:childTnLst>
                                    </p:cTn>
                                  </p:par>
                                  <p:par>
                                    <p:cTn id="150" presetID="6" presetClass="emph" presetSubtype="0" autoRev="1" fill="hold" grpId="1" nodeType="withEffect">
                                      <p:stCondLst>
                                        <p:cond delay="400"/>
                                      </p:stCondLst>
                                      <p:childTnLst>
                                        <p:animScale>
                                          <p:cBhvr>
                                            <p:cTn id="151" dur="150" fill="hold"/>
                                            <p:tgtEl>
                                              <p:spTgt spid="1028"/>
                                            </p:tgtEl>
                                          </p:cBhvr>
                                          <p:by x="110000" y="110000"/>
                                        </p:animScale>
                                      </p:childTnLst>
                                    </p:cTn>
                                  </p:par>
                                  <p:par>
                                    <p:cTn id="152" presetID="53" presetClass="entr" presetSubtype="16" fill="hold" grpId="0" nodeType="withEffect">
                                      <p:stCondLst>
                                        <p:cond delay="300"/>
                                      </p:stCondLst>
                                      <p:childTnLst>
                                        <p:set>
                                          <p:cBhvr>
                                            <p:cTn id="153" dur="1" fill="hold">
                                              <p:stCondLst>
                                                <p:cond delay="0"/>
                                              </p:stCondLst>
                                            </p:cTn>
                                            <p:tgtEl>
                                              <p:spTgt spid="25"/>
                                            </p:tgtEl>
                                            <p:attrNameLst>
                                              <p:attrName>style.visibility</p:attrName>
                                            </p:attrNameLst>
                                          </p:cBhvr>
                                          <p:to>
                                            <p:strVal val="visible"/>
                                          </p:to>
                                        </p:set>
                                        <p:anim calcmode="lin" valueType="num">
                                          <p:cBhvr>
                                            <p:cTn id="154" dur="300" fill="hold"/>
                                            <p:tgtEl>
                                              <p:spTgt spid="25"/>
                                            </p:tgtEl>
                                            <p:attrNameLst>
                                              <p:attrName>ppt_w</p:attrName>
                                            </p:attrNameLst>
                                          </p:cBhvr>
                                          <p:tavLst>
                                            <p:tav tm="0">
                                              <p:val>
                                                <p:fltVal val="0"/>
                                              </p:val>
                                            </p:tav>
                                            <p:tav tm="100000">
                                              <p:val>
                                                <p:strVal val="#ppt_w"/>
                                              </p:val>
                                            </p:tav>
                                          </p:tavLst>
                                        </p:anim>
                                        <p:anim calcmode="lin" valueType="num">
                                          <p:cBhvr>
                                            <p:cTn id="155" dur="300" fill="hold"/>
                                            <p:tgtEl>
                                              <p:spTgt spid="25"/>
                                            </p:tgtEl>
                                            <p:attrNameLst>
                                              <p:attrName>ppt_h</p:attrName>
                                            </p:attrNameLst>
                                          </p:cBhvr>
                                          <p:tavLst>
                                            <p:tav tm="0">
                                              <p:val>
                                                <p:fltVal val="0"/>
                                              </p:val>
                                            </p:tav>
                                            <p:tav tm="100000">
                                              <p:val>
                                                <p:strVal val="#ppt_h"/>
                                              </p:val>
                                            </p:tav>
                                          </p:tavLst>
                                        </p:anim>
                                        <p:animEffect transition="in" filter="fade">
                                          <p:cBhvr>
                                            <p:cTn id="156" dur="300"/>
                                            <p:tgtEl>
                                              <p:spTgt spid="25"/>
                                            </p:tgtEl>
                                          </p:cBhvr>
                                        </p:animEffect>
                                      </p:childTnLst>
                                    </p:cTn>
                                  </p:par>
                                  <p:par>
                                    <p:cTn id="157" presetID="6" presetClass="emph" presetSubtype="0" autoRev="1" fill="hold" grpId="1" nodeType="withEffect">
                                      <p:stCondLst>
                                        <p:cond delay="600"/>
                                      </p:stCondLst>
                                      <p:childTnLst>
                                        <p:animScale>
                                          <p:cBhvr>
                                            <p:cTn id="158" dur="150" fill="hold"/>
                                            <p:tgtEl>
                                              <p:spTgt spid="25"/>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1029"/>
                                            </p:tgtEl>
                                            <p:attrNameLst>
                                              <p:attrName>style.visibility</p:attrName>
                                            </p:attrNameLst>
                                          </p:cBhvr>
                                          <p:to>
                                            <p:strVal val="visible"/>
                                          </p:to>
                                        </p:set>
                                        <p:anim calcmode="lin" valueType="num">
                                          <p:cBhvr>
                                            <p:cTn id="161" dur="300" fill="hold"/>
                                            <p:tgtEl>
                                              <p:spTgt spid="1029"/>
                                            </p:tgtEl>
                                            <p:attrNameLst>
                                              <p:attrName>ppt_w</p:attrName>
                                            </p:attrNameLst>
                                          </p:cBhvr>
                                          <p:tavLst>
                                            <p:tav tm="0">
                                              <p:val>
                                                <p:fltVal val="0"/>
                                              </p:val>
                                            </p:tav>
                                            <p:tav tm="100000">
                                              <p:val>
                                                <p:strVal val="#ppt_w"/>
                                              </p:val>
                                            </p:tav>
                                          </p:tavLst>
                                        </p:anim>
                                        <p:anim calcmode="lin" valueType="num">
                                          <p:cBhvr>
                                            <p:cTn id="162" dur="300" fill="hold"/>
                                            <p:tgtEl>
                                              <p:spTgt spid="1029"/>
                                            </p:tgtEl>
                                            <p:attrNameLst>
                                              <p:attrName>ppt_h</p:attrName>
                                            </p:attrNameLst>
                                          </p:cBhvr>
                                          <p:tavLst>
                                            <p:tav tm="0">
                                              <p:val>
                                                <p:fltVal val="0"/>
                                              </p:val>
                                            </p:tav>
                                            <p:tav tm="100000">
                                              <p:val>
                                                <p:strVal val="#ppt_h"/>
                                              </p:val>
                                            </p:tav>
                                          </p:tavLst>
                                        </p:anim>
                                        <p:animEffect transition="in" filter="fade">
                                          <p:cBhvr>
                                            <p:cTn id="163" dur="300"/>
                                            <p:tgtEl>
                                              <p:spTgt spid="1029"/>
                                            </p:tgtEl>
                                          </p:cBhvr>
                                        </p:animEffect>
                                      </p:childTnLst>
                                    </p:cTn>
                                  </p:par>
                                  <p:par>
                                    <p:cTn id="164" presetID="6" presetClass="emph" presetSubtype="0" autoRev="1" fill="hold" grpId="1" nodeType="withEffect">
                                      <p:stCondLst>
                                        <p:cond delay="300"/>
                                      </p:stCondLst>
                                      <p:childTnLst>
                                        <p:animScale>
                                          <p:cBhvr>
                                            <p:cTn id="165" dur="150" fill="hold"/>
                                            <p:tgtEl>
                                              <p:spTgt spid="1029"/>
                                            </p:tgtEl>
                                          </p:cBhvr>
                                          <p:by x="110000" y="110000"/>
                                        </p:animScale>
                                      </p:childTnLst>
                                    </p:cTn>
                                  </p:par>
                                  <p:par>
                                    <p:cTn id="166" presetID="53" presetClass="entr" presetSubtype="16" fill="hold" grpId="0" nodeType="withEffect">
                                      <p:stCondLst>
                                        <p:cond delay="200"/>
                                      </p:stCondLst>
                                      <p:childTnLst>
                                        <p:set>
                                          <p:cBhvr>
                                            <p:cTn id="167" dur="1" fill="hold">
                                              <p:stCondLst>
                                                <p:cond delay="0"/>
                                              </p:stCondLst>
                                            </p:cTn>
                                            <p:tgtEl>
                                              <p:spTgt spid="26"/>
                                            </p:tgtEl>
                                            <p:attrNameLst>
                                              <p:attrName>style.visibility</p:attrName>
                                            </p:attrNameLst>
                                          </p:cBhvr>
                                          <p:to>
                                            <p:strVal val="visible"/>
                                          </p:to>
                                        </p:set>
                                        <p:anim calcmode="lin" valueType="num">
                                          <p:cBhvr>
                                            <p:cTn id="168" dur="300" fill="hold"/>
                                            <p:tgtEl>
                                              <p:spTgt spid="26"/>
                                            </p:tgtEl>
                                            <p:attrNameLst>
                                              <p:attrName>ppt_w</p:attrName>
                                            </p:attrNameLst>
                                          </p:cBhvr>
                                          <p:tavLst>
                                            <p:tav tm="0">
                                              <p:val>
                                                <p:fltVal val="0"/>
                                              </p:val>
                                            </p:tav>
                                            <p:tav tm="100000">
                                              <p:val>
                                                <p:strVal val="#ppt_w"/>
                                              </p:val>
                                            </p:tav>
                                          </p:tavLst>
                                        </p:anim>
                                        <p:anim calcmode="lin" valueType="num">
                                          <p:cBhvr>
                                            <p:cTn id="169" dur="300" fill="hold"/>
                                            <p:tgtEl>
                                              <p:spTgt spid="26"/>
                                            </p:tgtEl>
                                            <p:attrNameLst>
                                              <p:attrName>ppt_h</p:attrName>
                                            </p:attrNameLst>
                                          </p:cBhvr>
                                          <p:tavLst>
                                            <p:tav tm="0">
                                              <p:val>
                                                <p:fltVal val="0"/>
                                              </p:val>
                                            </p:tav>
                                            <p:tav tm="100000">
                                              <p:val>
                                                <p:strVal val="#ppt_h"/>
                                              </p:val>
                                            </p:tav>
                                          </p:tavLst>
                                        </p:anim>
                                        <p:animEffect transition="in" filter="fade">
                                          <p:cBhvr>
                                            <p:cTn id="170" dur="300"/>
                                            <p:tgtEl>
                                              <p:spTgt spid="26"/>
                                            </p:tgtEl>
                                          </p:cBhvr>
                                        </p:animEffect>
                                      </p:childTnLst>
                                    </p:cTn>
                                  </p:par>
                                  <p:par>
                                    <p:cTn id="171" presetID="6" presetClass="emph" presetSubtype="0" autoRev="1" fill="hold" grpId="1" nodeType="withEffect">
                                      <p:stCondLst>
                                        <p:cond delay="500"/>
                                      </p:stCondLst>
                                      <p:childTnLst>
                                        <p:animScale>
                                          <p:cBhvr>
                                            <p:cTn id="172" dur="150" fill="hold"/>
                                            <p:tgtEl>
                                              <p:spTgt spid="26"/>
                                            </p:tgtEl>
                                          </p:cBhvr>
                                          <p:by x="110000" y="110000"/>
                                        </p:animScale>
                                      </p:childTnLst>
                                    </p:cTn>
                                  </p:par>
                                  <p:par>
                                    <p:cTn id="173" presetID="53" presetClass="entr" presetSubtype="16" fill="hold" grpId="0" nodeType="withEffect">
                                      <p:stCondLst>
                                        <p:cond delay="600"/>
                                      </p:stCondLst>
                                      <p:childTnLst>
                                        <p:set>
                                          <p:cBhvr>
                                            <p:cTn id="174" dur="1" fill="hold">
                                              <p:stCondLst>
                                                <p:cond delay="0"/>
                                              </p:stCondLst>
                                            </p:cTn>
                                            <p:tgtEl>
                                              <p:spTgt spid="27"/>
                                            </p:tgtEl>
                                            <p:attrNameLst>
                                              <p:attrName>style.visibility</p:attrName>
                                            </p:attrNameLst>
                                          </p:cBhvr>
                                          <p:to>
                                            <p:strVal val="visible"/>
                                          </p:to>
                                        </p:set>
                                        <p:anim calcmode="lin" valueType="num">
                                          <p:cBhvr>
                                            <p:cTn id="175" dur="300" fill="hold"/>
                                            <p:tgtEl>
                                              <p:spTgt spid="27"/>
                                            </p:tgtEl>
                                            <p:attrNameLst>
                                              <p:attrName>ppt_w</p:attrName>
                                            </p:attrNameLst>
                                          </p:cBhvr>
                                          <p:tavLst>
                                            <p:tav tm="0">
                                              <p:val>
                                                <p:fltVal val="0"/>
                                              </p:val>
                                            </p:tav>
                                            <p:tav tm="100000">
                                              <p:val>
                                                <p:strVal val="#ppt_w"/>
                                              </p:val>
                                            </p:tav>
                                          </p:tavLst>
                                        </p:anim>
                                        <p:anim calcmode="lin" valueType="num">
                                          <p:cBhvr>
                                            <p:cTn id="176" dur="300" fill="hold"/>
                                            <p:tgtEl>
                                              <p:spTgt spid="27"/>
                                            </p:tgtEl>
                                            <p:attrNameLst>
                                              <p:attrName>ppt_h</p:attrName>
                                            </p:attrNameLst>
                                          </p:cBhvr>
                                          <p:tavLst>
                                            <p:tav tm="0">
                                              <p:val>
                                                <p:fltVal val="0"/>
                                              </p:val>
                                            </p:tav>
                                            <p:tav tm="100000">
                                              <p:val>
                                                <p:strVal val="#ppt_h"/>
                                              </p:val>
                                            </p:tav>
                                          </p:tavLst>
                                        </p:anim>
                                        <p:animEffect transition="in" filter="fade">
                                          <p:cBhvr>
                                            <p:cTn id="177" dur="300"/>
                                            <p:tgtEl>
                                              <p:spTgt spid="27"/>
                                            </p:tgtEl>
                                          </p:cBhvr>
                                        </p:animEffect>
                                      </p:childTnLst>
                                    </p:cTn>
                                  </p:par>
                                  <p:par>
                                    <p:cTn id="178" presetID="6" presetClass="emph" presetSubtype="0" autoRev="1" fill="hold" grpId="1" nodeType="withEffect">
                                      <p:stCondLst>
                                        <p:cond delay="900"/>
                                      </p:stCondLst>
                                      <p:childTnLst>
                                        <p:animScale>
                                          <p:cBhvr>
                                            <p:cTn id="179" dur="150" fill="hold"/>
                                            <p:tgtEl>
                                              <p:spTgt spid="27"/>
                                            </p:tgtEl>
                                          </p:cBhvr>
                                          <p:by x="110000" y="110000"/>
                                        </p:animScale>
                                      </p:childTnLst>
                                    </p:cTn>
                                  </p:par>
                                  <p:par>
                                    <p:cTn id="180" presetID="53" presetClass="entr" presetSubtype="16" fill="hold" grpId="0" nodeType="withEffect">
                                      <p:stCondLst>
                                        <p:cond delay="100"/>
                                      </p:stCondLst>
                                      <p:childTnLst>
                                        <p:set>
                                          <p:cBhvr>
                                            <p:cTn id="181" dur="1" fill="hold">
                                              <p:stCondLst>
                                                <p:cond delay="0"/>
                                              </p:stCondLst>
                                            </p:cTn>
                                            <p:tgtEl>
                                              <p:spTgt spid="1024"/>
                                            </p:tgtEl>
                                            <p:attrNameLst>
                                              <p:attrName>style.visibility</p:attrName>
                                            </p:attrNameLst>
                                          </p:cBhvr>
                                          <p:to>
                                            <p:strVal val="visible"/>
                                          </p:to>
                                        </p:set>
                                        <p:anim calcmode="lin" valueType="num">
                                          <p:cBhvr>
                                            <p:cTn id="182" dur="300" fill="hold"/>
                                            <p:tgtEl>
                                              <p:spTgt spid="1024"/>
                                            </p:tgtEl>
                                            <p:attrNameLst>
                                              <p:attrName>ppt_w</p:attrName>
                                            </p:attrNameLst>
                                          </p:cBhvr>
                                          <p:tavLst>
                                            <p:tav tm="0">
                                              <p:val>
                                                <p:fltVal val="0"/>
                                              </p:val>
                                            </p:tav>
                                            <p:tav tm="100000">
                                              <p:val>
                                                <p:strVal val="#ppt_w"/>
                                              </p:val>
                                            </p:tav>
                                          </p:tavLst>
                                        </p:anim>
                                        <p:anim calcmode="lin" valueType="num">
                                          <p:cBhvr>
                                            <p:cTn id="183" dur="300" fill="hold"/>
                                            <p:tgtEl>
                                              <p:spTgt spid="1024"/>
                                            </p:tgtEl>
                                            <p:attrNameLst>
                                              <p:attrName>ppt_h</p:attrName>
                                            </p:attrNameLst>
                                          </p:cBhvr>
                                          <p:tavLst>
                                            <p:tav tm="0">
                                              <p:val>
                                                <p:fltVal val="0"/>
                                              </p:val>
                                            </p:tav>
                                            <p:tav tm="100000">
                                              <p:val>
                                                <p:strVal val="#ppt_h"/>
                                              </p:val>
                                            </p:tav>
                                          </p:tavLst>
                                        </p:anim>
                                        <p:animEffect transition="in" filter="fade">
                                          <p:cBhvr>
                                            <p:cTn id="184" dur="300"/>
                                            <p:tgtEl>
                                              <p:spTgt spid="1024"/>
                                            </p:tgtEl>
                                          </p:cBhvr>
                                        </p:animEffect>
                                      </p:childTnLst>
                                    </p:cTn>
                                  </p:par>
                                  <p:par>
                                    <p:cTn id="185" presetID="6" presetClass="emph" presetSubtype="0" autoRev="1" fill="hold" grpId="1" nodeType="withEffect">
                                      <p:stCondLst>
                                        <p:cond delay="400"/>
                                      </p:stCondLst>
                                      <p:childTnLst>
                                        <p:animScale>
                                          <p:cBhvr>
                                            <p:cTn id="186" dur="150" fill="hold"/>
                                            <p:tgtEl>
                                              <p:spTgt spid="1024"/>
                                            </p:tgtEl>
                                          </p:cBhvr>
                                          <p:by x="110000" y="110000"/>
                                        </p:animScale>
                                      </p:childTnLst>
                                    </p:cTn>
                                  </p:par>
                                  <p:par>
                                    <p:cTn id="187" presetID="53" presetClass="entr" presetSubtype="16" fill="hold" grpId="0" nodeType="withEffect">
                                      <p:stCondLst>
                                        <p:cond delay="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300"/>
                                      </p:stCondLst>
                                      <p:childTnLst>
                                        <p:animScale>
                                          <p:cBhvr>
                                            <p:cTn id="193" dur="150" fill="hold"/>
                                            <p:tgtEl>
                                              <p:spTgt spid="28"/>
                                            </p:tgtEl>
                                          </p:cBhvr>
                                          <p:by x="110000" y="110000"/>
                                        </p:animScale>
                                      </p:childTnLst>
                                    </p:cTn>
                                  </p:par>
                                  <p:par>
                                    <p:cTn id="194" presetID="53" presetClass="entr" presetSubtype="16" fill="hold" grpId="0" nodeType="withEffect">
                                      <p:stCondLst>
                                        <p:cond delay="500"/>
                                      </p:stCondLst>
                                      <p:childTnLst>
                                        <p:set>
                                          <p:cBhvr>
                                            <p:cTn id="195" dur="1" fill="hold">
                                              <p:stCondLst>
                                                <p:cond delay="0"/>
                                              </p:stCondLst>
                                            </p:cTn>
                                            <p:tgtEl>
                                              <p:spTgt spid="30"/>
                                            </p:tgtEl>
                                            <p:attrNameLst>
                                              <p:attrName>style.visibility</p:attrName>
                                            </p:attrNameLst>
                                          </p:cBhvr>
                                          <p:to>
                                            <p:strVal val="visible"/>
                                          </p:to>
                                        </p:set>
                                        <p:anim calcmode="lin" valueType="num">
                                          <p:cBhvr>
                                            <p:cTn id="196" dur="300" fill="hold"/>
                                            <p:tgtEl>
                                              <p:spTgt spid="30"/>
                                            </p:tgtEl>
                                            <p:attrNameLst>
                                              <p:attrName>ppt_w</p:attrName>
                                            </p:attrNameLst>
                                          </p:cBhvr>
                                          <p:tavLst>
                                            <p:tav tm="0">
                                              <p:val>
                                                <p:fltVal val="0"/>
                                              </p:val>
                                            </p:tav>
                                            <p:tav tm="100000">
                                              <p:val>
                                                <p:strVal val="#ppt_w"/>
                                              </p:val>
                                            </p:tav>
                                          </p:tavLst>
                                        </p:anim>
                                        <p:anim calcmode="lin" valueType="num">
                                          <p:cBhvr>
                                            <p:cTn id="197" dur="300" fill="hold"/>
                                            <p:tgtEl>
                                              <p:spTgt spid="30"/>
                                            </p:tgtEl>
                                            <p:attrNameLst>
                                              <p:attrName>ppt_h</p:attrName>
                                            </p:attrNameLst>
                                          </p:cBhvr>
                                          <p:tavLst>
                                            <p:tav tm="0">
                                              <p:val>
                                                <p:fltVal val="0"/>
                                              </p:val>
                                            </p:tav>
                                            <p:tav tm="100000">
                                              <p:val>
                                                <p:strVal val="#ppt_h"/>
                                              </p:val>
                                            </p:tav>
                                          </p:tavLst>
                                        </p:anim>
                                        <p:animEffect transition="in" filter="fade">
                                          <p:cBhvr>
                                            <p:cTn id="198" dur="300"/>
                                            <p:tgtEl>
                                              <p:spTgt spid="30"/>
                                            </p:tgtEl>
                                          </p:cBhvr>
                                        </p:animEffect>
                                      </p:childTnLst>
                                    </p:cTn>
                                  </p:par>
                                  <p:par>
                                    <p:cTn id="199" presetID="6" presetClass="emph" presetSubtype="0" autoRev="1" fill="hold" grpId="1" nodeType="withEffect">
                                      <p:stCondLst>
                                        <p:cond delay="800"/>
                                      </p:stCondLst>
                                      <p:childTnLst>
                                        <p:animScale>
                                          <p:cBhvr>
                                            <p:cTn id="200" dur="150" fill="hold"/>
                                            <p:tgtEl>
                                              <p:spTgt spid="30"/>
                                            </p:tgtEl>
                                          </p:cBhvr>
                                          <p:by x="110000" y="110000"/>
                                        </p:animScale>
                                      </p:childTnLst>
                                    </p:cTn>
                                  </p:par>
                                  <p:par>
                                    <p:cTn id="201" presetID="53" presetClass="entr" presetSubtype="16" fill="hold" grpId="0" nodeType="withEffect">
                                      <p:stCondLst>
                                        <p:cond delay="300"/>
                                      </p:stCondLst>
                                      <p:childTnLst>
                                        <p:set>
                                          <p:cBhvr>
                                            <p:cTn id="202" dur="1" fill="hold">
                                              <p:stCondLst>
                                                <p:cond delay="0"/>
                                              </p:stCondLst>
                                            </p:cTn>
                                            <p:tgtEl>
                                              <p:spTgt spid="31"/>
                                            </p:tgtEl>
                                            <p:attrNameLst>
                                              <p:attrName>style.visibility</p:attrName>
                                            </p:attrNameLst>
                                          </p:cBhvr>
                                          <p:to>
                                            <p:strVal val="visible"/>
                                          </p:to>
                                        </p:set>
                                        <p:anim calcmode="lin" valueType="num">
                                          <p:cBhvr>
                                            <p:cTn id="203" dur="300" fill="hold"/>
                                            <p:tgtEl>
                                              <p:spTgt spid="31"/>
                                            </p:tgtEl>
                                            <p:attrNameLst>
                                              <p:attrName>ppt_w</p:attrName>
                                            </p:attrNameLst>
                                          </p:cBhvr>
                                          <p:tavLst>
                                            <p:tav tm="0">
                                              <p:val>
                                                <p:fltVal val="0"/>
                                              </p:val>
                                            </p:tav>
                                            <p:tav tm="100000">
                                              <p:val>
                                                <p:strVal val="#ppt_w"/>
                                              </p:val>
                                            </p:tav>
                                          </p:tavLst>
                                        </p:anim>
                                        <p:anim calcmode="lin" valueType="num">
                                          <p:cBhvr>
                                            <p:cTn id="204" dur="300" fill="hold"/>
                                            <p:tgtEl>
                                              <p:spTgt spid="31"/>
                                            </p:tgtEl>
                                            <p:attrNameLst>
                                              <p:attrName>ppt_h</p:attrName>
                                            </p:attrNameLst>
                                          </p:cBhvr>
                                          <p:tavLst>
                                            <p:tav tm="0">
                                              <p:val>
                                                <p:fltVal val="0"/>
                                              </p:val>
                                            </p:tav>
                                            <p:tav tm="100000">
                                              <p:val>
                                                <p:strVal val="#ppt_h"/>
                                              </p:val>
                                            </p:tav>
                                          </p:tavLst>
                                        </p:anim>
                                        <p:animEffect transition="in" filter="fade">
                                          <p:cBhvr>
                                            <p:cTn id="205" dur="300"/>
                                            <p:tgtEl>
                                              <p:spTgt spid="31"/>
                                            </p:tgtEl>
                                          </p:cBhvr>
                                        </p:animEffect>
                                      </p:childTnLst>
                                    </p:cTn>
                                  </p:par>
                                  <p:par>
                                    <p:cTn id="206" presetID="6" presetClass="emph" presetSubtype="0" autoRev="1" fill="hold" grpId="1" nodeType="withEffect">
                                      <p:stCondLst>
                                        <p:cond delay="600"/>
                                      </p:stCondLst>
                                      <p:childTnLst>
                                        <p:animScale>
                                          <p:cBhvr>
                                            <p:cTn id="207" dur="150" fill="hold"/>
                                            <p:tgtEl>
                                              <p:spTgt spid="31"/>
                                            </p:tgtEl>
                                          </p:cBhvr>
                                          <p:by x="110000" y="110000"/>
                                        </p:animScale>
                                      </p:childTnLst>
                                    </p:cTn>
                                  </p:par>
                                  <p:par>
                                    <p:cTn id="208" presetID="53" presetClass="entr" presetSubtype="16" fill="hold" grpId="0" nodeType="withEffect">
                                      <p:stCondLst>
                                        <p:cond delay="0"/>
                                      </p:stCondLst>
                                      <p:childTnLst>
                                        <p:set>
                                          <p:cBhvr>
                                            <p:cTn id="209" dur="1" fill="hold">
                                              <p:stCondLst>
                                                <p:cond delay="0"/>
                                              </p:stCondLst>
                                            </p:cTn>
                                            <p:tgtEl>
                                              <p:spTgt spid="29"/>
                                            </p:tgtEl>
                                            <p:attrNameLst>
                                              <p:attrName>style.visibility</p:attrName>
                                            </p:attrNameLst>
                                          </p:cBhvr>
                                          <p:to>
                                            <p:strVal val="visible"/>
                                          </p:to>
                                        </p:set>
                                        <p:anim calcmode="lin" valueType="num">
                                          <p:cBhvr>
                                            <p:cTn id="210" dur="300" fill="hold"/>
                                            <p:tgtEl>
                                              <p:spTgt spid="29"/>
                                            </p:tgtEl>
                                            <p:attrNameLst>
                                              <p:attrName>ppt_w</p:attrName>
                                            </p:attrNameLst>
                                          </p:cBhvr>
                                          <p:tavLst>
                                            <p:tav tm="0">
                                              <p:val>
                                                <p:fltVal val="0"/>
                                              </p:val>
                                            </p:tav>
                                            <p:tav tm="100000">
                                              <p:val>
                                                <p:strVal val="#ppt_w"/>
                                              </p:val>
                                            </p:tav>
                                          </p:tavLst>
                                        </p:anim>
                                        <p:anim calcmode="lin" valueType="num">
                                          <p:cBhvr>
                                            <p:cTn id="211" dur="300" fill="hold"/>
                                            <p:tgtEl>
                                              <p:spTgt spid="29"/>
                                            </p:tgtEl>
                                            <p:attrNameLst>
                                              <p:attrName>ppt_h</p:attrName>
                                            </p:attrNameLst>
                                          </p:cBhvr>
                                          <p:tavLst>
                                            <p:tav tm="0">
                                              <p:val>
                                                <p:fltVal val="0"/>
                                              </p:val>
                                            </p:tav>
                                            <p:tav tm="100000">
                                              <p:val>
                                                <p:strVal val="#ppt_h"/>
                                              </p:val>
                                            </p:tav>
                                          </p:tavLst>
                                        </p:anim>
                                        <p:animEffect transition="in" filter="fade">
                                          <p:cBhvr>
                                            <p:cTn id="212" dur="300"/>
                                            <p:tgtEl>
                                              <p:spTgt spid="29"/>
                                            </p:tgtEl>
                                          </p:cBhvr>
                                        </p:animEffect>
                                      </p:childTnLst>
                                    </p:cTn>
                                  </p:par>
                                  <p:par>
                                    <p:cTn id="213" presetID="6" presetClass="emph" presetSubtype="0" autoRev="1" fill="hold" grpId="1" nodeType="withEffect">
                                      <p:stCondLst>
                                        <p:cond delay="300"/>
                                      </p:stCondLst>
                                      <p:childTnLst>
                                        <p:animScale>
                                          <p:cBhvr>
                                            <p:cTn id="214" dur="150" fill="hold"/>
                                            <p:tgtEl>
                                              <p:spTgt spid="29"/>
                                            </p:tgtEl>
                                          </p:cBhvr>
                                          <p:by x="110000" y="110000"/>
                                        </p:animScale>
                                      </p:childTnLst>
                                    </p:cTn>
                                  </p:par>
                                  <p:par>
                                    <p:cTn id="215" presetID="53" presetClass="entr" presetSubtype="16" fill="hold" grpId="0" nodeType="withEffect">
                                      <p:stCondLst>
                                        <p:cond delay="800"/>
                                      </p:stCondLst>
                                      <p:childTnLst>
                                        <p:set>
                                          <p:cBhvr>
                                            <p:cTn id="216" dur="1" fill="hold">
                                              <p:stCondLst>
                                                <p:cond delay="0"/>
                                              </p:stCondLst>
                                            </p:cTn>
                                            <p:tgtEl>
                                              <p:spTgt spid="24"/>
                                            </p:tgtEl>
                                            <p:attrNameLst>
                                              <p:attrName>style.visibility</p:attrName>
                                            </p:attrNameLst>
                                          </p:cBhvr>
                                          <p:to>
                                            <p:strVal val="visible"/>
                                          </p:to>
                                        </p:set>
                                        <p:anim calcmode="lin" valueType="num">
                                          <p:cBhvr>
                                            <p:cTn id="217" dur="300" fill="hold"/>
                                            <p:tgtEl>
                                              <p:spTgt spid="24"/>
                                            </p:tgtEl>
                                            <p:attrNameLst>
                                              <p:attrName>ppt_w</p:attrName>
                                            </p:attrNameLst>
                                          </p:cBhvr>
                                          <p:tavLst>
                                            <p:tav tm="0">
                                              <p:val>
                                                <p:fltVal val="0"/>
                                              </p:val>
                                            </p:tav>
                                            <p:tav tm="100000">
                                              <p:val>
                                                <p:strVal val="#ppt_w"/>
                                              </p:val>
                                            </p:tav>
                                          </p:tavLst>
                                        </p:anim>
                                        <p:anim calcmode="lin" valueType="num">
                                          <p:cBhvr>
                                            <p:cTn id="218" dur="300" fill="hold"/>
                                            <p:tgtEl>
                                              <p:spTgt spid="24"/>
                                            </p:tgtEl>
                                            <p:attrNameLst>
                                              <p:attrName>ppt_h</p:attrName>
                                            </p:attrNameLst>
                                          </p:cBhvr>
                                          <p:tavLst>
                                            <p:tav tm="0">
                                              <p:val>
                                                <p:fltVal val="0"/>
                                              </p:val>
                                            </p:tav>
                                            <p:tav tm="100000">
                                              <p:val>
                                                <p:strVal val="#ppt_h"/>
                                              </p:val>
                                            </p:tav>
                                          </p:tavLst>
                                        </p:anim>
                                        <p:animEffect transition="in" filter="fade">
                                          <p:cBhvr>
                                            <p:cTn id="219" dur="300"/>
                                            <p:tgtEl>
                                              <p:spTgt spid="24"/>
                                            </p:tgtEl>
                                          </p:cBhvr>
                                        </p:animEffect>
                                      </p:childTnLst>
                                    </p:cTn>
                                  </p:par>
                                  <p:par>
                                    <p:cTn id="220" presetID="6" presetClass="emph" presetSubtype="0" autoRev="1" fill="hold" grpId="1" nodeType="withEffect">
                                      <p:stCondLst>
                                        <p:cond delay="1100"/>
                                      </p:stCondLst>
                                      <p:childTnLst>
                                        <p:animScale>
                                          <p:cBhvr>
                                            <p:cTn id="221" dur="150" fill="hold"/>
                                            <p:tgtEl>
                                              <p:spTgt spid="24"/>
                                            </p:tgtEl>
                                          </p:cBhvr>
                                          <p:by x="110000" y="110000"/>
                                        </p:animScale>
                                      </p:childTnLst>
                                    </p:cTn>
                                  </p:par>
                                  <p:par>
                                    <p:cTn id="222" presetID="53" presetClass="entr" presetSubtype="16" fill="hold" nodeType="withEffect">
                                      <p:stCondLst>
                                        <p:cond delay="800"/>
                                      </p:stCondLst>
                                      <p:iterate type="lt">
                                        <p:tmPct val="10000"/>
                                      </p:iterate>
                                      <p:childTnLst>
                                        <p:set>
                                          <p:cBhvr>
                                            <p:cTn id="223" dur="1" fill="hold">
                                              <p:stCondLst>
                                                <p:cond delay="0"/>
                                              </p:stCondLst>
                                            </p:cTn>
                                            <p:tgtEl>
                                              <p:spTgt spid="1031">
                                                <p:txEl>
                                                  <p:pRg st="0" end="0"/>
                                                </p:txEl>
                                              </p:spTgt>
                                            </p:tgtEl>
                                            <p:attrNameLst>
                                              <p:attrName>style.visibility</p:attrName>
                                            </p:attrNameLst>
                                          </p:cBhvr>
                                          <p:to>
                                            <p:strVal val="visible"/>
                                          </p:to>
                                        </p:set>
                                        <p:anim calcmode="lin" valueType="num">
                                          <p:cBhvr>
                                            <p:cTn id="224" dur="500" fill="hold"/>
                                            <p:tgtEl>
                                              <p:spTgt spid="1031">
                                                <p:txEl>
                                                  <p:pRg st="0" end="0"/>
                                                </p:txEl>
                                              </p:spTgt>
                                            </p:tgtEl>
                                            <p:attrNameLst>
                                              <p:attrName>ppt_w</p:attrName>
                                            </p:attrNameLst>
                                          </p:cBhvr>
                                          <p:tavLst>
                                            <p:tav tm="0">
                                              <p:val>
                                                <p:fltVal val="0"/>
                                              </p:val>
                                            </p:tav>
                                            <p:tav tm="100000">
                                              <p:val>
                                                <p:strVal val="#ppt_w"/>
                                              </p:val>
                                            </p:tav>
                                          </p:tavLst>
                                        </p:anim>
                                        <p:anim calcmode="lin" valueType="num">
                                          <p:cBhvr>
                                            <p:cTn id="225" dur="500" fill="hold"/>
                                            <p:tgtEl>
                                              <p:spTgt spid="1031">
                                                <p:txEl>
                                                  <p:pRg st="0" end="0"/>
                                                </p:txEl>
                                              </p:spTgt>
                                            </p:tgtEl>
                                            <p:attrNameLst>
                                              <p:attrName>ppt_h</p:attrName>
                                            </p:attrNameLst>
                                          </p:cBhvr>
                                          <p:tavLst>
                                            <p:tav tm="0">
                                              <p:val>
                                                <p:fltVal val="0"/>
                                              </p:val>
                                            </p:tav>
                                            <p:tav tm="100000">
                                              <p:val>
                                                <p:strVal val="#ppt_h"/>
                                              </p:val>
                                            </p:tav>
                                          </p:tavLst>
                                        </p:anim>
                                        <p:animEffect transition="in" filter="fade">
                                          <p:cBhvr>
                                            <p:cTn id="226" dur="500"/>
                                            <p:tgtEl>
                                              <p:spTgt spid="1031">
                                                <p:txEl>
                                                  <p:pRg st="0" end="0"/>
                                                </p:txEl>
                                              </p:spTgt>
                                            </p:tgtEl>
                                          </p:cBhvr>
                                        </p:animEffect>
                                      </p:childTnLst>
                                    </p:cTn>
                                  </p:par>
                                  <p:par>
                                    <p:cTn id="227" presetID="2" presetClass="entr" presetSubtype="4" fill="hold" grpId="0" nodeType="withEffect" p14:presetBounceEnd="80000">
                                      <p:stCondLst>
                                        <p:cond delay="1700"/>
                                      </p:stCondLst>
                                      <p:childTnLst>
                                        <p:set>
                                          <p:cBhvr>
                                            <p:cTn id="228" dur="1" fill="hold">
                                              <p:stCondLst>
                                                <p:cond delay="0"/>
                                              </p:stCondLst>
                                            </p:cTn>
                                            <p:tgtEl>
                                              <p:spTgt spid="41"/>
                                            </p:tgtEl>
                                            <p:attrNameLst>
                                              <p:attrName>style.visibility</p:attrName>
                                            </p:attrNameLst>
                                          </p:cBhvr>
                                          <p:to>
                                            <p:strVal val="visible"/>
                                          </p:to>
                                        </p:set>
                                        <p:anim calcmode="lin" valueType="num" p14:bounceEnd="80000">
                                          <p:cBhvr additive="base">
                                            <p:cTn id="229" dur="600" fill="hold"/>
                                            <p:tgtEl>
                                              <p:spTgt spid="41"/>
                                            </p:tgtEl>
                                            <p:attrNameLst>
                                              <p:attrName>ppt_x</p:attrName>
                                            </p:attrNameLst>
                                          </p:cBhvr>
                                          <p:tavLst>
                                            <p:tav tm="0">
                                              <p:val>
                                                <p:strVal val="#ppt_x"/>
                                              </p:val>
                                            </p:tav>
                                            <p:tav tm="100000">
                                              <p:val>
                                                <p:strVal val="#ppt_x"/>
                                              </p:val>
                                            </p:tav>
                                          </p:tavLst>
                                        </p:anim>
                                        <p:anim calcmode="lin" valueType="num" p14:bounceEnd="80000">
                                          <p:cBhvr additive="base">
                                            <p:cTn id="230" dur="600" fill="hold"/>
                                            <p:tgtEl>
                                              <p:spTgt spid="41"/>
                                            </p:tgtEl>
                                            <p:attrNameLst>
                                              <p:attrName>ppt_y</p:attrName>
                                            </p:attrNameLst>
                                          </p:cBhvr>
                                          <p:tavLst>
                                            <p:tav tm="0">
                                              <p:val>
                                                <p:strVal val="1+#ppt_h/2"/>
                                              </p:val>
                                            </p:tav>
                                            <p:tav tm="100000">
                                              <p:val>
                                                <p:strVal val="#ppt_y"/>
                                              </p:val>
                                            </p:tav>
                                          </p:tavLst>
                                        </p:anim>
                                      </p:childTnLst>
                                    </p:cTn>
                                  </p:par>
                                  <p:par>
                                    <p:cTn id="231" presetID="2" presetClass="entr" presetSubtype="4" fill="hold" grpId="0" nodeType="withEffect" p14:presetBounceEnd="80000">
                                      <p:stCondLst>
                                        <p:cond delay="1800"/>
                                      </p:stCondLst>
                                      <p:childTnLst>
                                        <p:set>
                                          <p:cBhvr>
                                            <p:cTn id="232" dur="1" fill="hold">
                                              <p:stCondLst>
                                                <p:cond delay="0"/>
                                              </p:stCondLst>
                                            </p:cTn>
                                            <p:tgtEl>
                                              <p:spTgt spid="42"/>
                                            </p:tgtEl>
                                            <p:attrNameLst>
                                              <p:attrName>style.visibility</p:attrName>
                                            </p:attrNameLst>
                                          </p:cBhvr>
                                          <p:to>
                                            <p:strVal val="visible"/>
                                          </p:to>
                                        </p:set>
                                        <p:anim calcmode="lin" valueType="num" p14:bounceEnd="80000">
                                          <p:cBhvr additive="base">
                                            <p:cTn id="233" dur="600" fill="hold"/>
                                            <p:tgtEl>
                                              <p:spTgt spid="42"/>
                                            </p:tgtEl>
                                            <p:attrNameLst>
                                              <p:attrName>ppt_x</p:attrName>
                                            </p:attrNameLst>
                                          </p:cBhvr>
                                          <p:tavLst>
                                            <p:tav tm="0">
                                              <p:val>
                                                <p:strVal val="#ppt_x"/>
                                              </p:val>
                                            </p:tav>
                                            <p:tav tm="100000">
                                              <p:val>
                                                <p:strVal val="#ppt_x"/>
                                              </p:val>
                                            </p:tav>
                                          </p:tavLst>
                                        </p:anim>
                                        <p:anim calcmode="lin" valueType="num" p14:bounceEnd="80000">
                                          <p:cBhvr additive="base">
                                            <p:cTn id="234" dur="600" fill="hold"/>
                                            <p:tgtEl>
                                              <p:spTgt spid="42"/>
                                            </p:tgtEl>
                                            <p:attrNameLst>
                                              <p:attrName>ppt_y</p:attrName>
                                            </p:attrNameLst>
                                          </p:cBhvr>
                                          <p:tavLst>
                                            <p:tav tm="0">
                                              <p:val>
                                                <p:strVal val="1+#ppt_h/2"/>
                                              </p:val>
                                            </p:tav>
                                            <p:tav tm="100000">
                                              <p:val>
                                                <p:strVal val="#ppt_y"/>
                                              </p:val>
                                            </p:tav>
                                          </p:tavLst>
                                        </p:anim>
                                      </p:childTnLst>
                                    </p:cTn>
                                  </p:par>
                                  <p:par>
                                    <p:cTn id="235" presetID="10" presetClass="entr" presetSubtype="0" fill="hold" nodeType="withEffect">
                                      <p:stCondLst>
                                        <p:cond delay="1900"/>
                                      </p:stCondLst>
                                      <p:childTnLst>
                                        <p:set>
                                          <p:cBhvr>
                                            <p:cTn id="236" dur="1" fill="hold">
                                              <p:stCondLst>
                                                <p:cond delay="0"/>
                                              </p:stCondLst>
                                            </p:cTn>
                                            <p:tgtEl>
                                              <p:spTgt spid="1032"/>
                                            </p:tgtEl>
                                            <p:attrNameLst>
                                              <p:attrName>style.visibility</p:attrName>
                                            </p:attrNameLst>
                                          </p:cBhvr>
                                          <p:to>
                                            <p:strVal val="visible"/>
                                          </p:to>
                                        </p:set>
                                        <p:animEffect transition="in" filter="fade">
                                          <p:cBhvr>
                                            <p:cTn id="237"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1024" grpId="0" animBg="1"/>
          <p:bldP spid="1024" grpId="1" animBg="1"/>
          <p:bldP spid="1025" grpId="0" animBg="1"/>
          <p:bldP spid="1025" grpId="1" animBg="1"/>
          <p:bldP spid="1027" grpId="0" animBg="1"/>
          <p:bldP spid="1027" grpId="1" animBg="1"/>
          <p:bldP spid="1028" grpId="0" animBg="1"/>
          <p:bldP spid="1028" grpId="1" animBg="1"/>
          <p:bldP spid="1029" grpId="0" animBg="1"/>
          <p:bldP spid="1029" grpId="1" animBg="1"/>
          <p:bldP spid="1030" grpId="0" animBg="1"/>
          <p:bldP spid="1030" grpId="1" animBg="1"/>
          <p:bldP spid="41" grpId="0" animBg="1"/>
          <p:bldP spid="4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par>
                                    <p:cTn id="10" presetID="6" presetClass="emph" presetSubtype="0" autoRev="1" fill="hold" grpId="1" nodeType="withEffect">
                                      <p:stCondLst>
                                        <p:cond delay="500"/>
                                      </p:stCondLst>
                                      <p:childTnLst>
                                        <p:animScale>
                                          <p:cBhvr>
                                            <p:cTn id="11" dur="150" fill="hold"/>
                                            <p:tgtEl>
                                              <p:spTgt spid="7"/>
                                            </p:tgtEl>
                                          </p:cBhvr>
                                          <p:by x="110000" y="110000"/>
                                        </p:animScale>
                                      </p:childTnLst>
                                    </p:cTn>
                                  </p:par>
                                  <p:par>
                                    <p:cTn id="12" presetID="53" presetClass="entr" presetSubtype="16"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300" fill="hold"/>
                                            <p:tgtEl>
                                              <p:spTgt spid="8"/>
                                            </p:tgtEl>
                                            <p:attrNameLst>
                                              <p:attrName>ppt_w</p:attrName>
                                            </p:attrNameLst>
                                          </p:cBhvr>
                                          <p:tavLst>
                                            <p:tav tm="0">
                                              <p:val>
                                                <p:fltVal val="0"/>
                                              </p:val>
                                            </p:tav>
                                            <p:tav tm="100000">
                                              <p:val>
                                                <p:strVal val="#ppt_w"/>
                                              </p:val>
                                            </p:tav>
                                          </p:tavLst>
                                        </p:anim>
                                        <p:anim calcmode="lin" valueType="num">
                                          <p:cBhvr>
                                            <p:cTn id="15" dur="300" fill="hold"/>
                                            <p:tgtEl>
                                              <p:spTgt spid="8"/>
                                            </p:tgtEl>
                                            <p:attrNameLst>
                                              <p:attrName>ppt_h</p:attrName>
                                            </p:attrNameLst>
                                          </p:cBhvr>
                                          <p:tavLst>
                                            <p:tav tm="0">
                                              <p:val>
                                                <p:fltVal val="0"/>
                                              </p:val>
                                            </p:tav>
                                            <p:tav tm="100000">
                                              <p:val>
                                                <p:strVal val="#ppt_h"/>
                                              </p:val>
                                            </p:tav>
                                          </p:tavLst>
                                        </p:anim>
                                        <p:animEffect transition="in" filter="fade">
                                          <p:cBhvr>
                                            <p:cTn id="16" dur="300"/>
                                            <p:tgtEl>
                                              <p:spTgt spid="8"/>
                                            </p:tgtEl>
                                          </p:cBhvr>
                                        </p:animEffect>
                                      </p:childTnLst>
                                    </p:cTn>
                                  </p:par>
                                  <p:par>
                                    <p:cTn id="17" presetID="6" presetClass="emph" presetSubtype="0" autoRev="1" fill="hold" grpId="1" nodeType="withEffect">
                                      <p:stCondLst>
                                        <p:cond delay="300"/>
                                      </p:stCondLst>
                                      <p:childTnLst>
                                        <p:animScale>
                                          <p:cBhvr>
                                            <p:cTn id="18" dur="150" fill="hold"/>
                                            <p:tgtEl>
                                              <p:spTgt spid="8"/>
                                            </p:tgtEl>
                                          </p:cBhvr>
                                          <p:by x="110000" y="110000"/>
                                        </p:animScale>
                                      </p:childTnLst>
                                    </p:cTn>
                                  </p:par>
                                  <p:par>
                                    <p:cTn id="19" presetID="53" presetClass="entr" presetSubtype="16"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300" fill="hold"/>
                                            <p:tgtEl>
                                              <p:spTgt spid="11"/>
                                            </p:tgtEl>
                                            <p:attrNameLst>
                                              <p:attrName>ppt_w</p:attrName>
                                            </p:attrNameLst>
                                          </p:cBhvr>
                                          <p:tavLst>
                                            <p:tav tm="0">
                                              <p:val>
                                                <p:fltVal val="0"/>
                                              </p:val>
                                            </p:tav>
                                            <p:tav tm="100000">
                                              <p:val>
                                                <p:strVal val="#ppt_w"/>
                                              </p:val>
                                            </p:tav>
                                          </p:tavLst>
                                        </p:anim>
                                        <p:anim calcmode="lin" valueType="num">
                                          <p:cBhvr>
                                            <p:cTn id="22" dur="300" fill="hold"/>
                                            <p:tgtEl>
                                              <p:spTgt spid="11"/>
                                            </p:tgtEl>
                                            <p:attrNameLst>
                                              <p:attrName>ppt_h</p:attrName>
                                            </p:attrNameLst>
                                          </p:cBhvr>
                                          <p:tavLst>
                                            <p:tav tm="0">
                                              <p:val>
                                                <p:fltVal val="0"/>
                                              </p:val>
                                            </p:tav>
                                            <p:tav tm="100000">
                                              <p:val>
                                                <p:strVal val="#ppt_h"/>
                                              </p:val>
                                            </p:tav>
                                          </p:tavLst>
                                        </p:anim>
                                        <p:animEffect transition="in" filter="fade">
                                          <p:cBhvr>
                                            <p:cTn id="23" dur="300"/>
                                            <p:tgtEl>
                                              <p:spTgt spid="11"/>
                                            </p:tgtEl>
                                          </p:cBhvr>
                                        </p:animEffect>
                                      </p:childTnLst>
                                    </p:cTn>
                                  </p:par>
                                  <p:par>
                                    <p:cTn id="24" presetID="6" presetClass="emph" presetSubtype="0" autoRev="1" fill="hold" grpId="1" nodeType="withEffect">
                                      <p:stCondLst>
                                        <p:cond delay="300"/>
                                      </p:stCondLst>
                                      <p:childTnLst>
                                        <p:animScale>
                                          <p:cBhvr>
                                            <p:cTn id="25" dur="150" fill="hold"/>
                                            <p:tgtEl>
                                              <p:spTgt spid="11"/>
                                            </p:tgtEl>
                                          </p:cBhvr>
                                          <p:by x="110000" y="110000"/>
                                        </p:animScale>
                                      </p:childTnLst>
                                    </p:cTn>
                                  </p:par>
                                  <p:par>
                                    <p:cTn id="26" presetID="53" presetClass="entr" presetSubtype="16" fill="hold" grpId="0" nodeType="withEffect">
                                      <p:stCondLst>
                                        <p:cond delay="500"/>
                                      </p:stCondLst>
                                      <p:childTnLst>
                                        <p:set>
                                          <p:cBhvr>
                                            <p:cTn id="27" dur="1" fill="hold">
                                              <p:stCondLst>
                                                <p:cond delay="0"/>
                                              </p:stCondLst>
                                            </p:cTn>
                                            <p:tgtEl>
                                              <p:spTgt spid="12"/>
                                            </p:tgtEl>
                                            <p:attrNameLst>
                                              <p:attrName>style.visibility</p:attrName>
                                            </p:attrNameLst>
                                          </p:cBhvr>
                                          <p:to>
                                            <p:strVal val="visible"/>
                                          </p:to>
                                        </p:set>
                                        <p:anim calcmode="lin" valueType="num">
                                          <p:cBhvr>
                                            <p:cTn id="28" dur="300" fill="hold"/>
                                            <p:tgtEl>
                                              <p:spTgt spid="12"/>
                                            </p:tgtEl>
                                            <p:attrNameLst>
                                              <p:attrName>ppt_w</p:attrName>
                                            </p:attrNameLst>
                                          </p:cBhvr>
                                          <p:tavLst>
                                            <p:tav tm="0">
                                              <p:val>
                                                <p:fltVal val="0"/>
                                              </p:val>
                                            </p:tav>
                                            <p:tav tm="100000">
                                              <p:val>
                                                <p:strVal val="#ppt_w"/>
                                              </p:val>
                                            </p:tav>
                                          </p:tavLst>
                                        </p:anim>
                                        <p:anim calcmode="lin" valueType="num">
                                          <p:cBhvr>
                                            <p:cTn id="29" dur="300" fill="hold"/>
                                            <p:tgtEl>
                                              <p:spTgt spid="12"/>
                                            </p:tgtEl>
                                            <p:attrNameLst>
                                              <p:attrName>ppt_h</p:attrName>
                                            </p:attrNameLst>
                                          </p:cBhvr>
                                          <p:tavLst>
                                            <p:tav tm="0">
                                              <p:val>
                                                <p:fltVal val="0"/>
                                              </p:val>
                                            </p:tav>
                                            <p:tav tm="100000">
                                              <p:val>
                                                <p:strVal val="#ppt_h"/>
                                              </p:val>
                                            </p:tav>
                                          </p:tavLst>
                                        </p:anim>
                                        <p:animEffect transition="in" filter="fade">
                                          <p:cBhvr>
                                            <p:cTn id="30" dur="300"/>
                                            <p:tgtEl>
                                              <p:spTgt spid="12"/>
                                            </p:tgtEl>
                                          </p:cBhvr>
                                        </p:animEffect>
                                      </p:childTnLst>
                                    </p:cTn>
                                  </p:par>
                                  <p:par>
                                    <p:cTn id="31" presetID="6" presetClass="emph" presetSubtype="0" autoRev="1" fill="hold" grpId="1" nodeType="withEffect">
                                      <p:stCondLst>
                                        <p:cond delay="800"/>
                                      </p:stCondLst>
                                      <p:childTnLst>
                                        <p:animScale>
                                          <p:cBhvr>
                                            <p:cTn id="32" dur="150" fill="hold"/>
                                            <p:tgtEl>
                                              <p:spTgt spid="12"/>
                                            </p:tgtEl>
                                          </p:cBhvr>
                                          <p:by x="110000" y="110000"/>
                                        </p:animScale>
                                      </p:childTnLst>
                                    </p:cTn>
                                  </p:par>
                                  <p:par>
                                    <p:cTn id="33" presetID="53" presetClass="entr" presetSubtype="16" fill="hold" grpId="0" nodeType="withEffect">
                                      <p:stCondLst>
                                        <p:cond delay="300"/>
                                      </p:stCondLst>
                                      <p:childTnLst>
                                        <p:set>
                                          <p:cBhvr>
                                            <p:cTn id="34" dur="1" fill="hold">
                                              <p:stCondLst>
                                                <p:cond delay="0"/>
                                              </p:stCondLst>
                                            </p:cTn>
                                            <p:tgtEl>
                                              <p:spTgt spid="13"/>
                                            </p:tgtEl>
                                            <p:attrNameLst>
                                              <p:attrName>style.visibility</p:attrName>
                                            </p:attrNameLst>
                                          </p:cBhvr>
                                          <p:to>
                                            <p:strVal val="visible"/>
                                          </p:to>
                                        </p:set>
                                        <p:anim calcmode="lin" valueType="num">
                                          <p:cBhvr>
                                            <p:cTn id="35" dur="300" fill="hold"/>
                                            <p:tgtEl>
                                              <p:spTgt spid="13"/>
                                            </p:tgtEl>
                                            <p:attrNameLst>
                                              <p:attrName>ppt_w</p:attrName>
                                            </p:attrNameLst>
                                          </p:cBhvr>
                                          <p:tavLst>
                                            <p:tav tm="0">
                                              <p:val>
                                                <p:fltVal val="0"/>
                                              </p:val>
                                            </p:tav>
                                            <p:tav tm="100000">
                                              <p:val>
                                                <p:strVal val="#ppt_w"/>
                                              </p:val>
                                            </p:tav>
                                          </p:tavLst>
                                        </p:anim>
                                        <p:anim calcmode="lin" valueType="num">
                                          <p:cBhvr>
                                            <p:cTn id="36" dur="300" fill="hold"/>
                                            <p:tgtEl>
                                              <p:spTgt spid="13"/>
                                            </p:tgtEl>
                                            <p:attrNameLst>
                                              <p:attrName>ppt_h</p:attrName>
                                            </p:attrNameLst>
                                          </p:cBhvr>
                                          <p:tavLst>
                                            <p:tav tm="0">
                                              <p:val>
                                                <p:fltVal val="0"/>
                                              </p:val>
                                            </p:tav>
                                            <p:tav tm="100000">
                                              <p:val>
                                                <p:strVal val="#ppt_h"/>
                                              </p:val>
                                            </p:tav>
                                          </p:tavLst>
                                        </p:anim>
                                        <p:animEffect transition="in" filter="fade">
                                          <p:cBhvr>
                                            <p:cTn id="37" dur="300"/>
                                            <p:tgtEl>
                                              <p:spTgt spid="13"/>
                                            </p:tgtEl>
                                          </p:cBhvr>
                                        </p:animEffect>
                                      </p:childTnLst>
                                    </p:cTn>
                                  </p:par>
                                  <p:par>
                                    <p:cTn id="38" presetID="6" presetClass="emph" presetSubtype="0" autoRev="1" fill="hold" grpId="1" nodeType="withEffect">
                                      <p:stCondLst>
                                        <p:cond delay="600"/>
                                      </p:stCondLst>
                                      <p:childTnLst>
                                        <p:animScale>
                                          <p:cBhvr>
                                            <p:cTn id="39" dur="150" fill="hold"/>
                                            <p:tgtEl>
                                              <p:spTgt spid="13"/>
                                            </p:tgtEl>
                                          </p:cBhvr>
                                          <p:by x="110000" y="110000"/>
                                        </p:animScale>
                                      </p:childTnLst>
                                    </p:cTn>
                                  </p:par>
                                  <p:par>
                                    <p:cTn id="40" presetID="53" presetClass="entr" presetSubtype="16" fill="hold" grpId="0" nodeType="withEffect">
                                      <p:stCondLst>
                                        <p:cond delay="200"/>
                                      </p:stCondLst>
                                      <p:childTnLst>
                                        <p:set>
                                          <p:cBhvr>
                                            <p:cTn id="41" dur="1" fill="hold">
                                              <p:stCondLst>
                                                <p:cond delay="0"/>
                                              </p:stCondLst>
                                            </p:cTn>
                                            <p:tgtEl>
                                              <p:spTgt spid="10"/>
                                            </p:tgtEl>
                                            <p:attrNameLst>
                                              <p:attrName>style.visibility</p:attrName>
                                            </p:attrNameLst>
                                          </p:cBhvr>
                                          <p:to>
                                            <p:strVal val="visible"/>
                                          </p:to>
                                        </p:set>
                                        <p:anim calcmode="lin" valueType="num">
                                          <p:cBhvr>
                                            <p:cTn id="42" dur="300" fill="hold"/>
                                            <p:tgtEl>
                                              <p:spTgt spid="10"/>
                                            </p:tgtEl>
                                            <p:attrNameLst>
                                              <p:attrName>ppt_w</p:attrName>
                                            </p:attrNameLst>
                                          </p:cBhvr>
                                          <p:tavLst>
                                            <p:tav tm="0">
                                              <p:val>
                                                <p:fltVal val="0"/>
                                              </p:val>
                                            </p:tav>
                                            <p:tav tm="100000">
                                              <p:val>
                                                <p:strVal val="#ppt_w"/>
                                              </p:val>
                                            </p:tav>
                                          </p:tavLst>
                                        </p:anim>
                                        <p:anim calcmode="lin" valueType="num">
                                          <p:cBhvr>
                                            <p:cTn id="43" dur="300" fill="hold"/>
                                            <p:tgtEl>
                                              <p:spTgt spid="10"/>
                                            </p:tgtEl>
                                            <p:attrNameLst>
                                              <p:attrName>ppt_h</p:attrName>
                                            </p:attrNameLst>
                                          </p:cBhvr>
                                          <p:tavLst>
                                            <p:tav tm="0">
                                              <p:val>
                                                <p:fltVal val="0"/>
                                              </p:val>
                                            </p:tav>
                                            <p:tav tm="100000">
                                              <p:val>
                                                <p:strVal val="#ppt_h"/>
                                              </p:val>
                                            </p:tav>
                                          </p:tavLst>
                                        </p:anim>
                                        <p:animEffect transition="in" filter="fade">
                                          <p:cBhvr>
                                            <p:cTn id="44" dur="300"/>
                                            <p:tgtEl>
                                              <p:spTgt spid="10"/>
                                            </p:tgtEl>
                                          </p:cBhvr>
                                        </p:animEffect>
                                      </p:childTnLst>
                                    </p:cTn>
                                  </p:par>
                                  <p:par>
                                    <p:cTn id="45" presetID="6" presetClass="emph" presetSubtype="0" autoRev="1" fill="hold" grpId="1" nodeType="withEffect">
                                      <p:stCondLst>
                                        <p:cond delay="500"/>
                                      </p:stCondLst>
                                      <p:childTnLst>
                                        <p:animScale>
                                          <p:cBhvr>
                                            <p:cTn id="46" dur="150" fill="hold"/>
                                            <p:tgtEl>
                                              <p:spTgt spid="10"/>
                                            </p:tgtEl>
                                          </p:cBhvr>
                                          <p:by x="110000" y="110000"/>
                                        </p:animScale>
                                      </p:childTnLst>
                                    </p:cTn>
                                  </p:par>
                                  <p:par>
                                    <p:cTn id="47" presetID="53" presetClass="entr" presetSubtype="16"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300" fill="hold"/>
                                            <p:tgtEl>
                                              <p:spTgt spid="9"/>
                                            </p:tgtEl>
                                            <p:attrNameLst>
                                              <p:attrName>ppt_w</p:attrName>
                                            </p:attrNameLst>
                                          </p:cBhvr>
                                          <p:tavLst>
                                            <p:tav tm="0">
                                              <p:val>
                                                <p:fltVal val="0"/>
                                              </p:val>
                                            </p:tav>
                                            <p:tav tm="100000">
                                              <p:val>
                                                <p:strVal val="#ppt_w"/>
                                              </p:val>
                                            </p:tav>
                                          </p:tavLst>
                                        </p:anim>
                                        <p:anim calcmode="lin" valueType="num">
                                          <p:cBhvr>
                                            <p:cTn id="50" dur="300" fill="hold"/>
                                            <p:tgtEl>
                                              <p:spTgt spid="9"/>
                                            </p:tgtEl>
                                            <p:attrNameLst>
                                              <p:attrName>ppt_h</p:attrName>
                                            </p:attrNameLst>
                                          </p:cBhvr>
                                          <p:tavLst>
                                            <p:tav tm="0">
                                              <p:val>
                                                <p:fltVal val="0"/>
                                              </p:val>
                                            </p:tav>
                                            <p:tav tm="100000">
                                              <p:val>
                                                <p:strVal val="#ppt_h"/>
                                              </p:val>
                                            </p:tav>
                                          </p:tavLst>
                                        </p:anim>
                                        <p:animEffect transition="in" filter="fade">
                                          <p:cBhvr>
                                            <p:cTn id="51" dur="300"/>
                                            <p:tgtEl>
                                              <p:spTgt spid="9"/>
                                            </p:tgtEl>
                                          </p:cBhvr>
                                        </p:animEffect>
                                      </p:childTnLst>
                                    </p:cTn>
                                  </p:par>
                                  <p:par>
                                    <p:cTn id="52" presetID="6" presetClass="emph" presetSubtype="0" autoRev="1" fill="hold" grpId="1" nodeType="withEffect">
                                      <p:stCondLst>
                                        <p:cond delay="300"/>
                                      </p:stCondLst>
                                      <p:childTnLst>
                                        <p:animScale>
                                          <p:cBhvr>
                                            <p:cTn id="53" dur="150" fill="hold"/>
                                            <p:tgtEl>
                                              <p:spTgt spid="9"/>
                                            </p:tgtEl>
                                          </p:cBhvr>
                                          <p:by x="110000" y="110000"/>
                                        </p:animScale>
                                      </p:childTnLst>
                                    </p:cTn>
                                  </p:par>
                                  <p:par>
                                    <p:cTn id="54" presetID="53" presetClass="entr" presetSubtype="16" fill="hold" grpId="0" nodeType="withEffect">
                                      <p:stCondLst>
                                        <p:cond delay="200"/>
                                      </p:stCondLst>
                                      <p:childTnLst>
                                        <p:set>
                                          <p:cBhvr>
                                            <p:cTn id="55" dur="1" fill="hold">
                                              <p:stCondLst>
                                                <p:cond delay="0"/>
                                              </p:stCondLst>
                                            </p:cTn>
                                            <p:tgtEl>
                                              <p:spTgt spid="22"/>
                                            </p:tgtEl>
                                            <p:attrNameLst>
                                              <p:attrName>style.visibility</p:attrName>
                                            </p:attrNameLst>
                                          </p:cBhvr>
                                          <p:to>
                                            <p:strVal val="visible"/>
                                          </p:to>
                                        </p:set>
                                        <p:anim calcmode="lin" valueType="num">
                                          <p:cBhvr>
                                            <p:cTn id="56" dur="300" fill="hold"/>
                                            <p:tgtEl>
                                              <p:spTgt spid="22"/>
                                            </p:tgtEl>
                                            <p:attrNameLst>
                                              <p:attrName>ppt_w</p:attrName>
                                            </p:attrNameLst>
                                          </p:cBhvr>
                                          <p:tavLst>
                                            <p:tav tm="0">
                                              <p:val>
                                                <p:fltVal val="0"/>
                                              </p:val>
                                            </p:tav>
                                            <p:tav tm="100000">
                                              <p:val>
                                                <p:strVal val="#ppt_w"/>
                                              </p:val>
                                            </p:tav>
                                          </p:tavLst>
                                        </p:anim>
                                        <p:anim calcmode="lin" valueType="num">
                                          <p:cBhvr>
                                            <p:cTn id="57" dur="300" fill="hold"/>
                                            <p:tgtEl>
                                              <p:spTgt spid="22"/>
                                            </p:tgtEl>
                                            <p:attrNameLst>
                                              <p:attrName>ppt_h</p:attrName>
                                            </p:attrNameLst>
                                          </p:cBhvr>
                                          <p:tavLst>
                                            <p:tav tm="0">
                                              <p:val>
                                                <p:fltVal val="0"/>
                                              </p:val>
                                            </p:tav>
                                            <p:tav tm="100000">
                                              <p:val>
                                                <p:strVal val="#ppt_h"/>
                                              </p:val>
                                            </p:tav>
                                          </p:tavLst>
                                        </p:anim>
                                        <p:animEffect transition="in" filter="fade">
                                          <p:cBhvr>
                                            <p:cTn id="58" dur="300"/>
                                            <p:tgtEl>
                                              <p:spTgt spid="22"/>
                                            </p:tgtEl>
                                          </p:cBhvr>
                                        </p:animEffect>
                                      </p:childTnLst>
                                    </p:cTn>
                                  </p:par>
                                  <p:par>
                                    <p:cTn id="59" presetID="6" presetClass="emph" presetSubtype="0" autoRev="1" fill="hold" grpId="1" nodeType="withEffect">
                                      <p:stCondLst>
                                        <p:cond delay="500"/>
                                      </p:stCondLst>
                                      <p:childTnLst>
                                        <p:animScale>
                                          <p:cBhvr>
                                            <p:cTn id="60" dur="150" fill="hold"/>
                                            <p:tgtEl>
                                              <p:spTgt spid="22"/>
                                            </p:tgtEl>
                                          </p:cBhvr>
                                          <p:by x="110000" y="110000"/>
                                        </p:animScale>
                                      </p:childTnLst>
                                    </p:cTn>
                                  </p:par>
                                  <p:par>
                                    <p:cTn id="61" presetID="53" presetClass="entr" presetSubtype="16" fill="hold" grpId="0" nodeType="withEffect">
                                      <p:stCondLst>
                                        <p:cond delay="400"/>
                                      </p:stCondLst>
                                      <p:childTnLst>
                                        <p:set>
                                          <p:cBhvr>
                                            <p:cTn id="62" dur="1" fill="hold">
                                              <p:stCondLst>
                                                <p:cond delay="0"/>
                                              </p:stCondLst>
                                            </p:cTn>
                                            <p:tgtEl>
                                              <p:spTgt spid="1025"/>
                                            </p:tgtEl>
                                            <p:attrNameLst>
                                              <p:attrName>style.visibility</p:attrName>
                                            </p:attrNameLst>
                                          </p:cBhvr>
                                          <p:to>
                                            <p:strVal val="visible"/>
                                          </p:to>
                                        </p:set>
                                        <p:anim calcmode="lin" valueType="num">
                                          <p:cBhvr>
                                            <p:cTn id="63" dur="300" fill="hold"/>
                                            <p:tgtEl>
                                              <p:spTgt spid="1025"/>
                                            </p:tgtEl>
                                            <p:attrNameLst>
                                              <p:attrName>ppt_w</p:attrName>
                                            </p:attrNameLst>
                                          </p:cBhvr>
                                          <p:tavLst>
                                            <p:tav tm="0">
                                              <p:val>
                                                <p:fltVal val="0"/>
                                              </p:val>
                                            </p:tav>
                                            <p:tav tm="100000">
                                              <p:val>
                                                <p:strVal val="#ppt_w"/>
                                              </p:val>
                                            </p:tav>
                                          </p:tavLst>
                                        </p:anim>
                                        <p:anim calcmode="lin" valueType="num">
                                          <p:cBhvr>
                                            <p:cTn id="64" dur="300" fill="hold"/>
                                            <p:tgtEl>
                                              <p:spTgt spid="1025"/>
                                            </p:tgtEl>
                                            <p:attrNameLst>
                                              <p:attrName>ppt_h</p:attrName>
                                            </p:attrNameLst>
                                          </p:cBhvr>
                                          <p:tavLst>
                                            <p:tav tm="0">
                                              <p:val>
                                                <p:fltVal val="0"/>
                                              </p:val>
                                            </p:tav>
                                            <p:tav tm="100000">
                                              <p:val>
                                                <p:strVal val="#ppt_h"/>
                                              </p:val>
                                            </p:tav>
                                          </p:tavLst>
                                        </p:anim>
                                        <p:animEffect transition="in" filter="fade">
                                          <p:cBhvr>
                                            <p:cTn id="65" dur="300"/>
                                            <p:tgtEl>
                                              <p:spTgt spid="1025"/>
                                            </p:tgtEl>
                                          </p:cBhvr>
                                        </p:animEffect>
                                      </p:childTnLst>
                                    </p:cTn>
                                  </p:par>
                                  <p:par>
                                    <p:cTn id="66" presetID="6" presetClass="emph" presetSubtype="0" autoRev="1" fill="hold" grpId="1" nodeType="withEffect">
                                      <p:stCondLst>
                                        <p:cond delay="700"/>
                                      </p:stCondLst>
                                      <p:childTnLst>
                                        <p:animScale>
                                          <p:cBhvr>
                                            <p:cTn id="67" dur="150" fill="hold"/>
                                            <p:tgtEl>
                                              <p:spTgt spid="1025"/>
                                            </p:tgtEl>
                                          </p:cBhvr>
                                          <p:by x="110000" y="110000"/>
                                        </p:animScale>
                                      </p:childTnLst>
                                    </p:cTn>
                                  </p:par>
                                  <p:par>
                                    <p:cTn id="68" presetID="53" presetClass="entr" presetSubtype="16" fill="hold" grpId="0" nodeType="withEffect">
                                      <p:stCondLst>
                                        <p:cond delay="0"/>
                                      </p:stCondLst>
                                      <p:childTnLst>
                                        <p:set>
                                          <p:cBhvr>
                                            <p:cTn id="69" dur="1" fill="hold">
                                              <p:stCondLst>
                                                <p:cond delay="0"/>
                                              </p:stCondLst>
                                            </p:cTn>
                                            <p:tgtEl>
                                              <p:spTgt spid="15"/>
                                            </p:tgtEl>
                                            <p:attrNameLst>
                                              <p:attrName>style.visibility</p:attrName>
                                            </p:attrNameLst>
                                          </p:cBhvr>
                                          <p:to>
                                            <p:strVal val="visible"/>
                                          </p:to>
                                        </p:set>
                                        <p:anim calcmode="lin" valueType="num">
                                          <p:cBhvr>
                                            <p:cTn id="70" dur="300" fill="hold"/>
                                            <p:tgtEl>
                                              <p:spTgt spid="15"/>
                                            </p:tgtEl>
                                            <p:attrNameLst>
                                              <p:attrName>ppt_w</p:attrName>
                                            </p:attrNameLst>
                                          </p:cBhvr>
                                          <p:tavLst>
                                            <p:tav tm="0">
                                              <p:val>
                                                <p:fltVal val="0"/>
                                              </p:val>
                                            </p:tav>
                                            <p:tav tm="100000">
                                              <p:val>
                                                <p:strVal val="#ppt_w"/>
                                              </p:val>
                                            </p:tav>
                                          </p:tavLst>
                                        </p:anim>
                                        <p:anim calcmode="lin" valueType="num">
                                          <p:cBhvr>
                                            <p:cTn id="71" dur="300" fill="hold"/>
                                            <p:tgtEl>
                                              <p:spTgt spid="15"/>
                                            </p:tgtEl>
                                            <p:attrNameLst>
                                              <p:attrName>ppt_h</p:attrName>
                                            </p:attrNameLst>
                                          </p:cBhvr>
                                          <p:tavLst>
                                            <p:tav tm="0">
                                              <p:val>
                                                <p:fltVal val="0"/>
                                              </p:val>
                                            </p:tav>
                                            <p:tav tm="100000">
                                              <p:val>
                                                <p:strVal val="#ppt_h"/>
                                              </p:val>
                                            </p:tav>
                                          </p:tavLst>
                                        </p:anim>
                                        <p:animEffect transition="in" filter="fade">
                                          <p:cBhvr>
                                            <p:cTn id="72" dur="300"/>
                                            <p:tgtEl>
                                              <p:spTgt spid="15"/>
                                            </p:tgtEl>
                                          </p:cBhvr>
                                        </p:animEffect>
                                      </p:childTnLst>
                                    </p:cTn>
                                  </p:par>
                                  <p:par>
                                    <p:cTn id="73" presetID="6" presetClass="emph" presetSubtype="0" autoRev="1" fill="hold" grpId="1" nodeType="withEffect">
                                      <p:stCondLst>
                                        <p:cond delay="300"/>
                                      </p:stCondLst>
                                      <p:childTnLst>
                                        <p:animScale>
                                          <p:cBhvr>
                                            <p:cTn id="74" dur="150" fill="hold"/>
                                            <p:tgtEl>
                                              <p:spTgt spid="15"/>
                                            </p:tgtEl>
                                          </p:cBhvr>
                                          <p:by x="110000" y="110000"/>
                                        </p:animScale>
                                      </p:childTnLst>
                                    </p:cTn>
                                  </p:par>
                                  <p:par>
                                    <p:cTn id="75" presetID="53" presetClass="entr" presetSubtype="16"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anim calcmode="lin" valueType="num">
                                          <p:cBhvr>
                                            <p:cTn id="77" dur="300" fill="hold"/>
                                            <p:tgtEl>
                                              <p:spTgt spid="14"/>
                                            </p:tgtEl>
                                            <p:attrNameLst>
                                              <p:attrName>ppt_w</p:attrName>
                                            </p:attrNameLst>
                                          </p:cBhvr>
                                          <p:tavLst>
                                            <p:tav tm="0">
                                              <p:val>
                                                <p:fltVal val="0"/>
                                              </p:val>
                                            </p:tav>
                                            <p:tav tm="100000">
                                              <p:val>
                                                <p:strVal val="#ppt_w"/>
                                              </p:val>
                                            </p:tav>
                                          </p:tavLst>
                                        </p:anim>
                                        <p:anim calcmode="lin" valueType="num">
                                          <p:cBhvr>
                                            <p:cTn id="78" dur="300" fill="hold"/>
                                            <p:tgtEl>
                                              <p:spTgt spid="14"/>
                                            </p:tgtEl>
                                            <p:attrNameLst>
                                              <p:attrName>ppt_h</p:attrName>
                                            </p:attrNameLst>
                                          </p:cBhvr>
                                          <p:tavLst>
                                            <p:tav tm="0">
                                              <p:val>
                                                <p:fltVal val="0"/>
                                              </p:val>
                                            </p:tav>
                                            <p:tav tm="100000">
                                              <p:val>
                                                <p:strVal val="#ppt_h"/>
                                              </p:val>
                                            </p:tav>
                                          </p:tavLst>
                                        </p:anim>
                                        <p:animEffect transition="in" filter="fade">
                                          <p:cBhvr>
                                            <p:cTn id="79" dur="300"/>
                                            <p:tgtEl>
                                              <p:spTgt spid="14"/>
                                            </p:tgtEl>
                                          </p:cBhvr>
                                        </p:animEffect>
                                      </p:childTnLst>
                                    </p:cTn>
                                  </p:par>
                                  <p:par>
                                    <p:cTn id="80" presetID="6" presetClass="emph" presetSubtype="0" autoRev="1" fill="hold" grpId="1" nodeType="withEffect">
                                      <p:stCondLst>
                                        <p:cond delay="300"/>
                                      </p:stCondLst>
                                      <p:childTnLst>
                                        <p:animScale>
                                          <p:cBhvr>
                                            <p:cTn id="81" dur="150" fill="hold"/>
                                            <p:tgtEl>
                                              <p:spTgt spid="14"/>
                                            </p:tgtEl>
                                          </p:cBhvr>
                                          <p:by x="110000" y="110000"/>
                                        </p:animScale>
                                      </p:childTnLst>
                                    </p:cTn>
                                  </p:par>
                                  <p:par>
                                    <p:cTn id="82" presetID="53" presetClass="entr" presetSubtype="16"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 calcmode="lin" valueType="num">
                                          <p:cBhvr>
                                            <p:cTn id="84" dur="300" fill="hold"/>
                                            <p:tgtEl>
                                              <p:spTgt spid="19"/>
                                            </p:tgtEl>
                                            <p:attrNameLst>
                                              <p:attrName>ppt_w</p:attrName>
                                            </p:attrNameLst>
                                          </p:cBhvr>
                                          <p:tavLst>
                                            <p:tav tm="0">
                                              <p:val>
                                                <p:fltVal val="0"/>
                                              </p:val>
                                            </p:tav>
                                            <p:tav tm="100000">
                                              <p:val>
                                                <p:strVal val="#ppt_w"/>
                                              </p:val>
                                            </p:tav>
                                          </p:tavLst>
                                        </p:anim>
                                        <p:anim calcmode="lin" valueType="num">
                                          <p:cBhvr>
                                            <p:cTn id="85" dur="300" fill="hold"/>
                                            <p:tgtEl>
                                              <p:spTgt spid="19"/>
                                            </p:tgtEl>
                                            <p:attrNameLst>
                                              <p:attrName>ppt_h</p:attrName>
                                            </p:attrNameLst>
                                          </p:cBhvr>
                                          <p:tavLst>
                                            <p:tav tm="0">
                                              <p:val>
                                                <p:fltVal val="0"/>
                                              </p:val>
                                            </p:tav>
                                            <p:tav tm="100000">
                                              <p:val>
                                                <p:strVal val="#ppt_h"/>
                                              </p:val>
                                            </p:tav>
                                          </p:tavLst>
                                        </p:anim>
                                        <p:animEffect transition="in" filter="fade">
                                          <p:cBhvr>
                                            <p:cTn id="86" dur="300"/>
                                            <p:tgtEl>
                                              <p:spTgt spid="19"/>
                                            </p:tgtEl>
                                          </p:cBhvr>
                                        </p:animEffect>
                                      </p:childTnLst>
                                    </p:cTn>
                                  </p:par>
                                  <p:par>
                                    <p:cTn id="87" presetID="6" presetClass="emph" presetSubtype="0" autoRev="1" fill="hold" grpId="1" nodeType="withEffect">
                                      <p:stCondLst>
                                        <p:cond delay="300"/>
                                      </p:stCondLst>
                                      <p:childTnLst>
                                        <p:animScale>
                                          <p:cBhvr>
                                            <p:cTn id="88" dur="150" fill="hold"/>
                                            <p:tgtEl>
                                              <p:spTgt spid="19"/>
                                            </p:tgtEl>
                                          </p:cBhvr>
                                          <p:by x="110000" y="110000"/>
                                        </p:animScale>
                                      </p:childTnLst>
                                    </p:cTn>
                                  </p:par>
                                  <p:par>
                                    <p:cTn id="89" presetID="53" presetClass="entr" presetSubtype="16"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p:cTn id="91" dur="300" fill="hold"/>
                                            <p:tgtEl>
                                              <p:spTgt spid="20"/>
                                            </p:tgtEl>
                                            <p:attrNameLst>
                                              <p:attrName>ppt_w</p:attrName>
                                            </p:attrNameLst>
                                          </p:cBhvr>
                                          <p:tavLst>
                                            <p:tav tm="0">
                                              <p:val>
                                                <p:fltVal val="0"/>
                                              </p:val>
                                            </p:tav>
                                            <p:tav tm="100000">
                                              <p:val>
                                                <p:strVal val="#ppt_w"/>
                                              </p:val>
                                            </p:tav>
                                          </p:tavLst>
                                        </p:anim>
                                        <p:anim calcmode="lin" valueType="num">
                                          <p:cBhvr>
                                            <p:cTn id="92" dur="300" fill="hold"/>
                                            <p:tgtEl>
                                              <p:spTgt spid="20"/>
                                            </p:tgtEl>
                                            <p:attrNameLst>
                                              <p:attrName>ppt_h</p:attrName>
                                            </p:attrNameLst>
                                          </p:cBhvr>
                                          <p:tavLst>
                                            <p:tav tm="0">
                                              <p:val>
                                                <p:fltVal val="0"/>
                                              </p:val>
                                            </p:tav>
                                            <p:tav tm="100000">
                                              <p:val>
                                                <p:strVal val="#ppt_h"/>
                                              </p:val>
                                            </p:tav>
                                          </p:tavLst>
                                        </p:anim>
                                        <p:animEffect transition="in" filter="fade">
                                          <p:cBhvr>
                                            <p:cTn id="93" dur="300"/>
                                            <p:tgtEl>
                                              <p:spTgt spid="20"/>
                                            </p:tgtEl>
                                          </p:cBhvr>
                                        </p:animEffect>
                                      </p:childTnLst>
                                    </p:cTn>
                                  </p:par>
                                  <p:par>
                                    <p:cTn id="94" presetID="6" presetClass="emph" presetSubtype="0" autoRev="1" fill="hold" grpId="1" nodeType="withEffect">
                                      <p:stCondLst>
                                        <p:cond delay="300"/>
                                      </p:stCondLst>
                                      <p:childTnLst>
                                        <p:animScale>
                                          <p:cBhvr>
                                            <p:cTn id="95" dur="150" fill="hold"/>
                                            <p:tgtEl>
                                              <p:spTgt spid="20"/>
                                            </p:tgtEl>
                                          </p:cBhvr>
                                          <p:by x="110000" y="110000"/>
                                        </p:animScale>
                                      </p:childTnLst>
                                    </p:cTn>
                                  </p:par>
                                  <p:par>
                                    <p:cTn id="96" presetID="53" presetClass="entr" presetSubtype="16" fill="hold" grpId="0" nodeType="withEffect">
                                      <p:stCondLst>
                                        <p:cond delay="0"/>
                                      </p:stCondLst>
                                      <p:childTnLst>
                                        <p:set>
                                          <p:cBhvr>
                                            <p:cTn id="97" dur="1" fill="hold">
                                              <p:stCondLst>
                                                <p:cond delay="0"/>
                                              </p:stCondLst>
                                            </p:cTn>
                                            <p:tgtEl>
                                              <p:spTgt spid="18"/>
                                            </p:tgtEl>
                                            <p:attrNameLst>
                                              <p:attrName>style.visibility</p:attrName>
                                            </p:attrNameLst>
                                          </p:cBhvr>
                                          <p:to>
                                            <p:strVal val="visible"/>
                                          </p:to>
                                        </p:set>
                                        <p:anim calcmode="lin" valueType="num">
                                          <p:cBhvr>
                                            <p:cTn id="98" dur="300" fill="hold"/>
                                            <p:tgtEl>
                                              <p:spTgt spid="18"/>
                                            </p:tgtEl>
                                            <p:attrNameLst>
                                              <p:attrName>ppt_w</p:attrName>
                                            </p:attrNameLst>
                                          </p:cBhvr>
                                          <p:tavLst>
                                            <p:tav tm="0">
                                              <p:val>
                                                <p:fltVal val="0"/>
                                              </p:val>
                                            </p:tav>
                                            <p:tav tm="100000">
                                              <p:val>
                                                <p:strVal val="#ppt_w"/>
                                              </p:val>
                                            </p:tav>
                                          </p:tavLst>
                                        </p:anim>
                                        <p:anim calcmode="lin" valueType="num">
                                          <p:cBhvr>
                                            <p:cTn id="99" dur="300" fill="hold"/>
                                            <p:tgtEl>
                                              <p:spTgt spid="18"/>
                                            </p:tgtEl>
                                            <p:attrNameLst>
                                              <p:attrName>ppt_h</p:attrName>
                                            </p:attrNameLst>
                                          </p:cBhvr>
                                          <p:tavLst>
                                            <p:tav tm="0">
                                              <p:val>
                                                <p:fltVal val="0"/>
                                              </p:val>
                                            </p:tav>
                                            <p:tav tm="100000">
                                              <p:val>
                                                <p:strVal val="#ppt_h"/>
                                              </p:val>
                                            </p:tav>
                                          </p:tavLst>
                                        </p:anim>
                                        <p:animEffect transition="in" filter="fade">
                                          <p:cBhvr>
                                            <p:cTn id="100" dur="300"/>
                                            <p:tgtEl>
                                              <p:spTgt spid="18"/>
                                            </p:tgtEl>
                                          </p:cBhvr>
                                        </p:animEffect>
                                      </p:childTnLst>
                                    </p:cTn>
                                  </p:par>
                                  <p:par>
                                    <p:cTn id="101" presetID="6" presetClass="emph" presetSubtype="0" autoRev="1" fill="hold" grpId="1" nodeType="withEffect">
                                      <p:stCondLst>
                                        <p:cond delay="300"/>
                                      </p:stCondLst>
                                      <p:childTnLst>
                                        <p:animScale>
                                          <p:cBhvr>
                                            <p:cTn id="102" dur="150" fill="hold"/>
                                            <p:tgtEl>
                                              <p:spTgt spid="18"/>
                                            </p:tgtEl>
                                          </p:cBhvr>
                                          <p:by x="110000" y="110000"/>
                                        </p:animScale>
                                      </p:childTnLst>
                                    </p:cTn>
                                  </p:par>
                                  <p:par>
                                    <p:cTn id="103" presetID="53" presetClass="entr" presetSubtype="16" fill="hold" grpId="0" nodeType="withEffect">
                                      <p:stCondLst>
                                        <p:cond delay="100"/>
                                      </p:stCondLst>
                                      <p:childTnLst>
                                        <p:set>
                                          <p:cBhvr>
                                            <p:cTn id="104" dur="1" fill="hold">
                                              <p:stCondLst>
                                                <p:cond delay="0"/>
                                              </p:stCondLst>
                                            </p:cTn>
                                            <p:tgtEl>
                                              <p:spTgt spid="16"/>
                                            </p:tgtEl>
                                            <p:attrNameLst>
                                              <p:attrName>style.visibility</p:attrName>
                                            </p:attrNameLst>
                                          </p:cBhvr>
                                          <p:to>
                                            <p:strVal val="visible"/>
                                          </p:to>
                                        </p:set>
                                        <p:anim calcmode="lin" valueType="num">
                                          <p:cBhvr>
                                            <p:cTn id="105" dur="300" fill="hold"/>
                                            <p:tgtEl>
                                              <p:spTgt spid="16"/>
                                            </p:tgtEl>
                                            <p:attrNameLst>
                                              <p:attrName>ppt_w</p:attrName>
                                            </p:attrNameLst>
                                          </p:cBhvr>
                                          <p:tavLst>
                                            <p:tav tm="0">
                                              <p:val>
                                                <p:fltVal val="0"/>
                                              </p:val>
                                            </p:tav>
                                            <p:tav tm="100000">
                                              <p:val>
                                                <p:strVal val="#ppt_w"/>
                                              </p:val>
                                            </p:tav>
                                          </p:tavLst>
                                        </p:anim>
                                        <p:anim calcmode="lin" valueType="num">
                                          <p:cBhvr>
                                            <p:cTn id="106" dur="300" fill="hold"/>
                                            <p:tgtEl>
                                              <p:spTgt spid="16"/>
                                            </p:tgtEl>
                                            <p:attrNameLst>
                                              <p:attrName>ppt_h</p:attrName>
                                            </p:attrNameLst>
                                          </p:cBhvr>
                                          <p:tavLst>
                                            <p:tav tm="0">
                                              <p:val>
                                                <p:fltVal val="0"/>
                                              </p:val>
                                            </p:tav>
                                            <p:tav tm="100000">
                                              <p:val>
                                                <p:strVal val="#ppt_h"/>
                                              </p:val>
                                            </p:tav>
                                          </p:tavLst>
                                        </p:anim>
                                        <p:animEffect transition="in" filter="fade">
                                          <p:cBhvr>
                                            <p:cTn id="107" dur="300"/>
                                            <p:tgtEl>
                                              <p:spTgt spid="16"/>
                                            </p:tgtEl>
                                          </p:cBhvr>
                                        </p:animEffect>
                                      </p:childTnLst>
                                    </p:cTn>
                                  </p:par>
                                  <p:par>
                                    <p:cTn id="108" presetID="6" presetClass="emph" presetSubtype="0" autoRev="1" fill="hold" grpId="1" nodeType="withEffect">
                                      <p:stCondLst>
                                        <p:cond delay="400"/>
                                      </p:stCondLst>
                                      <p:childTnLst>
                                        <p:animScale>
                                          <p:cBhvr>
                                            <p:cTn id="109" dur="150" fill="hold"/>
                                            <p:tgtEl>
                                              <p:spTgt spid="16"/>
                                            </p:tgtEl>
                                          </p:cBhvr>
                                          <p:by x="110000" y="110000"/>
                                        </p:animScale>
                                      </p:childTnLst>
                                    </p:cTn>
                                  </p:par>
                                  <p:par>
                                    <p:cTn id="110" presetID="53" presetClass="entr" presetSubtype="16" fill="hold" grpId="0" nodeType="withEffect">
                                      <p:stCondLst>
                                        <p:cond delay="200"/>
                                      </p:stCondLst>
                                      <p:childTnLst>
                                        <p:set>
                                          <p:cBhvr>
                                            <p:cTn id="111" dur="1" fill="hold">
                                              <p:stCondLst>
                                                <p:cond delay="0"/>
                                              </p:stCondLst>
                                            </p:cTn>
                                            <p:tgtEl>
                                              <p:spTgt spid="21"/>
                                            </p:tgtEl>
                                            <p:attrNameLst>
                                              <p:attrName>style.visibility</p:attrName>
                                            </p:attrNameLst>
                                          </p:cBhvr>
                                          <p:to>
                                            <p:strVal val="visible"/>
                                          </p:to>
                                        </p:set>
                                        <p:anim calcmode="lin" valueType="num">
                                          <p:cBhvr>
                                            <p:cTn id="112" dur="300" fill="hold"/>
                                            <p:tgtEl>
                                              <p:spTgt spid="21"/>
                                            </p:tgtEl>
                                            <p:attrNameLst>
                                              <p:attrName>ppt_w</p:attrName>
                                            </p:attrNameLst>
                                          </p:cBhvr>
                                          <p:tavLst>
                                            <p:tav tm="0">
                                              <p:val>
                                                <p:fltVal val="0"/>
                                              </p:val>
                                            </p:tav>
                                            <p:tav tm="100000">
                                              <p:val>
                                                <p:strVal val="#ppt_w"/>
                                              </p:val>
                                            </p:tav>
                                          </p:tavLst>
                                        </p:anim>
                                        <p:anim calcmode="lin" valueType="num">
                                          <p:cBhvr>
                                            <p:cTn id="113" dur="300" fill="hold"/>
                                            <p:tgtEl>
                                              <p:spTgt spid="21"/>
                                            </p:tgtEl>
                                            <p:attrNameLst>
                                              <p:attrName>ppt_h</p:attrName>
                                            </p:attrNameLst>
                                          </p:cBhvr>
                                          <p:tavLst>
                                            <p:tav tm="0">
                                              <p:val>
                                                <p:fltVal val="0"/>
                                              </p:val>
                                            </p:tav>
                                            <p:tav tm="100000">
                                              <p:val>
                                                <p:strVal val="#ppt_h"/>
                                              </p:val>
                                            </p:tav>
                                          </p:tavLst>
                                        </p:anim>
                                        <p:animEffect transition="in" filter="fade">
                                          <p:cBhvr>
                                            <p:cTn id="114" dur="300"/>
                                            <p:tgtEl>
                                              <p:spTgt spid="21"/>
                                            </p:tgtEl>
                                          </p:cBhvr>
                                        </p:animEffect>
                                      </p:childTnLst>
                                    </p:cTn>
                                  </p:par>
                                  <p:par>
                                    <p:cTn id="115" presetID="6" presetClass="emph" presetSubtype="0" autoRev="1" fill="hold" grpId="1" nodeType="withEffect">
                                      <p:stCondLst>
                                        <p:cond delay="500"/>
                                      </p:stCondLst>
                                      <p:childTnLst>
                                        <p:animScale>
                                          <p:cBhvr>
                                            <p:cTn id="116" dur="150" fill="hold"/>
                                            <p:tgtEl>
                                              <p:spTgt spid="21"/>
                                            </p:tgtEl>
                                          </p:cBhvr>
                                          <p:by x="110000" y="110000"/>
                                        </p:animScale>
                                      </p:childTnLst>
                                    </p:cTn>
                                  </p:par>
                                  <p:par>
                                    <p:cTn id="117" presetID="53" presetClass="entr" presetSubtype="16" fill="hold" grpId="0" nodeType="withEffect">
                                      <p:stCondLst>
                                        <p:cond delay="600"/>
                                      </p:stCondLst>
                                      <p:childTnLst>
                                        <p:set>
                                          <p:cBhvr>
                                            <p:cTn id="118" dur="1" fill="hold">
                                              <p:stCondLst>
                                                <p:cond delay="0"/>
                                              </p:stCondLst>
                                            </p:cTn>
                                            <p:tgtEl>
                                              <p:spTgt spid="23"/>
                                            </p:tgtEl>
                                            <p:attrNameLst>
                                              <p:attrName>style.visibility</p:attrName>
                                            </p:attrNameLst>
                                          </p:cBhvr>
                                          <p:to>
                                            <p:strVal val="visible"/>
                                          </p:to>
                                        </p:set>
                                        <p:anim calcmode="lin" valueType="num">
                                          <p:cBhvr>
                                            <p:cTn id="119" dur="300" fill="hold"/>
                                            <p:tgtEl>
                                              <p:spTgt spid="23"/>
                                            </p:tgtEl>
                                            <p:attrNameLst>
                                              <p:attrName>ppt_w</p:attrName>
                                            </p:attrNameLst>
                                          </p:cBhvr>
                                          <p:tavLst>
                                            <p:tav tm="0">
                                              <p:val>
                                                <p:fltVal val="0"/>
                                              </p:val>
                                            </p:tav>
                                            <p:tav tm="100000">
                                              <p:val>
                                                <p:strVal val="#ppt_w"/>
                                              </p:val>
                                            </p:tav>
                                          </p:tavLst>
                                        </p:anim>
                                        <p:anim calcmode="lin" valueType="num">
                                          <p:cBhvr>
                                            <p:cTn id="120" dur="300" fill="hold"/>
                                            <p:tgtEl>
                                              <p:spTgt spid="23"/>
                                            </p:tgtEl>
                                            <p:attrNameLst>
                                              <p:attrName>ppt_h</p:attrName>
                                            </p:attrNameLst>
                                          </p:cBhvr>
                                          <p:tavLst>
                                            <p:tav tm="0">
                                              <p:val>
                                                <p:fltVal val="0"/>
                                              </p:val>
                                            </p:tav>
                                            <p:tav tm="100000">
                                              <p:val>
                                                <p:strVal val="#ppt_h"/>
                                              </p:val>
                                            </p:tav>
                                          </p:tavLst>
                                        </p:anim>
                                        <p:animEffect transition="in" filter="fade">
                                          <p:cBhvr>
                                            <p:cTn id="121" dur="300"/>
                                            <p:tgtEl>
                                              <p:spTgt spid="23"/>
                                            </p:tgtEl>
                                          </p:cBhvr>
                                        </p:animEffect>
                                      </p:childTnLst>
                                    </p:cTn>
                                  </p:par>
                                  <p:par>
                                    <p:cTn id="122" presetID="6" presetClass="emph" presetSubtype="0" autoRev="1" fill="hold" grpId="1" nodeType="withEffect">
                                      <p:stCondLst>
                                        <p:cond delay="900"/>
                                      </p:stCondLst>
                                      <p:childTnLst>
                                        <p:animScale>
                                          <p:cBhvr>
                                            <p:cTn id="123" dur="150" fill="hold"/>
                                            <p:tgtEl>
                                              <p:spTgt spid="23"/>
                                            </p:tgtEl>
                                          </p:cBhvr>
                                          <p:by x="110000" y="110000"/>
                                        </p:animScale>
                                      </p:childTnLst>
                                    </p:cTn>
                                  </p:par>
                                  <p:par>
                                    <p:cTn id="124" presetID="53" presetClass="entr" presetSubtype="16" fill="hold" grpId="0" nodeType="withEffect">
                                      <p:stCondLst>
                                        <p:cond delay="200"/>
                                      </p:stCondLst>
                                      <p:childTnLst>
                                        <p:set>
                                          <p:cBhvr>
                                            <p:cTn id="125" dur="1" fill="hold">
                                              <p:stCondLst>
                                                <p:cond delay="0"/>
                                              </p:stCondLst>
                                            </p:cTn>
                                            <p:tgtEl>
                                              <p:spTgt spid="1030"/>
                                            </p:tgtEl>
                                            <p:attrNameLst>
                                              <p:attrName>style.visibility</p:attrName>
                                            </p:attrNameLst>
                                          </p:cBhvr>
                                          <p:to>
                                            <p:strVal val="visible"/>
                                          </p:to>
                                        </p:set>
                                        <p:anim calcmode="lin" valueType="num">
                                          <p:cBhvr>
                                            <p:cTn id="126" dur="300" fill="hold"/>
                                            <p:tgtEl>
                                              <p:spTgt spid="1030"/>
                                            </p:tgtEl>
                                            <p:attrNameLst>
                                              <p:attrName>ppt_w</p:attrName>
                                            </p:attrNameLst>
                                          </p:cBhvr>
                                          <p:tavLst>
                                            <p:tav tm="0">
                                              <p:val>
                                                <p:fltVal val="0"/>
                                              </p:val>
                                            </p:tav>
                                            <p:tav tm="100000">
                                              <p:val>
                                                <p:strVal val="#ppt_w"/>
                                              </p:val>
                                            </p:tav>
                                          </p:tavLst>
                                        </p:anim>
                                        <p:anim calcmode="lin" valueType="num">
                                          <p:cBhvr>
                                            <p:cTn id="127" dur="300" fill="hold"/>
                                            <p:tgtEl>
                                              <p:spTgt spid="1030"/>
                                            </p:tgtEl>
                                            <p:attrNameLst>
                                              <p:attrName>ppt_h</p:attrName>
                                            </p:attrNameLst>
                                          </p:cBhvr>
                                          <p:tavLst>
                                            <p:tav tm="0">
                                              <p:val>
                                                <p:fltVal val="0"/>
                                              </p:val>
                                            </p:tav>
                                            <p:tav tm="100000">
                                              <p:val>
                                                <p:strVal val="#ppt_h"/>
                                              </p:val>
                                            </p:tav>
                                          </p:tavLst>
                                        </p:anim>
                                        <p:animEffect transition="in" filter="fade">
                                          <p:cBhvr>
                                            <p:cTn id="128" dur="300"/>
                                            <p:tgtEl>
                                              <p:spTgt spid="1030"/>
                                            </p:tgtEl>
                                          </p:cBhvr>
                                        </p:animEffect>
                                      </p:childTnLst>
                                    </p:cTn>
                                  </p:par>
                                  <p:par>
                                    <p:cTn id="129" presetID="6" presetClass="emph" presetSubtype="0" autoRev="1" fill="hold" grpId="1" nodeType="withEffect">
                                      <p:stCondLst>
                                        <p:cond delay="500"/>
                                      </p:stCondLst>
                                      <p:childTnLst>
                                        <p:animScale>
                                          <p:cBhvr>
                                            <p:cTn id="130" dur="150" fill="hold"/>
                                            <p:tgtEl>
                                              <p:spTgt spid="1030"/>
                                            </p:tgtEl>
                                          </p:cBhvr>
                                          <p:by x="110000" y="110000"/>
                                        </p:animScale>
                                      </p:childTnLst>
                                    </p:cTn>
                                  </p:par>
                                  <p:par>
                                    <p:cTn id="131" presetID="53" presetClass="entr" presetSubtype="16" fill="hold" grpId="0" nodeType="withEffect">
                                      <p:stCondLst>
                                        <p:cond delay="0"/>
                                      </p:stCondLst>
                                      <p:childTnLst>
                                        <p:set>
                                          <p:cBhvr>
                                            <p:cTn id="132" dur="1" fill="hold">
                                              <p:stCondLst>
                                                <p:cond delay="0"/>
                                              </p:stCondLst>
                                            </p:cTn>
                                            <p:tgtEl>
                                              <p:spTgt spid="17"/>
                                            </p:tgtEl>
                                            <p:attrNameLst>
                                              <p:attrName>style.visibility</p:attrName>
                                            </p:attrNameLst>
                                          </p:cBhvr>
                                          <p:to>
                                            <p:strVal val="visible"/>
                                          </p:to>
                                        </p:set>
                                        <p:anim calcmode="lin" valueType="num">
                                          <p:cBhvr>
                                            <p:cTn id="133" dur="300" fill="hold"/>
                                            <p:tgtEl>
                                              <p:spTgt spid="17"/>
                                            </p:tgtEl>
                                            <p:attrNameLst>
                                              <p:attrName>ppt_w</p:attrName>
                                            </p:attrNameLst>
                                          </p:cBhvr>
                                          <p:tavLst>
                                            <p:tav tm="0">
                                              <p:val>
                                                <p:fltVal val="0"/>
                                              </p:val>
                                            </p:tav>
                                            <p:tav tm="100000">
                                              <p:val>
                                                <p:strVal val="#ppt_w"/>
                                              </p:val>
                                            </p:tav>
                                          </p:tavLst>
                                        </p:anim>
                                        <p:anim calcmode="lin" valueType="num">
                                          <p:cBhvr>
                                            <p:cTn id="134" dur="300" fill="hold"/>
                                            <p:tgtEl>
                                              <p:spTgt spid="17"/>
                                            </p:tgtEl>
                                            <p:attrNameLst>
                                              <p:attrName>ppt_h</p:attrName>
                                            </p:attrNameLst>
                                          </p:cBhvr>
                                          <p:tavLst>
                                            <p:tav tm="0">
                                              <p:val>
                                                <p:fltVal val="0"/>
                                              </p:val>
                                            </p:tav>
                                            <p:tav tm="100000">
                                              <p:val>
                                                <p:strVal val="#ppt_h"/>
                                              </p:val>
                                            </p:tav>
                                          </p:tavLst>
                                        </p:anim>
                                        <p:animEffect transition="in" filter="fade">
                                          <p:cBhvr>
                                            <p:cTn id="135" dur="300"/>
                                            <p:tgtEl>
                                              <p:spTgt spid="17"/>
                                            </p:tgtEl>
                                          </p:cBhvr>
                                        </p:animEffect>
                                      </p:childTnLst>
                                    </p:cTn>
                                  </p:par>
                                  <p:par>
                                    <p:cTn id="136" presetID="6" presetClass="emph" presetSubtype="0" autoRev="1" fill="hold" grpId="1" nodeType="withEffect">
                                      <p:stCondLst>
                                        <p:cond delay="300"/>
                                      </p:stCondLst>
                                      <p:childTnLst>
                                        <p:animScale>
                                          <p:cBhvr>
                                            <p:cTn id="137" dur="150" fill="hold"/>
                                            <p:tgtEl>
                                              <p:spTgt spid="17"/>
                                            </p:tgtEl>
                                          </p:cBhvr>
                                          <p:by x="110000" y="110000"/>
                                        </p:animScale>
                                      </p:childTnLst>
                                    </p:cTn>
                                  </p:par>
                                  <p:par>
                                    <p:cTn id="138" presetID="53" presetClass="entr" presetSubtype="16" fill="hold" grpId="0" nodeType="withEffect">
                                      <p:stCondLst>
                                        <p:cond delay="400"/>
                                      </p:stCondLst>
                                      <p:childTnLst>
                                        <p:set>
                                          <p:cBhvr>
                                            <p:cTn id="139" dur="1" fill="hold">
                                              <p:stCondLst>
                                                <p:cond delay="0"/>
                                              </p:stCondLst>
                                            </p:cTn>
                                            <p:tgtEl>
                                              <p:spTgt spid="1027"/>
                                            </p:tgtEl>
                                            <p:attrNameLst>
                                              <p:attrName>style.visibility</p:attrName>
                                            </p:attrNameLst>
                                          </p:cBhvr>
                                          <p:to>
                                            <p:strVal val="visible"/>
                                          </p:to>
                                        </p:set>
                                        <p:anim calcmode="lin" valueType="num">
                                          <p:cBhvr>
                                            <p:cTn id="140" dur="300" fill="hold"/>
                                            <p:tgtEl>
                                              <p:spTgt spid="1027"/>
                                            </p:tgtEl>
                                            <p:attrNameLst>
                                              <p:attrName>ppt_w</p:attrName>
                                            </p:attrNameLst>
                                          </p:cBhvr>
                                          <p:tavLst>
                                            <p:tav tm="0">
                                              <p:val>
                                                <p:fltVal val="0"/>
                                              </p:val>
                                            </p:tav>
                                            <p:tav tm="100000">
                                              <p:val>
                                                <p:strVal val="#ppt_w"/>
                                              </p:val>
                                            </p:tav>
                                          </p:tavLst>
                                        </p:anim>
                                        <p:anim calcmode="lin" valueType="num">
                                          <p:cBhvr>
                                            <p:cTn id="141" dur="300" fill="hold"/>
                                            <p:tgtEl>
                                              <p:spTgt spid="1027"/>
                                            </p:tgtEl>
                                            <p:attrNameLst>
                                              <p:attrName>ppt_h</p:attrName>
                                            </p:attrNameLst>
                                          </p:cBhvr>
                                          <p:tavLst>
                                            <p:tav tm="0">
                                              <p:val>
                                                <p:fltVal val="0"/>
                                              </p:val>
                                            </p:tav>
                                            <p:tav tm="100000">
                                              <p:val>
                                                <p:strVal val="#ppt_h"/>
                                              </p:val>
                                            </p:tav>
                                          </p:tavLst>
                                        </p:anim>
                                        <p:animEffect transition="in" filter="fade">
                                          <p:cBhvr>
                                            <p:cTn id="142" dur="300"/>
                                            <p:tgtEl>
                                              <p:spTgt spid="1027"/>
                                            </p:tgtEl>
                                          </p:cBhvr>
                                        </p:animEffect>
                                      </p:childTnLst>
                                    </p:cTn>
                                  </p:par>
                                  <p:par>
                                    <p:cTn id="143" presetID="6" presetClass="emph" presetSubtype="0" autoRev="1" fill="hold" grpId="1" nodeType="withEffect">
                                      <p:stCondLst>
                                        <p:cond delay="700"/>
                                      </p:stCondLst>
                                      <p:childTnLst>
                                        <p:animScale>
                                          <p:cBhvr>
                                            <p:cTn id="144" dur="150" fill="hold"/>
                                            <p:tgtEl>
                                              <p:spTgt spid="1027"/>
                                            </p:tgtEl>
                                          </p:cBhvr>
                                          <p:by x="110000" y="110000"/>
                                        </p:animScale>
                                      </p:childTnLst>
                                    </p:cTn>
                                  </p:par>
                                  <p:par>
                                    <p:cTn id="145" presetID="53" presetClass="entr" presetSubtype="16" fill="hold" grpId="0" nodeType="withEffect">
                                      <p:stCondLst>
                                        <p:cond delay="100"/>
                                      </p:stCondLst>
                                      <p:childTnLst>
                                        <p:set>
                                          <p:cBhvr>
                                            <p:cTn id="146" dur="1" fill="hold">
                                              <p:stCondLst>
                                                <p:cond delay="0"/>
                                              </p:stCondLst>
                                            </p:cTn>
                                            <p:tgtEl>
                                              <p:spTgt spid="1028"/>
                                            </p:tgtEl>
                                            <p:attrNameLst>
                                              <p:attrName>style.visibility</p:attrName>
                                            </p:attrNameLst>
                                          </p:cBhvr>
                                          <p:to>
                                            <p:strVal val="visible"/>
                                          </p:to>
                                        </p:set>
                                        <p:anim calcmode="lin" valueType="num">
                                          <p:cBhvr>
                                            <p:cTn id="147" dur="300" fill="hold"/>
                                            <p:tgtEl>
                                              <p:spTgt spid="1028"/>
                                            </p:tgtEl>
                                            <p:attrNameLst>
                                              <p:attrName>ppt_w</p:attrName>
                                            </p:attrNameLst>
                                          </p:cBhvr>
                                          <p:tavLst>
                                            <p:tav tm="0">
                                              <p:val>
                                                <p:fltVal val="0"/>
                                              </p:val>
                                            </p:tav>
                                            <p:tav tm="100000">
                                              <p:val>
                                                <p:strVal val="#ppt_w"/>
                                              </p:val>
                                            </p:tav>
                                          </p:tavLst>
                                        </p:anim>
                                        <p:anim calcmode="lin" valueType="num">
                                          <p:cBhvr>
                                            <p:cTn id="148" dur="300" fill="hold"/>
                                            <p:tgtEl>
                                              <p:spTgt spid="1028"/>
                                            </p:tgtEl>
                                            <p:attrNameLst>
                                              <p:attrName>ppt_h</p:attrName>
                                            </p:attrNameLst>
                                          </p:cBhvr>
                                          <p:tavLst>
                                            <p:tav tm="0">
                                              <p:val>
                                                <p:fltVal val="0"/>
                                              </p:val>
                                            </p:tav>
                                            <p:tav tm="100000">
                                              <p:val>
                                                <p:strVal val="#ppt_h"/>
                                              </p:val>
                                            </p:tav>
                                          </p:tavLst>
                                        </p:anim>
                                        <p:animEffect transition="in" filter="fade">
                                          <p:cBhvr>
                                            <p:cTn id="149" dur="300"/>
                                            <p:tgtEl>
                                              <p:spTgt spid="1028"/>
                                            </p:tgtEl>
                                          </p:cBhvr>
                                        </p:animEffect>
                                      </p:childTnLst>
                                    </p:cTn>
                                  </p:par>
                                  <p:par>
                                    <p:cTn id="150" presetID="6" presetClass="emph" presetSubtype="0" autoRev="1" fill="hold" grpId="1" nodeType="withEffect">
                                      <p:stCondLst>
                                        <p:cond delay="400"/>
                                      </p:stCondLst>
                                      <p:childTnLst>
                                        <p:animScale>
                                          <p:cBhvr>
                                            <p:cTn id="151" dur="150" fill="hold"/>
                                            <p:tgtEl>
                                              <p:spTgt spid="1028"/>
                                            </p:tgtEl>
                                          </p:cBhvr>
                                          <p:by x="110000" y="110000"/>
                                        </p:animScale>
                                      </p:childTnLst>
                                    </p:cTn>
                                  </p:par>
                                  <p:par>
                                    <p:cTn id="152" presetID="53" presetClass="entr" presetSubtype="16" fill="hold" grpId="0" nodeType="withEffect">
                                      <p:stCondLst>
                                        <p:cond delay="300"/>
                                      </p:stCondLst>
                                      <p:childTnLst>
                                        <p:set>
                                          <p:cBhvr>
                                            <p:cTn id="153" dur="1" fill="hold">
                                              <p:stCondLst>
                                                <p:cond delay="0"/>
                                              </p:stCondLst>
                                            </p:cTn>
                                            <p:tgtEl>
                                              <p:spTgt spid="25"/>
                                            </p:tgtEl>
                                            <p:attrNameLst>
                                              <p:attrName>style.visibility</p:attrName>
                                            </p:attrNameLst>
                                          </p:cBhvr>
                                          <p:to>
                                            <p:strVal val="visible"/>
                                          </p:to>
                                        </p:set>
                                        <p:anim calcmode="lin" valueType="num">
                                          <p:cBhvr>
                                            <p:cTn id="154" dur="300" fill="hold"/>
                                            <p:tgtEl>
                                              <p:spTgt spid="25"/>
                                            </p:tgtEl>
                                            <p:attrNameLst>
                                              <p:attrName>ppt_w</p:attrName>
                                            </p:attrNameLst>
                                          </p:cBhvr>
                                          <p:tavLst>
                                            <p:tav tm="0">
                                              <p:val>
                                                <p:fltVal val="0"/>
                                              </p:val>
                                            </p:tav>
                                            <p:tav tm="100000">
                                              <p:val>
                                                <p:strVal val="#ppt_w"/>
                                              </p:val>
                                            </p:tav>
                                          </p:tavLst>
                                        </p:anim>
                                        <p:anim calcmode="lin" valueType="num">
                                          <p:cBhvr>
                                            <p:cTn id="155" dur="300" fill="hold"/>
                                            <p:tgtEl>
                                              <p:spTgt spid="25"/>
                                            </p:tgtEl>
                                            <p:attrNameLst>
                                              <p:attrName>ppt_h</p:attrName>
                                            </p:attrNameLst>
                                          </p:cBhvr>
                                          <p:tavLst>
                                            <p:tav tm="0">
                                              <p:val>
                                                <p:fltVal val="0"/>
                                              </p:val>
                                            </p:tav>
                                            <p:tav tm="100000">
                                              <p:val>
                                                <p:strVal val="#ppt_h"/>
                                              </p:val>
                                            </p:tav>
                                          </p:tavLst>
                                        </p:anim>
                                        <p:animEffect transition="in" filter="fade">
                                          <p:cBhvr>
                                            <p:cTn id="156" dur="300"/>
                                            <p:tgtEl>
                                              <p:spTgt spid="25"/>
                                            </p:tgtEl>
                                          </p:cBhvr>
                                        </p:animEffect>
                                      </p:childTnLst>
                                    </p:cTn>
                                  </p:par>
                                  <p:par>
                                    <p:cTn id="157" presetID="6" presetClass="emph" presetSubtype="0" autoRev="1" fill="hold" grpId="1" nodeType="withEffect">
                                      <p:stCondLst>
                                        <p:cond delay="600"/>
                                      </p:stCondLst>
                                      <p:childTnLst>
                                        <p:animScale>
                                          <p:cBhvr>
                                            <p:cTn id="158" dur="150" fill="hold"/>
                                            <p:tgtEl>
                                              <p:spTgt spid="25"/>
                                            </p:tgtEl>
                                          </p:cBhvr>
                                          <p:by x="110000" y="110000"/>
                                        </p:animScale>
                                      </p:childTnLst>
                                    </p:cTn>
                                  </p:par>
                                  <p:par>
                                    <p:cTn id="159" presetID="53" presetClass="entr" presetSubtype="16" fill="hold" grpId="0" nodeType="withEffect">
                                      <p:stCondLst>
                                        <p:cond delay="0"/>
                                      </p:stCondLst>
                                      <p:childTnLst>
                                        <p:set>
                                          <p:cBhvr>
                                            <p:cTn id="160" dur="1" fill="hold">
                                              <p:stCondLst>
                                                <p:cond delay="0"/>
                                              </p:stCondLst>
                                            </p:cTn>
                                            <p:tgtEl>
                                              <p:spTgt spid="1029"/>
                                            </p:tgtEl>
                                            <p:attrNameLst>
                                              <p:attrName>style.visibility</p:attrName>
                                            </p:attrNameLst>
                                          </p:cBhvr>
                                          <p:to>
                                            <p:strVal val="visible"/>
                                          </p:to>
                                        </p:set>
                                        <p:anim calcmode="lin" valueType="num">
                                          <p:cBhvr>
                                            <p:cTn id="161" dur="300" fill="hold"/>
                                            <p:tgtEl>
                                              <p:spTgt spid="1029"/>
                                            </p:tgtEl>
                                            <p:attrNameLst>
                                              <p:attrName>ppt_w</p:attrName>
                                            </p:attrNameLst>
                                          </p:cBhvr>
                                          <p:tavLst>
                                            <p:tav tm="0">
                                              <p:val>
                                                <p:fltVal val="0"/>
                                              </p:val>
                                            </p:tav>
                                            <p:tav tm="100000">
                                              <p:val>
                                                <p:strVal val="#ppt_w"/>
                                              </p:val>
                                            </p:tav>
                                          </p:tavLst>
                                        </p:anim>
                                        <p:anim calcmode="lin" valueType="num">
                                          <p:cBhvr>
                                            <p:cTn id="162" dur="300" fill="hold"/>
                                            <p:tgtEl>
                                              <p:spTgt spid="1029"/>
                                            </p:tgtEl>
                                            <p:attrNameLst>
                                              <p:attrName>ppt_h</p:attrName>
                                            </p:attrNameLst>
                                          </p:cBhvr>
                                          <p:tavLst>
                                            <p:tav tm="0">
                                              <p:val>
                                                <p:fltVal val="0"/>
                                              </p:val>
                                            </p:tav>
                                            <p:tav tm="100000">
                                              <p:val>
                                                <p:strVal val="#ppt_h"/>
                                              </p:val>
                                            </p:tav>
                                          </p:tavLst>
                                        </p:anim>
                                        <p:animEffect transition="in" filter="fade">
                                          <p:cBhvr>
                                            <p:cTn id="163" dur="300"/>
                                            <p:tgtEl>
                                              <p:spTgt spid="1029"/>
                                            </p:tgtEl>
                                          </p:cBhvr>
                                        </p:animEffect>
                                      </p:childTnLst>
                                    </p:cTn>
                                  </p:par>
                                  <p:par>
                                    <p:cTn id="164" presetID="6" presetClass="emph" presetSubtype="0" autoRev="1" fill="hold" grpId="1" nodeType="withEffect">
                                      <p:stCondLst>
                                        <p:cond delay="300"/>
                                      </p:stCondLst>
                                      <p:childTnLst>
                                        <p:animScale>
                                          <p:cBhvr>
                                            <p:cTn id="165" dur="150" fill="hold"/>
                                            <p:tgtEl>
                                              <p:spTgt spid="1029"/>
                                            </p:tgtEl>
                                          </p:cBhvr>
                                          <p:by x="110000" y="110000"/>
                                        </p:animScale>
                                      </p:childTnLst>
                                    </p:cTn>
                                  </p:par>
                                  <p:par>
                                    <p:cTn id="166" presetID="53" presetClass="entr" presetSubtype="16" fill="hold" grpId="0" nodeType="withEffect">
                                      <p:stCondLst>
                                        <p:cond delay="200"/>
                                      </p:stCondLst>
                                      <p:childTnLst>
                                        <p:set>
                                          <p:cBhvr>
                                            <p:cTn id="167" dur="1" fill="hold">
                                              <p:stCondLst>
                                                <p:cond delay="0"/>
                                              </p:stCondLst>
                                            </p:cTn>
                                            <p:tgtEl>
                                              <p:spTgt spid="26"/>
                                            </p:tgtEl>
                                            <p:attrNameLst>
                                              <p:attrName>style.visibility</p:attrName>
                                            </p:attrNameLst>
                                          </p:cBhvr>
                                          <p:to>
                                            <p:strVal val="visible"/>
                                          </p:to>
                                        </p:set>
                                        <p:anim calcmode="lin" valueType="num">
                                          <p:cBhvr>
                                            <p:cTn id="168" dur="300" fill="hold"/>
                                            <p:tgtEl>
                                              <p:spTgt spid="26"/>
                                            </p:tgtEl>
                                            <p:attrNameLst>
                                              <p:attrName>ppt_w</p:attrName>
                                            </p:attrNameLst>
                                          </p:cBhvr>
                                          <p:tavLst>
                                            <p:tav tm="0">
                                              <p:val>
                                                <p:fltVal val="0"/>
                                              </p:val>
                                            </p:tav>
                                            <p:tav tm="100000">
                                              <p:val>
                                                <p:strVal val="#ppt_w"/>
                                              </p:val>
                                            </p:tav>
                                          </p:tavLst>
                                        </p:anim>
                                        <p:anim calcmode="lin" valueType="num">
                                          <p:cBhvr>
                                            <p:cTn id="169" dur="300" fill="hold"/>
                                            <p:tgtEl>
                                              <p:spTgt spid="26"/>
                                            </p:tgtEl>
                                            <p:attrNameLst>
                                              <p:attrName>ppt_h</p:attrName>
                                            </p:attrNameLst>
                                          </p:cBhvr>
                                          <p:tavLst>
                                            <p:tav tm="0">
                                              <p:val>
                                                <p:fltVal val="0"/>
                                              </p:val>
                                            </p:tav>
                                            <p:tav tm="100000">
                                              <p:val>
                                                <p:strVal val="#ppt_h"/>
                                              </p:val>
                                            </p:tav>
                                          </p:tavLst>
                                        </p:anim>
                                        <p:animEffect transition="in" filter="fade">
                                          <p:cBhvr>
                                            <p:cTn id="170" dur="300"/>
                                            <p:tgtEl>
                                              <p:spTgt spid="26"/>
                                            </p:tgtEl>
                                          </p:cBhvr>
                                        </p:animEffect>
                                      </p:childTnLst>
                                    </p:cTn>
                                  </p:par>
                                  <p:par>
                                    <p:cTn id="171" presetID="6" presetClass="emph" presetSubtype="0" autoRev="1" fill="hold" grpId="1" nodeType="withEffect">
                                      <p:stCondLst>
                                        <p:cond delay="500"/>
                                      </p:stCondLst>
                                      <p:childTnLst>
                                        <p:animScale>
                                          <p:cBhvr>
                                            <p:cTn id="172" dur="150" fill="hold"/>
                                            <p:tgtEl>
                                              <p:spTgt spid="26"/>
                                            </p:tgtEl>
                                          </p:cBhvr>
                                          <p:by x="110000" y="110000"/>
                                        </p:animScale>
                                      </p:childTnLst>
                                    </p:cTn>
                                  </p:par>
                                  <p:par>
                                    <p:cTn id="173" presetID="53" presetClass="entr" presetSubtype="16" fill="hold" grpId="0" nodeType="withEffect">
                                      <p:stCondLst>
                                        <p:cond delay="600"/>
                                      </p:stCondLst>
                                      <p:childTnLst>
                                        <p:set>
                                          <p:cBhvr>
                                            <p:cTn id="174" dur="1" fill="hold">
                                              <p:stCondLst>
                                                <p:cond delay="0"/>
                                              </p:stCondLst>
                                            </p:cTn>
                                            <p:tgtEl>
                                              <p:spTgt spid="27"/>
                                            </p:tgtEl>
                                            <p:attrNameLst>
                                              <p:attrName>style.visibility</p:attrName>
                                            </p:attrNameLst>
                                          </p:cBhvr>
                                          <p:to>
                                            <p:strVal val="visible"/>
                                          </p:to>
                                        </p:set>
                                        <p:anim calcmode="lin" valueType="num">
                                          <p:cBhvr>
                                            <p:cTn id="175" dur="300" fill="hold"/>
                                            <p:tgtEl>
                                              <p:spTgt spid="27"/>
                                            </p:tgtEl>
                                            <p:attrNameLst>
                                              <p:attrName>ppt_w</p:attrName>
                                            </p:attrNameLst>
                                          </p:cBhvr>
                                          <p:tavLst>
                                            <p:tav tm="0">
                                              <p:val>
                                                <p:fltVal val="0"/>
                                              </p:val>
                                            </p:tav>
                                            <p:tav tm="100000">
                                              <p:val>
                                                <p:strVal val="#ppt_w"/>
                                              </p:val>
                                            </p:tav>
                                          </p:tavLst>
                                        </p:anim>
                                        <p:anim calcmode="lin" valueType="num">
                                          <p:cBhvr>
                                            <p:cTn id="176" dur="300" fill="hold"/>
                                            <p:tgtEl>
                                              <p:spTgt spid="27"/>
                                            </p:tgtEl>
                                            <p:attrNameLst>
                                              <p:attrName>ppt_h</p:attrName>
                                            </p:attrNameLst>
                                          </p:cBhvr>
                                          <p:tavLst>
                                            <p:tav tm="0">
                                              <p:val>
                                                <p:fltVal val="0"/>
                                              </p:val>
                                            </p:tav>
                                            <p:tav tm="100000">
                                              <p:val>
                                                <p:strVal val="#ppt_h"/>
                                              </p:val>
                                            </p:tav>
                                          </p:tavLst>
                                        </p:anim>
                                        <p:animEffect transition="in" filter="fade">
                                          <p:cBhvr>
                                            <p:cTn id="177" dur="300"/>
                                            <p:tgtEl>
                                              <p:spTgt spid="27"/>
                                            </p:tgtEl>
                                          </p:cBhvr>
                                        </p:animEffect>
                                      </p:childTnLst>
                                    </p:cTn>
                                  </p:par>
                                  <p:par>
                                    <p:cTn id="178" presetID="6" presetClass="emph" presetSubtype="0" autoRev="1" fill="hold" grpId="1" nodeType="withEffect">
                                      <p:stCondLst>
                                        <p:cond delay="900"/>
                                      </p:stCondLst>
                                      <p:childTnLst>
                                        <p:animScale>
                                          <p:cBhvr>
                                            <p:cTn id="179" dur="150" fill="hold"/>
                                            <p:tgtEl>
                                              <p:spTgt spid="27"/>
                                            </p:tgtEl>
                                          </p:cBhvr>
                                          <p:by x="110000" y="110000"/>
                                        </p:animScale>
                                      </p:childTnLst>
                                    </p:cTn>
                                  </p:par>
                                  <p:par>
                                    <p:cTn id="180" presetID="53" presetClass="entr" presetSubtype="16" fill="hold" grpId="0" nodeType="withEffect">
                                      <p:stCondLst>
                                        <p:cond delay="100"/>
                                      </p:stCondLst>
                                      <p:childTnLst>
                                        <p:set>
                                          <p:cBhvr>
                                            <p:cTn id="181" dur="1" fill="hold">
                                              <p:stCondLst>
                                                <p:cond delay="0"/>
                                              </p:stCondLst>
                                            </p:cTn>
                                            <p:tgtEl>
                                              <p:spTgt spid="1024"/>
                                            </p:tgtEl>
                                            <p:attrNameLst>
                                              <p:attrName>style.visibility</p:attrName>
                                            </p:attrNameLst>
                                          </p:cBhvr>
                                          <p:to>
                                            <p:strVal val="visible"/>
                                          </p:to>
                                        </p:set>
                                        <p:anim calcmode="lin" valueType="num">
                                          <p:cBhvr>
                                            <p:cTn id="182" dur="300" fill="hold"/>
                                            <p:tgtEl>
                                              <p:spTgt spid="1024"/>
                                            </p:tgtEl>
                                            <p:attrNameLst>
                                              <p:attrName>ppt_w</p:attrName>
                                            </p:attrNameLst>
                                          </p:cBhvr>
                                          <p:tavLst>
                                            <p:tav tm="0">
                                              <p:val>
                                                <p:fltVal val="0"/>
                                              </p:val>
                                            </p:tav>
                                            <p:tav tm="100000">
                                              <p:val>
                                                <p:strVal val="#ppt_w"/>
                                              </p:val>
                                            </p:tav>
                                          </p:tavLst>
                                        </p:anim>
                                        <p:anim calcmode="lin" valueType="num">
                                          <p:cBhvr>
                                            <p:cTn id="183" dur="300" fill="hold"/>
                                            <p:tgtEl>
                                              <p:spTgt spid="1024"/>
                                            </p:tgtEl>
                                            <p:attrNameLst>
                                              <p:attrName>ppt_h</p:attrName>
                                            </p:attrNameLst>
                                          </p:cBhvr>
                                          <p:tavLst>
                                            <p:tav tm="0">
                                              <p:val>
                                                <p:fltVal val="0"/>
                                              </p:val>
                                            </p:tav>
                                            <p:tav tm="100000">
                                              <p:val>
                                                <p:strVal val="#ppt_h"/>
                                              </p:val>
                                            </p:tav>
                                          </p:tavLst>
                                        </p:anim>
                                        <p:animEffect transition="in" filter="fade">
                                          <p:cBhvr>
                                            <p:cTn id="184" dur="300"/>
                                            <p:tgtEl>
                                              <p:spTgt spid="1024"/>
                                            </p:tgtEl>
                                          </p:cBhvr>
                                        </p:animEffect>
                                      </p:childTnLst>
                                    </p:cTn>
                                  </p:par>
                                  <p:par>
                                    <p:cTn id="185" presetID="6" presetClass="emph" presetSubtype="0" autoRev="1" fill="hold" grpId="1" nodeType="withEffect">
                                      <p:stCondLst>
                                        <p:cond delay="400"/>
                                      </p:stCondLst>
                                      <p:childTnLst>
                                        <p:animScale>
                                          <p:cBhvr>
                                            <p:cTn id="186" dur="150" fill="hold"/>
                                            <p:tgtEl>
                                              <p:spTgt spid="1024"/>
                                            </p:tgtEl>
                                          </p:cBhvr>
                                          <p:by x="110000" y="110000"/>
                                        </p:animScale>
                                      </p:childTnLst>
                                    </p:cTn>
                                  </p:par>
                                  <p:par>
                                    <p:cTn id="187" presetID="53" presetClass="entr" presetSubtype="16" fill="hold" grpId="0" nodeType="withEffect">
                                      <p:stCondLst>
                                        <p:cond delay="0"/>
                                      </p:stCondLst>
                                      <p:childTnLst>
                                        <p:set>
                                          <p:cBhvr>
                                            <p:cTn id="188" dur="1" fill="hold">
                                              <p:stCondLst>
                                                <p:cond delay="0"/>
                                              </p:stCondLst>
                                            </p:cTn>
                                            <p:tgtEl>
                                              <p:spTgt spid="28"/>
                                            </p:tgtEl>
                                            <p:attrNameLst>
                                              <p:attrName>style.visibility</p:attrName>
                                            </p:attrNameLst>
                                          </p:cBhvr>
                                          <p:to>
                                            <p:strVal val="visible"/>
                                          </p:to>
                                        </p:set>
                                        <p:anim calcmode="lin" valueType="num">
                                          <p:cBhvr>
                                            <p:cTn id="189" dur="300" fill="hold"/>
                                            <p:tgtEl>
                                              <p:spTgt spid="28"/>
                                            </p:tgtEl>
                                            <p:attrNameLst>
                                              <p:attrName>ppt_w</p:attrName>
                                            </p:attrNameLst>
                                          </p:cBhvr>
                                          <p:tavLst>
                                            <p:tav tm="0">
                                              <p:val>
                                                <p:fltVal val="0"/>
                                              </p:val>
                                            </p:tav>
                                            <p:tav tm="100000">
                                              <p:val>
                                                <p:strVal val="#ppt_w"/>
                                              </p:val>
                                            </p:tav>
                                          </p:tavLst>
                                        </p:anim>
                                        <p:anim calcmode="lin" valueType="num">
                                          <p:cBhvr>
                                            <p:cTn id="190" dur="300" fill="hold"/>
                                            <p:tgtEl>
                                              <p:spTgt spid="28"/>
                                            </p:tgtEl>
                                            <p:attrNameLst>
                                              <p:attrName>ppt_h</p:attrName>
                                            </p:attrNameLst>
                                          </p:cBhvr>
                                          <p:tavLst>
                                            <p:tav tm="0">
                                              <p:val>
                                                <p:fltVal val="0"/>
                                              </p:val>
                                            </p:tav>
                                            <p:tav tm="100000">
                                              <p:val>
                                                <p:strVal val="#ppt_h"/>
                                              </p:val>
                                            </p:tav>
                                          </p:tavLst>
                                        </p:anim>
                                        <p:animEffect transition="in" filter="fade">
                                          <p:cBhvr>
                                            <p:cTn id="191" dur="300"/>
                                            <p:tgtEl>
                                              <p:spTgt spid="28"/>
                                            </p:tgtEl>
                                          </p:cBhvr>
                                        </p:animEffect>
                                      </p:childTnLst>
                                    </p:cTn>
                                  </p:par>
                                  <p:par>
                                    <p:cTn id="192" presetID="6" presetClass="emph" presetSubtype="0" autoRev="1" fill="hold" grpId="1" nodeType="withEffect">
                                      <p:stCondLst>
                                        <p:cond delay="300"/>
                                      </p:stCondLst>
                                      <p:childTnLst>
                                        <p:animScale>
                                          <p:cBhvr>
                                            <p:cTn id="193" dur="150" fill="hold"/>
                                            <p:tgtEl>
                                              <p:spTgt spid="28"/>
                                            </p:tgtEl>
                                          </p:cBhvr>
                                          <p:by x="110000" y="110000"/>
                                        </p:animScale>
                                      </p:childTnLst>
                                    </p:cTn>
                                  </p:par>
                                  <p:par>
                                    <p:cTn id="194" presetID="53" presetClass="entr" presetSubtype="16" fill="hold" grpId="0" nodeType="withEffect">
                                      <p:stCondLst>
                                        <p:cond delay="500"/>
                                      </p:stCondLst>
                                      <p:childTnLst>
                                        <p:set>
                                          <p:cBhvr>
                                            <p:cTn id="195" dur="1" fill="hold">
                                              <p:stCondLst>
                                                <p:cond delay="0"/>
                                              </p:stCondLst>
                                            </p:cTn>
                                            <p:tgtEl>
                                              <p:spTgt spid="30"/>
                                            </p:tgtEl>
                                            <p:attrNameLst>
                                              <p:attrName>style.visibility</p:attrName>
                                            </p:attrNameLst>
                                          </p:cBhvr>
                                          <p:to>
                                            <p:strVal val="visible"/>
                                          </p:to>
                                        </p:set>
                                        <p:anim calcmode="lin" valueType="num">
                                          <p:cBhvr>
                                            <p:cTn id="196" dur="300" fill="hold"/>
                                            <p:tgtEl>
                                              <p:spTgt spid="30"/>
                                            </p:tgtEl>
                                            <p:attrNameLst>
                                              <p:attrName>ppt_w</p:attrName>
                                            </p:attrNameLst>
                                          </p:cBhvr>
                                          <p:tavLst>
                                            <p:tav tm="0">
                                              <p:val>
                                                <p:fltVal val="0"/>
                                              </p:val>
                                            </p:tav>
                                            <p:tav tm="100000">
                                              <p:val>
                                                <p:strVal val="#ppt_w"/>
                                              </p:val>
                                            </p:tav>
                                          </p:tavLst>
                                        </p:anim>
                                        <p:anim calcmode="lin" valueType="num">
                                          <p:cBhvr>
                                            <p:cTn id="197" dur="300" fill="hold"/>
                                            <p:tgtEl>
                                              <p:spTgt spid="30"/>
                                            </p:tgtEl>
                                            <p:attrNameLst>
                                              <p:attrName>ppt_h</p:attrName>
                                            </p:attrNameLst>
                                          </p:cBhvr>
                                          <p:tavLst>
                                            <p:tav tm="0">
                                              <p:val>
                                                <p:fltVal val="0"/>
                                              </p:val>
                                            </p:tav>
                                            <p:tav tm="100000">
                                              <p:val>
                                                <p:strVal val="#ppt_h"/>
                                              </p:val>
                                            </p:tav>
                                          </p:tavLst>
                                        </p:anim>
                                        <p:animEffect transition="in" filter="fade">
                                          <p:cBhvr>
                                            <p:cTn id="198" dur="300"/>
                                            <p:tgtEl>
                                              <p:spTgt spid="30"/>
                                            </p:tgtEl>
                                          </p:cBhvr>
                                        </p:animEffect>
                                      </p:childTnLst>
                                    </p:cTn>
                                  </p:par>
                                  <p:par>
                                    <p:cTn id="199" presetID="6" presetClass="emph" presetSubtype="0" autoRev="1" fill="hold" grpId="1" nodeType="withEffect">
                                      <p:stCondLst>
                                        <p:cond delay="800"/>
                                      </p:stCondLst>
                                      <p:childTnLst>
                                        <p:animScale>
                                          <p:cBhvr>
                                            <p:cTn id="200" dur="150" fill="hold"/>
                                            <p:tgtEl>
                                              <p:spTgt spid="30"/>
                                            </p:tgtEl>
                                          </p:cBhvr>
                                          <p:by x="110000" y="110000"/>
                                        </p:animScale>
                                      </p:childTnLst>
                                    </p:cTn>
                                  </p:par>
                                  <p:par>
                                    <p:cTn id="201" presetID="53" presetClass="entr" presetSubtype="16" fill="hold" grpId="0" nodeType="withEffect">
                                      <p:stCondLst>
                                        <p:cond delay="300"/>
                                      </p:stCondLst>
                                      <p:childTnLst>
                                        <p:set>
                                          <p:cBhvr>
                                            <p:cTn id="202" dur="1" fill="hold">
                                              <p:stCondLst>
                                                <p:cond delay="0"/>
                                              </p:stCondLst>
                                            </p:cTn>
                                            <p:tgtEl>
                                              <p:spTgt spid="31"/>
                                            </p:tgtEl>
                                            <p:attrNameLst>
                                              <p:attrName>style.visibility</p:attrName>
                                            </p:attrNameLst>
                                          </p:cBhvr>
                                          <p:to>
                                            <p:strVal val="visible"/>
                                          </p:to>
                                        </p:set>
                                        <p:anim calcmode="lin" valueType="num">
                                          <p:cBhvr>
                                            <p:cTn id="203" dur="300" fill="hold"/>
                                            <p:tgtEl>
                                              <p:spTgt spid="31"/>
                                            </p:tgtEl>
                                            <p:attrNameLst>
                                              <p:attrName>ppt_w</p:attrName>
                                            </p:attrNameLst>
                                          </p:cBhvr>
                                          <p:tavLst>
                                            <p:tav tm="0">
                                              <p:val>
                                                <p:fltVal val="0"/>
                                              </p:val>
                                            </p:tav>
                                            <p:tav tm="100000">
                                              <p:val>
                                                <p:strVal val="#ppt_w"/>
                                              </p:val>
                                            </p:tav>
                                          </p:tavLst>
                                        </p:anim>
                                        <p:anim calcmode="lin" valueType="num">
                                          <p:cBhvr>
                                            <p:cTn id="204" dur="300" fill="hold"/>
                                            <p:tgtEl>
                                              <p:spTgt spid="31"/>
                                            </p:tgtEl>
                                            <p:attrNameLst>
                                              <p:attrName>ppt_h</p:attrName>
                                            </p:attrNameLst>
                                          </p:cBhvr>
                                          <p:tavLst>
                                            <p:tav tm="0">
                                              <p:val>
                                                <p:fltVal val="0"/>
                                              </p:val>
                                            </p:tav>
                                            <p:tav tm="100000">
                                              <p:val>
                                                <p:strVal val="#ppt_h"/>
                                              </p:val>
                                            </p:tav>
                                          </p:tavLst>
                                        </p:anim>
                                        <p:animEffect transition="in" filter="fade">
                                          <p:cBhvr>
                                            <p:cTn id="205" dur="300"/>
                                            <p:tgtEl>
                                              <p:spTgt spid="31"/>
                                            </p:tgtEl>
                                          </p:cBhvr>
                                        </p:animEffect>
                                      </p:childTnLst>
                                    </p:cTn>
                                  </p:par>
                                  <p:par>
                                    <p:cTn id="206" presetID="6" presetClass="emph" presetSubtype="0" autoRev="1" fill="hold" grpId="1" nodeType="withEffect">
                                      <p:stCondLst>
                                        <p:cond delay="600"/>
                                      </p:stCondLst>
                                      <p:childTnLst>
                                        <p:animScale>
                                          <p:cBhvr>
                                            <p:cTn id="207" dur="150" fill="hold"/>
                                            <p:tgtEl>
                                              <p:spTgt spid="31"/>
                                            </p:tgtEl>
                                          </p:cBhvr>
                                          <p:by x="110000" y="110000"/>
                                        </p:animScale>
                                      </p:childTnLst>
                                    </p:cTn>
                                  </p:par>
                                  <p:par>
                                    <p:cTn id="208" presetID="53" presetClass="entr" presetSubtype="16" fill="hold" grpId="0" nodeType="withEffect">
                                      <p:stCondLst>
                                        <p:cond delay="0"/>
                                      </p:stCondLst>
                                      <p:childTnLst>
                                        <p:set>
                                          <p:cBhvr>
                                            <p:cTn id="209" dur="1" fill="hold">
                                              <p:stCondLst>
                                                <p:cond delay="0"/>
                                              </p:stCondLst>
                                            </p:cTn>
                                            <p:tgtEl>
                                              <p:spTgt spid="29"/>
                                            </p:tgtEl>
                                            <p:attrNameLst>
                                              <p:attrName>style.visibility</p:attrName>
                                            </p:attrNameLst>
                                          </p:cBhvr>
                                          <p:to>
                                            <p:strVal val="visible"/>
                                          </p:to>
                                        </p:set>
                                        <p:anim calcmode="lin" valueType="num">
                                          <p:cBhvr>
                                            <p:cTn id="210" dur="300" fill="hold"/>
                                            <p:tgtEl>
                                              <p:spTgt spid="29"/>
                                            </p:tgtEl>
                                            <p:attrNameLst>
                                              <p:attrName>ppt_w</p:attrName>
                                            </p:attrNameLst>
                                          </p:cBhvr>
                                          <p:tavLst>
                                            <p:tav tm="0">
                                              <p:val>
                                                <p:fltVal val="0"/>
                                              </p:val>
                                            </p:tav>
                                            <p:tav tm="100000">
                                              <p:val>
                                                <p:strVal val="#ppt_w"/>
                                              </p:val>
                                            </p:tav>
                                          </p:tavLst>
                                        </p:anim>
                                        <p:anim calcmode="lin" valueType="num">
                                          <p:cBhvr>
                                            <p:cTn id="211" dur="300" fill="hold"/>
                                            <p:tgtEl>
                                              <p:spTgt spid="29"/>
                                            </p:tgtEl>
                                            <p:attrNameLst>
                                              <p:attrName>ppt_h</p:attrName>
                                            </p:attrNameLst>
                                          </p:cBhvr>
                                          <p:tavLst>
                                            <p:tav tm="0">
                                              <p:val>
                                                <p:fltVal val="0"/>
                                              </p:val>
                                            </p:tav>
                                            <p:tav tm="100000">
                                              <p:val>
                                                <p:strVal val="#ppt_h"/>
                                              </p:val>
                                            </p:tav>
                                          </p:tavLst>
                                        </p:anim>
                                        <p:animEffect transition="in" filter="fade">
                                          <p:cBhvr>
                                            <p:cTn id="212" dur="300"/>
                                            <p:tgtEl>
                                              <p:spTgt spid="29"/>
                                            </p:tgtEl>
                                          </p:cBhvr>
                                        </p:animEffect>
                                      </p:childTnLst>
                                    </p:cTn>
                                  </p:par>
                                  <p:par>
                                    <p:cTn id="213" presetID="6" presetClass="emph" presetSubtype="0" autoRev="1" fill="hold" grpId="1" nodeType="withEffect">
                                      <p:stCondLst>
                                        <p:cond delay="300"/>
                                      </p:stCondLst>
                                      <p:childTnLst>
                                        <p:animScale>
                                          <p:cBhvr>
                                            <p:cTn id="214" dur="150" fill="hold"/>
                                            <p:tgtEl>
                                              <p:spTgt spid="29"/>
                                            </p:tgtEl>
                                          </p:cBhvr>
                                          <p:by x="110000" y="110000"/>
                                        </p:animScale>
                                      </p:childTnLst>
                                    </p:cTn>
                                  </p:par>
                                  <p:par>
                                    <p:cTn id="215" presetID="53" presetClass="entr" presetSubtype="16" fill="hold" grpId="0" nodeType="withEffect">
                                      <p:stCondLst>
                                        <p:cond delay="800"/>
                                      </p:stCondLst>
                                      <p:childTnLst>
                                        <p:set>
                                          <p:cBhvr>
                                            <p:cTn id="216" dur="1" fill="hold">
                                              <p:stCondLst>
                                                <p:cond delay="0"/>
                                              </p:stCondLst>
                                            </p:cTn>
                                            <p:tgtEl>
                                              <p:spTgt spid="24"/>
                                            </p:tgtEl>
                                            <p:attrNameLst>
                                              <p:attrName>style.visibility</p:attrName>
                                            </p:attrNameLst>
                                          </p:cBhvr>
                                          <p:to>
                                            <p:strVal val="visible"/>
                                          </p:to>
                                        </p:set>
                                        <p:anim calcmode="lin" valueType="num">
                                          <p:cBhvr>
                                            <p:cTn id="217" dur="300" fill="hold"/>
                                            <p:tgtEl>
                                              <p:spTgt spid="24"/>
                                            </p:tgtEl>
                                            <p:attrNameLst>
                                              <p:attrName>ppt_w</p:attrName>
                                            </p:attrNameLst>
                                          </p:cBhvr>
                                          <p:tavLst>
                                            <p:tav tm="0">
                                              <p:val>
                                                <p:fltVal val="0"/>
                                              </p:val>
                                            </p:tav>
                                            <p:tav tm="100000">
                                              <p:val>
                                                <p:strVal val="#ppt_w"/>
                                              </p:val>
                                            </p:tav>
                                          </p:tavLst>
                                        </p:anim>
                                        <p:anim calcmode="lin" valueType="num">
                                          <p:cBhvr>
                                            <p:cTn id="218" dur="300" fill="hold"/>
                                            <p:tgtEl>
                                              <p:spTgt spid="24"/>
                                            </p:tgtEl>
                                            <p:attrNameLst>
                                              <p:attrName>ppt_h</p:attrName>
                                            </p:attrNameLst>
                                          </p:cBhvr>
                                          <p:tavLst>
                                            <p:tav tm="0">
                                              <p:val>
                                                <p:fltVal val="0"/>
                                              </p:val>
                                            </p:tav>
                                            <p:tav tm="100000">
                                              <p:val>
                                                <p:strVal val="#ppt_h"/>
                                              </p:val>
                                            </p:tav>
                                          </p:tavLst>
                                        </p:anim>
                                        <p:animEffect transition="in" filter="fade">
                                          <p:cBhvr>
                                            <p:cTn id="219" dur="300"/>
                                            <p:tgtEl>
                                              <p:spTgt spid="24"/>
                                            </p:tgtEl>
                                          </p:cBhvr>
                                        </p:animEffect>
                                      </p:childTnLst>
                                    </p:cTn>
                                  </p:par>
                                  <p:par>
                                    <p:cTn id="220" presetID="6" presetClass="emph" presetSubtype="0" autoRev="1" fill="hold" grpId="1" nodeType="withEffect">
                                      <p:stCondLst>
                                        <p:cond delay="1100"/>
                                      </p:stCondLst>
                                      <p:childTnLst>
                                        <p:animScale>
                                          <p:cBhvr>
                                            <p:cTn id="221" dur="150" fill="hold"/>
                                            <p:tgtEl>
                                              <p:spTgt spid="24"/>
                                            </p:tgtEl>
                                          </p:cBhvr>
                                          <p:by x="110000" y="110000"/>
                                        </p:animScale>
                                      </p:childTnLst>
                                    </p:cTn>
                                  </p:par>
                                  <p:par>
                                    <p:cTn id="222" presetID="53" presetClass="entr" presetSubtype="16" fill="hold" nodeType="withEffect">
                                      <p:stCondLst>
                                        <p:cond delay="800"/>
                                      </p:stCondLst>
                                      <p:iterate type="lt">
                                        <p:tmPct val="10000"/>
                                      </p:iterate>
                                      <p:childTnLst>
                                        <p:set>
                                          <p:cBhvr>
                                            <p:cTn id="223" dur="1" fill="hold">
                                              <p:stCondLst>
                                                <p:cond delay="0"/>
                                              </p:stCondLst>
                                            </p:cTn>
                                            <p:tgtEl>
                                              <p:spTgt spid="1031">
                                                <p:txEl>
                                                  <p:pRg st="0" end="0"/>
                                                </p:txEl>
                                              </p:spTgt>
                                            </p:tgtEl>
                                            <p:attrNameLst>
                                              <p:attrName>style.visibility</p:attrName>
                                            </p:attrNameLst>
                                          </p:cBhvr>
                                          <p:to>
                                            <p:strVal val="visible"/>
                                          </p:to>
                                        </p:set>
                                        <p:anim calcmode="lin" valueType="num">
                                          <p:cBhvr>
                                            <p:cTn id="224" dur="500" fill="hold"/>
                                            <p:tgtEl>
                                              <p:spTgt spid="1031">
                                                <p:txEl>
                                                  <p:pRg st="0" end="0"/>
                                                </p:txEl>
                                              </p:spTgt>
                                            </p:tgtEl>
                                            <p:attrNameLst>
                                              <p:attrName>ppt_w</p:attrName>
                                            </p:attrNameLst>
                                          </p:cBhvr>
                                          <p:tavLst>
                                            <p:tav tm="0">
                                              <p:val>
                                                <p:fltVal val="0"/>
                                              </p:val>
                                            </p:tav>
                                            <p:tav tm="100000">
                                              <p:val>
                                                <p:strVal val="#ppt_w"/>
                                              </p:val>
                                            </p:tav>
                                          </p:tavLst>
                                        </p:anim>
                                        <p:anim calcmode="lin" valueType="num">
                                          <p:cBhvr>
                                            <p:cTn id="225" dur="500" fill="hold"/>
                                            <p:tgtEl>
                                              <p:spTgt spid="1031">
                                                <p:txEl>
                                                  <p:pRg st="0" end="0"/>
                                                </p:txEl>
                                              </p:spTgt>
                                            </p:tgtEl>
                                            <p:attrNameLst>
                                              <p:attrName>ppt_h</p:attrName>
                                            </p:attrNameLst>
                                          </p:cBhvr>
                                          <p:tavLst>
                                            <p:tav tm="0">
                                              <p:val>
                                                <p:fltVal val="0"/>
                                              </p:val>
                                            </p:tav>
                                            <p:tav tm="100000">
                                              <p:val>
                                                <p:strVal val="#ppt_h"/>
                                              </p:val>
                                            </p:tav>
                                          </p:tavLst>
                                        </p:anim>
                                        <p:animEffect transition="in" filter="fade">
                                          <p:cBhvr>
                                            <p:cTn id="226" dur="500"/>
                                            <p:tgtEl>
                                              <p:spTgt spid="1031">
                                                <p:txEl>
                                                  <p:pRg st="0" end="0"/>
                                                </p:txEl>
                                              </p:spTgt>
                                            </p:tgtEl>
                                          </p:cBhvr>
                                        </p:animEffect>
                                      </p:childTnLst>
                                    </p:cTn>
                                  </p:par>
                                  <p:par>
                                    <p:cTn id="227" presetID="2" presetClass="entr" presetSubtype="4" fill="hold" grpId="0" nodeType="withEffect">
                                      <p:stCondLst>
                                        <p:cond delay="1700"/>
                                      </p:stCondLst>
                                      <p:childTnLst>
                                        <p:set>
                                          <p:cBhvr>
                                            <p:cTn id="228" dur="1" fill="hold">
                                              <p:stCondLst>
                                                <p:cond delay="0"/>
                                              </p:stCondLst>
                                            </p:cTn>
                                            <p:tgtEl>
                                              <p:spTgt spid="41"/>
                                            </p:tgtEl>
                                            <p:attrNameLst>
                                              <p:attrName>style.visibility</p:attrName>
                                            </p:attrNameLst>
                                          </p:cBhvr>
                                          <p:to>
                                            <p:strVal val="visible"/>
                                          </p:to>
                                        </p:set>
                                        <p:anim calcmode="lin" valueType="num">
                                          <p:cBhvr additive="base">
                                            <p:cTn id="229" dur="600" fill="hold"/>
                                            <p:tgtEl>
                                              <p:spTgt spid="41"/>
                                            </p:tgtEl>
                                            <p:attrNameLst>
                                              <p:attrName>ppt_x</p:attrName>
                                            </p:attrNameLst>
                                          </p:cBhvr>
                                          <p:tavLst>
                                            <p:tav tm="0">
                                              <p:val>
                                                <p:strVal val="#ppt_x"/>
                                              </p:val>
                                            </p:tav>
                                            <p:tav tm="100000">
                                              <p:val>
                                                <p:strVal val="#ppt_x"/>
                                              </p:val>
                                            </p:tav>
                                          </p:tavLst>
                                        </p:anim>
                                        <p:anim calcmode="lin" valueType="num">
                                          <p:cBhvr additive="base">
                                            <p:cTn id="230" dur="600" fill="hold"/>
                                            <p:tgtEl>
                                              <p:spTgt spid="41"/>
                                            </p:tgtEl>
                                            <p:attrNameLst>
                                              <p:attrName>ppt_y</p:attrName>
                                            </p:attrNameLst>
                                          </p:cBhvr>
                                          <p:tavLst>
                                            <p:tav tm="0">
                                              <p:val>
                                                <p:strVal val="1+#ppt_h/2"/>
                                              </p:val>
                                            </p:tav>
                                            <p:tav tm="100000">
                                              <p:val>
                                                <p:strVal val="#ppt_y"/>
                                              </p:val>
                                            </p:tav>
                                          </p:tavLst>
                                        </p:anim>
                                      </p:childTnLst>
                                    </p:cTn>
                                  </p:par>
                                  <p:par>
                                    <p:cTn id="231" presetID="2" presetClass="entr" presetSubtype="4" fill="hold" grpId="0" nodeType="withEffect">
                                      <p:stCondLst>
                                        <p:cond delay="1800"/>
                                      </p:stCondLst>
                                      <p:childTnLst>
                                        <p:set>
                                          <p:cBhvr>
                                            <p:cTn id="232" dur="1" fill="hold">
                                              <p:stCondLst>
                                                <p:cond delay="0"/>
                                              </p:stCondLst>
                                            </p:cTn>
                                            <p:tgtEl>
                                              <p:spTgt spid="42"/>
                                            </p:tgtEl>
                                            <p:attrNameLst>
                                              <p:attrName>style.visibility</p:attrName>
                                            </p:attrNameLst>
                                          </p:cBhvr>
                                          <p:to>
                                            <p:strVal val="visible"/>
                                          </p:to>
                                        </p:set>
                                        <p:anim calcmode="lin" valueType="num">
                                          <p:cBhvr additive="base">
                                            <p:cTn id="233" dur="600" fill="hold"/>
                                            <p:tgtEl>
                                              <p:spTgt spid="42"/>
                                            </p:tgtEl>
                                            <p:attrNameLst>
                                              <p:attrName>ppt_x</p:attrName>
                                            </p:attrNameLst>
                                          </p:cBhvr>
                                          <p:tavLst>
                                            <p:tav tm="0">
                                              <p:val>
                                                <p:strVal val="#ppt_x"/>
                                              </p:val>
                                            </p:tav>
                                            <p:tav tm="100000">
                                              <p:val>
                                                <p:strVal val="#ppt_x"/>
                                              </p:val>
                                            </p:tav>
                                          </p:tavLst>
                                        </p:anim>
                                        <p:anim calcmode="lin" valueType="num">
                                          <p:cBhvr additive="base">
                                            <p:cTn id="234" dur="600" fill="hold"/>
                                            <p:tgtEl>
                                              <p:spTgt spid="42"/>
                                            </p:tgtEl>
                                            <p:attrNameLst>
                                              <p:attrName>ppt_y</p:attrName>
                                            </p:attrNameLst>
                                          </p:cBhvr>
                                          <p:tavLst>
                                            <p:tav tm="0">
                                              <p:val>
                                                <p:strVal val="1+#ppt_h/2"/>
                                              </p:val>
                                            </p:tav>
                                            <p:tav tm="100000">
                                              <p:val>
                                                <p:strVal val="#ppt_y"/>
                                              </p:val>
                                            </p:tav>
                                          </p:tavLst>
                                        </p:anim>
                                      </p:childTnLst>
                                    </p:cTn>
                                  </p:par>
                                  <p:par>
                                    <p:cTn id="235" presetID="10" presetClass="entr" presetSubtype="0" fill="hold" nodeType="withEffect">
                                      <p:stCondLst>
                                        <p:cond delay="1900"/>
                                      </p:stCondLst>
                                      <p:childTnLst>
                                        <p:set>
                                          <p:cBhvr>
                                            <p:cTn id="236" dur="1" fill="hold">
                                              <p:stCondLst>
                                                <p:cond delay="0"/>
                                              </p:stCondLst>
                                            </p:cTn>
                                            <p:tgtEl>
                                              <p:spTgt spid="1032"/>
                                            </p:tgtEl>
                                            <p:attrNameLst>
                                              <p:attrName>style.visibility</p:attrName>
                                            </p:attrNameLst>
                                          </p:cBhvr>
                                          <p:to>
                                            <p:strVal val="visible"/>
                                          </p:to>
                                        </p:set>
                                        <p:animEffect transition="in" filter="fade">
                                          <p:cBhvr>
                                            <p:cTn id="237"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1024" grpId="0" animBg="1"/>
          <p:bldP spid="1024" grpId="1" animBg="1"/>
          <p:bldP spid="1025" grpId="0" animBg="1"/>
          <p:bldP spid="1025" grpId="1" animBg="1"/>
          <p:bldP spid="1027" grpId="0" animBg="1"/>
          <p:bldP spid="1027" grpId="1" animBg="1"/>
          <p:bldP spid="1028" grpId="0" animBg="1"/>
          <p:bldP spid="1028" grpId="1" animBg="1"/>
          <p:bldP spid="1029" grpId="0" animBg="1"/>
          <p:bldP spid="1029" grpId="1" animBg="1"/>
          <p:bldP spid="1030" grpId="0" animBg="1"/>
          <p:bldP spid="1030" grpId="1" animBg="1"/>
          <p:bldP spid="41" grpId="0" animBg="1"/>
          <p:bldP spid="42" grpId="0" animBg="1"/>
        </p:bldLst>
      </p:timing>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967</TotalTime>
  <Words>1553</Words>
  <Application>Microsoft Office PowerPoint</Application>
  <PresentationFormat>自定义</PresentationFormat>
  <Paragraphs>207</Paragraphs>
  <Slides>30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30</vt:i4>
      </vt:variant>
    </vt:vector>
  </HeadingPairs>
  <TitlesOfParts>
    <vt:vector size="36" baseType="lpstr">
      <vt:lpstr>华文行楷</vt:lpstr>
      <vt:lpstr>微软雅黑</vt:lpstr>
      <vt:lpstr>Arial</vt:lpstr>
      <vt:lpstr>Calibri</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徐威方</dc:creator>
  <cp:lastModifiedBy>刘 哲</cp:lastModifiedBy>
  <cp:revision>116</cp:revision>
  <dcterms:created xsi:type="dcterms:W3CDTF">2015-10-14T02:35:41Z</dcterms:created>
  <dcterms:modified xsi:type="dcterms:W3CDTF">2020-10-17T17:16:55Z</dcterms:modified>
</cp:coreProperties>
</file>